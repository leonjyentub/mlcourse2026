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68" r:id="rId7"/>
    <p:sldId id="258" r:id="rId8"/>
    <p:sldId id="263" r:id="rId9"/>
    <p:sldId id="264" r:id="rId10"/>
    <p:sldId id="265" r:id="rId11"/>
    <p:sldId id="270" r:id="rId12"/>
    <p:sldId id="262" r:id="rId13"/>
    <p:sldId id="266" r:id="rId14"/>
    <p:sldId id="271" r:id="rId15"/>
    <p:sldId id="272" r:id="rId16"/>
    <p:sldId id="273" r:id="rId17"/>
    <p:sldId id="274" r:id="rId18"/>
    <p:sldId id="275" r:id="rId19"/>
    <p:sldId id="276" r:id="rId20"/>
    <p:sldId id="267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7" autoAdjust="0"/>
    <p:restoredTop sz="96276"/>
  </p:normalViewPr>
  <p:slideViewPr>
    <p:cSldViewPr snapToGrid="0">
      <p:cViewPr varScale="1">
        <p:scale>
          <a:sx n="126" d="100"/>
          <a:sy n="126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5E815B71-E35A-4B8F-AA1D-5155425E5A1D}"/>
    <pc:docChg chg="undo custSel addSld delSld modSld sldOrd">
      <pc:chgData name="林俊杰" userId="dcfdc803-95d8-409b-8404-351632be86e2" providerId="ADAL" clId="{5E815B71-E35A-4B8F-AA1D-5155425E5A1D}" dt="2024-04-11T16:24:08.595" v="1023" actId="1076"/>
      <pc:docMkLst>
        <pc:docMk/>
      </pc:docMkLst>
      <pc:sldChg chg="modSp mod">
        <pc:chgData name="林俊杰" userId="dcfdc803-95d8-409b-8404-351632be86e2" providerId="ADAL" clId="{5E815B71-E35A-4B8F-AA1D-5155425E5A1D}" dt="2024-04-11T16:24:08.595" v="1023" actId="1076"/>
        <pc:sldMkLst>
          <pc:docMk/>
          <pc:sldMk cId="2219541471" sldId="258"/>
        </pc:sldMkLst>
        <pc:spChg chg="mod">
          <ac:chgData name="林俊杰" userId="dcfdc803-95d8-409b-8404-351632be86e2" providerId="ADAL" clId="{5E815B71-E35A-4B8F-AA1D-5155425E5A1D}" dt="2024-04-11T16:24:08.595" v="1023" actId="1076"/>
          <ac:spMkLst>
            <pc:docMk/>
            <pc:sldMk cId="2219541471" sldId="258"/>
            <ac:spMk id="6" creationId="{3EB7AC3B-16BE-40A1-BEA7-91DF8734DE1D}"/>
          </ac:spMkLst>
        </pc:spChg>
        <pc:picChg chg="mod">
          <ac:chgData name="林俊杰" userId="dcfdc803-95d8-409b-8404-351632be86e2" providerId="ADAL" clId="{5E815B71-E35A-4B8F-AA1D-5155425E5A1D}" dt="2024-04-11T16:24:01.295" v="1022" actId="14100"/>
          <ac:picMkLst>
            <pc:docMk/>
            <pc:sldMk cId="2219541471" sldId="258"/>
            <ac:picMk id="2052" creationId="{C0BF138C-E1D6-44CE-9B72-B59A156B6DD8}"/>
          </ac:picMkLst>
        </pc:picChg>
      </pc:sldChg>
      <pc:sldChg chg="modSp mod">
        <pc:chgData name="林俊杰" userId="dcfdc803-95d8-409b-8404-351632be86e2" providerId="ADAL" clId="{5E815B71-E35A-4B8F-AA1D-5155425E5A1D}" dt="2024-04-11T14:15:19.101" v="307" actId="27636"/>
        <pc:sldMkLst>
          <pc:docMk/>
          <pc:sldMk cId="4262386898" sldId="263"/>
        </pc:sldMkLst>
        <pc:spChg chg="mod">
          <ac:chgData name="林俊杰" userId="dcfdc803-95d8-409b-8404-351632be86e2" providerId="ADAL" clId="{5E815B71-E35A-4B8F-AA1D-5155425E5A1D}" dt="2024-04-11T14:15:19.101" v="307" actId="27636"/>
          <ac:spMkLst>
            <pc:docMk/>
            <pc:sldMk cId="4262386898" sldId="263"/>
            <ac:spMk id="3" creationId="{442C80B2-EF11-46B9-8270-AA212BE12FD7}"/>
          </ac:spMkLst>
        </pc:spChg>
      </pc:sldChg>
      <pc:sldChg chg="addSp delSp modSp mod chgLayout">
        <pc:chgData name="林俊杰" userId="dcfdc803-95d8-409b-8404-351632be86e2" providerId="ADAL" clId="{5E815B71-E35A-4B8F-AA1D-5155425E5A1D}" dt="2024-04-11T14:19:34.800" v="337"/>
        <pc:sldMkLst>
          <pc:docMk/>
          <pc:sldMk cId="3213658247" sldId="264"/>
        </pc:sldMkLst>
        <pc:spChg chg="mod ord">
          <ac:chgData name="林俊杰" userId="dcfdc803-95d8-409b-8404-351632be86e2" providerId="ADAL" clId="{5E815B71-E35A-4B8F-AA1D-5155425E5A1D}" dt="2024-04-11T14:19:25.611" v="326" actId="6264"/>
          <ac:spMkLst>
            <pc:docMk/>
            <pc:sldMk cId="3213658247" sldId="264"/>
            <ac:spMk id="2" creationId="{9AB0A19D-9720-4452-B6DB-A044746E0AE7}"/>
          </ac:spMkLst>
        </pc:spChg>
        <pc:spChg chg="mod ord">
          <ac:chgData name="林俊杰" userId="dcfdc803-95d8-409b-8404-351632be86e2" providerId="ADAL" clId="{5E815B71-E35A-4B8F-AA1D-5155425E5A1D}" dt="2024-04-11T14:19:34.800" v="337"/>
          <ac:spMkLst>
            <pc:docMk/>
            <pc:sldMk cId="3213658247" sldId="264"/>
            <ac:spMk id="3" creationId="{CC0B886B-CD51-4C5C-B975-D1113124C2FC}"/>
          </ac:spMkLst>
        </pc:spChg>
        <pc:spChg chg="add del mod">
          <ac:chgData name="林俊杰" userId="dcfdc803-95d8-409b-8404-351632be86e2" providerId="ADAL" clId="{5E815B71-E35A-4B8F-AA1D-5155425E5A1D}" dt="2024-04-11T14:11:52.403" v="201" actId="6264"/>
          <ac:spMkLst>
            <pc:docMk/>
            <pc:sldMk cId="3213658247" sldId="264"/>
            <ac:spMk id="4" creationId="{09FEB7D9-2BB1-41DD-9F8F-E59DBD1563E0}"/>
          </ac:spMkLst>
        </pc:spChg>
        <pc:spChg chg="add del mod">
          <ac:chgData name="林俊杰" userId="dcfdc803-95d8-409b-8404-351632be86e2" providerId="ADAL" clId="{5E815B71-E35A-4B8F-AA1D-5155425E5A1D}" dt="2024-04-11T14:11:52.403" v="201" actId="6264"/>
          <ac:spMkLst>
            <pc:docMk/>
            <pc:sldMk cId="3213658247" sldId="264"/>
            <ac:spMk id="5" creationId="{A632C7E6-51C9-4266-B0BE-00A094A02054}"/>
          </ac:spMkLst>
        </pc:spChg>
        <pc:spChg chg="add del mod">
          <ac:chgData name="林俊杰" userId="dcfdc803-95d8-409b-8404-351632be86e2" providerId="ADAL" clId="{5E815B71-E35A-4B8F-AA1D-5155425E5A1D}" dt="2024-04-11T14:11:54.245" v="203" actId="6264"/>
          <ac:spMkLst>
            <pc:docMk/>
            <pc:sldMk cId="3213658247" sldId="264"/>
            <ac:spMk id="6" creationId="{0EDDDAA2-B8F6-4CEE-9246-C6DC16ACAAB4}"/>
          </ac:spMkLst>
        </pc:spChg>
        <pc:spChg chg="add del mod">
          <ac:chgData name="林俊杰" userId="dcfdc803-95d8-409b-8404-351632be86e2" providerId="ADAL" clId="{5E815B71-E35A-4B8F-AA1D-5155425E5A1D}" dt="2024-04-11T14:11:54.245" v="203" actId="6264"/>
          <ac:spMkLst>
            <pc:docMk/>
            <pc:sldMk cId="3213658247" sldId="264"/>
            <ac:spMk id="7" creationId="{BF343DFB-6B0D-4F2C-8971-D4812B272CEF}"/>
          </ac:spMkLst>
        </pc:spChg>
        <pc:spChg chg="add del mod">
          <ac:chgData name="林俊杰" userId="dcfdc803-95d8-409b-8404-351632be86e2" providerId="ADAL" clId="{5E815B71-E35A-4B8F-AA1D-5155425E5A1D}" dt="2024-04-11T14:19:25.611" v="326" actId="6264"/>
          <ac:spMkLst>
            <pc:docMk/>
            <pc:sldMk cId="3213658247" sldId="264"/>
            <ac:spMk id="8" creationId="{BBE06305-33A8-4E60-BD88-77F7408A7352}"/>
          </ac:spMkLst>
        </pc:spChg>
        <pc:spChg chg="add del mod">
          <ac:chgData name="林俊杰" userId="dcfdc803-95d8-409b-8404-351632be86e2" providerId="ADAL" clId="{5E815B71-E35A-4B8F-AA1D-5155425E5A1D}" dt="2024-04-11T14:19:25.611" v="326" actId="6264"/>
          <ac:spMkLst>
            <pc:docMk/>
            <pc:sldMk cId="3213658247" sldId="264"/>
            <ac:spMk id="9" creationId="{B3E73ADE-EFF8-460E-83CE-CD2F5377ED32}"/>
          </ac:spMkLst>
        </pc:spChg>
      </pc:sldChg>
      <pc:sldChg chg="modSp ord">
        <pc:chgData name="林俊杰" userId="dcfdc803-95d8-409b-8404-351632be86e2" providerId="ADAL" clId="{5E815B71-E35A-4B8F-AA1D-5155425E5A1D}" dt="2024-04-11T14:19:48.803" v="340" actId="1076"/>
        <pc:sldMkLst>
          <pc:docMk/>
          <pc:sldMk cId="866033773" sldId="265"/>
        </pc:sldMkLst>
        <pc:picChg chg="mod">
          <ac:chgData name="林俊杰" userId="dcfdc803-95d8-409b-8404-351632be86e2" providerId="ADAL" clId="{5E815B71-E35A-4B8F-AA1D-5155425E5A1D}" dt="2024-04-11T14:19:48.803" v="340" actId="1076"/>
          <ac:picMkLst>
            <pc:docMk/>
            <pc:sldMk cId="866033773" sldId="265"/>
            <ac:picMk id="1026" creationId="{0A5A3561-ECD1-4F01-A449-86D68E5E3EF7}"/>
          </ac:picMkLst>
        </pc:picChg>
      </pc:sldChg>
      <pc:sldChg chg="addSp modSp mod">
        <pc:chgData name="林俊杰" userId="dcfdc803-95d8-409b-8404-351632be86e2" providerId="ADAL" clId="{5E815B71-E35A-4B8F-AA1D-5155425E5A1D}" dt="2024-04-11T14:33:55.789" v="356" actId="1035"/>
        <pc:sldMkLst>
          <pc:docMk/>
          <pc:sldMk cId="1302365401" sldId="266"/>
        </pc:sldMkLst>
        <pc:spChg chg="mod">
          <ac:chgData name="林俊杰" userId="dcfdc803-95d8-409b-8404-351632be86e2" providerId="ADAL" clId="{5E815B71-E35A-4B8F-AA1D-5155425E5A1D}" dt="2024-04-11T14:27:02.653" v="343"/>
          <ac:spMkLst>
            <pc:docMk/>
            <pc:sldMk cId="1302365401" sldId="266"/>
            <ac:spMk id="3" creationId="{1836DD2E-F00F-493C-968D-CFA2959EC4EE}"/>
          </ac:spMkLst>
        </pc:spChg>
        <pc:picChg chg="add mod">
          <ac:chgData name="林俊杰" userId="dcfdc803-95d8-409b-8404-351632be86e2" providerId="ADAL" clId="{5E815B71-E35A-4B8F-AA1D-5155425E5A1D}" dt="2024-04-11T14:33:55.789" v="356" actId="1035"/>
          <ac:picMkLst>
            <pc:docMk/>
            <pc:sldMk cId="1302365401" sldId="266"/>
            <ac:picMk id="5" creationId="{C8CE88A0-0CAE-4C50-B8E4-93E0932F99FC}"/>
          </ac:picMkLst>
        </pc:picChg>
      </pc:sldChg>
      <pc:sldChg chg="modSp new mod">
        <pc:chgData name="林俊杰" userId="dcfdc803-95d8-409b-8404-351632be86e2" providerId="ADAL" clId="{5E815B71-E35A-4B8F-AA1D-5155425E5A1D}" dt="2024-04-11T13:30:56.789" v="32"/>
        <pc:sldMkLst>
          <pc:docMk/>
          <pc:sldMk cId="3090313998" sldId="267"/>
        </pc:sldMkLst>
        <pc:spChg chg="mod">
          <ac:chgData name="林俊杰" userId="dcfdc803-95d8-409b-8404-351632be86e2" providerId="ADAL" clId="{5E815B71-E35A-4B8F-AA1D-5155425E5A1D}" dt="2024-04-11T13:30:56.789" v="32"/>
          <ac:spMkLst>
            <pc:docMk/>
            <pc:sldMk cId="3090313998" sldId="267"/>
            <ac:spMk id="2" creationId="{BC1A9B2E-9DD1-46EC-BDA2-1E8DCD46D6D6}"/>
          </ac:spMkLst>
        </pc:spChg>
      </pc:sldChg>
      <pc:sldChg chg="addSp modSp new mod">
        <pc:chgData name="林俊杰" userId="dcfdc803-95d8-409b-8404-351632be86e2" providerId="ADAL" clId="{5E815B71-E35A-4B8F-AA1D-5155425E5A1D}" dt="2024-04-11T14:11:31.615" v="200"/>
        <pc:sldMkLst>
          <pc:docMk/>
          <pc:sldMk cId="4089608247" sldId="268"/>
        </pc:sldMkLst>
        <pc:spChg chg="mod">
          <ac:chgData name="林俊杰" userId="dcfdc803-95d8-409b-8404-351632be86e2" providerId="ADAL" clId="{5E815B71-E35A-4B8F-AA1D-5155425E5A1D}" dt="2024-04-11T13:34:40.138" v="43"/>
          <ac:spMkLst>
            <pc:docMk/>
            <pc:sldMk cId="4089608247" sldId="268"/>
            <ac:spMk id="2" creationId="{841CC001-BBAE-4A0F-8BC9-B75ECB495C9E}"/>
          </ac:spMkLst>
        </pc:spChg>
        <pc:spChg chg="mod">
          <ac:chgData name="林俊杰" userId="dcfdc803-95d8-409b-8404-351632be86e2" providerId="ADAL" clId="{5E815B71-E35A-4B8F-AA1D-5155425E5A1D}" dt="2024-04-11T14:11:31.615" v="200"/>
          <ac:spMkLst>
            <pc:docMk/>
            <pc:sldMk cId="4089608247" sldId="268"/>
            <ac:spMk id="3" creationId="{9E2285D9-B9FA-4BE7-83F6-31852B69BF41}"/>
          </ac:spMkLst>
        </pc:spChg>
        <pc:picChg chg="add mod">
          <ac:chgData name="林俊杰" userId="dcfdc803-95d8-409b-8404-351632be86e2" providerId="ADAL" clId="{5E815B71-E35A-4B8F-AA1D-5155425E5A1D}" dt="2024-04-11T14:11:13.480" v="152" actId="1076"/>
          <ac:picMkLst>
            <pc:docMk/>
            <pc:sldMk cId="4089608247" sldId="268"/>
            <ac:picMk id="4" creationId="{2CF63626-143E-464C-B895-A133CEFA1E60}"/>
          </ac:picMkLst>
        </pc:picChg>
      </pc:sldChg>
      <pc:sldChg chg="modSp new del mod">
        <pc:chgData name="林俊杰" userId="dcfdc803-95d8-409b-8404-351632be86e2" providerId="ADAL" clId="{5E815B71-E35A-4B8F-AA1D-5155425E5A1D}" dt="2024-04-11T14:20:04.815" v="342" actId="47"/>
        <pc:sldMkLst>
          <pc:docMk/>
          <pc:sldMk cId="262660988" sldId="269"/>
        </pc:sldMkLst>
        <pc:spChg chg="mod">
          <ac:chgData name="林俊杰" userId="dcfdc803-95d8-409b-8404-351632be86e2" providerId="ADAL" clId="{5E815B71-E35A-4B8F-AA1D-5155425E5A1D}" dt="2024-04-11T14:12:27.050" v="211"/>
          <ac:spMkLst>
            <pc:docMk/>
            <pc:sldMk cId="262660988" sldId="269"/>
            <ac:spMk id="2" creationId="{446998AF-A955-4A68-90EE-0E71913CB451}"/>
          </ac:spMkLst>
        </pc:spChg>
      </pc:sldChg>
      <pc:sldChg chg="addSp delSp modSp new mod modClrScheme chgLayout">
        <pc:chgData name="林俊杰" userId="dcfdc803-95d8-409b-8404-351632be86e2" providerId="ADAL" clId="{5E815B71-E35A-4B8F-AA1D-5155425E5A1D}" dt="2024-04-11T14:19:59.699" v="341"/>
        <pc:sldMkLst>
          <pc:docMk/>
          <pc:sldMk cId="3695278652" sldId="270"/>
        </pc:sldMkLst>
        <pc:spChg chg="del mod ord">
          <ac:chgData name="林俊杰" userId="dcfdc803-95d8-409b-8404-351632be86e2" providerId="ADAL" clId="{5E815B71-E35A-4B8F-AA1D-5155425E5A1D}" dt="2024-04-11T14:15:49.944" v="324" actId="700"/>
          <ac:spMkLst>
            <pc:docMk/>
            <pc:sldMk cId="3695278652" sldId="270"/>
            <ac:spMk id="2" creationId="{EB62EBE3-88D5-40F6-AB2A-780DA45EEFA8}"/>
          </ac:spMkLst>
        </pc:spChg>
        <pc:spChg chg="del mod ord">
          <ac:chgData name="林俊杰" userId="dcfdc803-95d8-409b-8404-351632be86e2" providerId="ADAL" clId="{5E815B71-E35A-4B8F-AA1D-5155425E5A1D}" dt="2024-04-11T14:15:49.944" v="324" actId="700"/>
          <ac:spMkLst>
            <pc:docMk/>
            <pc:sldMk cId="3695278652" sldId="270"/>
            <ac:spMk id="3" creationId="{9FE77712-3C05-4071-8BE0-E987352A8713}"/>
          </ac:spMkLst>
        </pc:spChg>
        <pc:spChg chg="del">
          <ac:chgData name="林俊杰" userId="dcfdc803-95d8-409b-8404-351632be86e2" providerId="ADAL" clId="{5E815B71-E35A-4B8F-AA1D-5155425E5A1D}" dt="2024-04-11T14:15:49.944" v="324" actId="700"/>
          <ac:spMkLst>
            <pc:docMk/>
            <pc:sldMk cId="3695278652" sldId="270"/>
            <ac:spMk id="4" creationId="{D0C651C4-C47B-4D99-93C3-8FD4F913EF1B}"/>
          </ac:spMkLst>
        </pc:spChg>
        <pc:spChg chg="add mod ord">
          <ac:chgData name="林俊杰" userId="dcfdc803-95d8-409b-8404-351632be86e2" providerId="ADAL" clId="{5E815B71-E35A-4B8F-AA1D-5155425E5A1D}" dt="2024-04-11T14:19:59.699" v="341"/>
          <ac:spMkLst>
            <pc:docMk/>
            <pc:sldMk cId="3695278652" sldId="270"/>
            <ac:spMk id="5" creationId="{0F3F9E0A-89B2-4444-B47F-6F9881B9B7D9}"/>
          </ac:spMkLst>
        </pc:spChg>
        <pc:spChg chg="add mod ord">
          <ac:chgData name="林俊杰" userId="dcfdc803-95d8-409b-8404-351632be86e2" providerId="ADAL" clId="{5E815B71-E35A-4B8F-AA1D-5155425E5A1D}" dt="2024-04-11T14:15:51.505" v="325"/>
          <ac:spMkLst>
            <pc:docMk/>
            <pc:sldMk cId="3695278652" sldId="270"/>
            <ac:spMk id="6" creationId="{4E8759BC-F109-4C2E-81B5-99ECECD3789B}"/>
          </ac:spMkLst>
        </pc:spChg>
      </pc:sldChg>
      <pc:sldChg chg="addSp delSp modSp new mod chgLayout">
        <pc:chgData name="林俊杰" userId="dcfdc803-95d8-409b-8404-351632be86e2" providerId="ADAL" clId="{5E815B71-E35A-4B8F-AA1D-5155425E5A1D}" dt="2024-04-11T14:46:48.868" v="534" actId="1076"/>
        <pc:sldMkLst>
          <pc:docMk/>
          <pc:sldMk cId="3021881975" sldId="271"/>
        </pc:sldMkLst>
        <pc:spChg chg="mod ord">
          <ac:chgData name="林俊杰" userId="dcfdc803-95d8-409b-8404-351632be86e2" providerId="ADAL" clId="{5E815B71-E35A-4B8F-AA1D-5155425E5A1D}" dt="2024-04-11T14:43:35.984" v="461" actId="6264"/>
          <ac:spMkLst>
            <pc:docMk/>
            <pc:sldMk cId="3021881975" sldId="271"/>
            <ac:spMk id="2" creationId="{96BEF785-0530-4E87-9849-F5FA3D59B5C9}"/>
          </ac:spMkLst>
        </pc:spChg>
        <pc:spChg chg="mod ord">
          <ac:chgData name="林俊杰" userId="dcfdc803-95d8-409b-8404-351632be86e2" providerId="ADAL" clId="{5E815B71-E35A-4B8F-AA1D-5155425E5A1D}" dt="2024-04-11T14:44:03.253" v="481"/>
          <ac:spMkLst>
            <pc:docMk/>
            <pc:sldMk cId="3021881975" sldId="271"/>
            <ac:spMk id="3" creationId="{4DC070A3-0D03-4706-9D2E-E630A26523DB}"/>
          </ac:spMkLst>
        </pc:spChg>
        <pc:spChg chg="add del mod">
          <ac:chgData name="林俊杰" userId="dcfdc803-95d8-409b-8404-351632be86e2" providerId="ADAL" clId="{5E815B71-E35A-4B8F-AA1D-5155425E5A1D}" dt="2024-04-11T14:46:23.251" v="528" actId="478"/>
          <ac:spMkLst>
            <pc:docMk/>
            <pc:sldMk cId="3021881975" sldId="271"/>
            <ac:spMk id="5" creationId="{AE42FFBD-0E10-429C-A6FF-7B1BC951FBF0}"/>
          </ac:spMkLst>
        </pc:spChg>
        <pc:spChg chg="add del mod">
          <ac:chgData name="林俊杰" userId="dcfdc803-95d8-409b-8404-351632be86e2" providerId="ADAL" clId="{5E815B71-E35A-4B8F-AA1D-5155425E5A1D}" dt="2024-04-11T14:43:35.984" v="461" actId="6264"/>
          <ac:spMkLst>
            <pc:docMk/>
            <pc:sldMk cId="3021881975" sldId="271"/>
            <ac:spMk id="6" creationId="{C7C90804-7595-45F2-A091-F7A8CF22AAD3}"/>
          </ac:spMkLst>
        </pc:spChg>
        <pc:spChg chg="add del mod">
          <ac:chgData name="林俊杰" userId="dcfdc803-95d8-409b-8404-351632be86e2" providerId="ADAL" clId="{5E815B71-E35A-4B8F-AA1D-5155425E5A1D}" dt="2024-04-11T14:43:35.984" v="461" actId="6264"/>
          <ac:spMkLst>
            <pc:docMk/>
            <pc:sldMk cId="3021881975" sldId="271"/>
            <ac:spMk id="7" creationId="{ADCE6FD5-604D-49AC-9C77-6892D9D5C946}"/>
          </ac:spMkLst>
        </pc:spChg>
        <pc:spChg chg="add mod">
          <ac:chgData name="林俊杰" userId="dcfdc803-95d8-409b-8404-351632be86e2" providerId="ADAL" clId="{5E815B71-E35A-4B8F-AA1D-5155425E5A1D}" dt="2024-04-11T14:46:48.868" v="534" actId="1076"/>
          <ac:spMkLst>
            <pc:docMk/>
            <pc:sldMk cId="3021881975" sldId="271"/>
            <ac:spMk id="9" creationId="{1920DF7C-6373-4C40-91D9-A61A1EDD8426}"/>
          </ac:spMkLst>
        </pc:spChg>
      </pc:sldChg>
      <pc:sldChg chg="addSp modSp new mod">
        <pc:chgData name="林俊杰" userId="dcfdc803-95d8-409b-8404-351632be86e2" providerId="ADAL" clId="{5E815B71-E35A-4B8F-AA1D-5155425E5A1D}" dt="2024-04-11T14:51:55.503" v="803" actId="14100"/>
        <pc:sldMkLst>
          <pc:docMk/>
          <pc:sldMk cId="1892011921" sldId="272"/>
        </pc:sldMkLst>
        <pc:spChg chg="mod">
          <ac:chgData name="林俊杰" userId="dcfdc803-95d8-409b-8404-351632be86e2" providerId="ADAL" clId="{5E815B71-E35A-4B8F-AA1D-5155425E5A1D}" dt="2024-04-11T14:45:11.053" v="484"/>
          <ac:spMkLst>
            <pc:docMk/>
            <pc:sldMk cId="1892011921" sldId="272"/>
            <ac:spMk id="2" creationId="{FB247C64-CE0B-4A01-86CA-3F20D522BBE1}"/>
          </ac:spMkLst>
        </pc:spChg>
        <pc:spChg chg="mod">
          <ac:chgData name="林俊杰" userId="dcfdc803-95d8-409b-8404-351632be86e2" providerId="ADAL" clId="{5E815B71-E35A-4B8F-AA1D-5155425E5A1D}" dt="2024-04-11T14:51:40.916" v="801"/>
          <ac:spMkLst>
            <pc:docMk/>
            <pc:sldMk cId="1892011921" sldId="272"/>
            <ac:spMk id="3" creationId="{7151A494-F6FB-4590-A65C-0EFED8656229}"/>
          </ac:spMkLst>
        </pc:spChg>
        <pc:spChg chg="add mod">
          <ac:chgData name="林俊杰" userId="dcfdc803-95d8-409b-8404-351632be86e2" providerId="ADAL" clId="{5E815B71-E35A-4B8F-AA1D-5155425E5A1D}" dt="2024-04-11T14:51:55.503" v="803" actId="14100"/>
          <ac:spMkLst>
            <pc:docMk/>
            <pc:sldMk cId="1892011921" sldId="272"/>
            <ac:spMk id="5" creationId="{78201805-42E1-452E-95D0-BAC6754C6762}"/>
          </ac:spMkLst>
        </pc:spChg>
      </pc:sldChg>
      <pc:sldChg chg="addSp delSp modSp new mod">
        <pc:chgData name="林俊杰" userId="dcfdc803-95d8-409b-8404-351632be86e2" providerId="ADAL" clId="{5E815B71-E35A-4B8F-AA1D-5155425E5A1D}" dt="2024-04-11T14:59:16.994" v="1019" actId="20577"/>
        <pc:sldMkLst>
          <pc:docMk/>
          <pc:sldMk cId="2026011676" sldId="273"/>
        </pc:sldMkLst>
        <pc:spChg chg="mod">
          <ac:chgData name="林俊杰" userId="dcfdc803-95d8-409b-8404-351632be86e2" providerId="ADAL" clId="{5E815B71-E35A-4B8F-AA1D-5155425E5A1D}" dt="2024-04-11T14:52:11.352" v="805"/>
          <ac:spMkLst>
            <pc:docMk/>
            <pc:sldMk cId="2026011676" sldId="273"/>
            <ac:spMk id="2" creationId="{B4608580-B0AF-42CB-8383-24EDE5E55D1D}"/>
          </ac:spMkLst>
        </pc:spChg>
        <pc:spChg chg="mod">
          <ac:chgData name="林俊杰" userId="dcfdc803-95d8-409b-8404-351632be86e2" providerId="ADAL" clId="{5E815B71-E35A-4B8F-AA1D-5155425E5A1D}" dt="2024-04-11T14:59:16.994" v="1019" actId="20577"/>
          <ac:spMkLst>
            <pc:docMk/>
            <pc:sldMk cId="2026011676" sldId="273"/>
            <ac:spMk id="3" creationId="{A9C5EFC6-308F-4E19-AC36-76D8509B046E}"/>
          </ac:spMkLst>
        </pc:spChg>
        <pc:spChg chg="add del">
          <ac:chgData name="林俊杰" userId="dcfdc803-95d8-409b-8404-351632be86e2" providerId="ADAL" clId="{5E815B71-E35A-4B8F-AA1D-5155425E5A1D}" dt="2024-04-11T14:54:18.708" v="835" actId="22"/>
          <ac:spMkLst>
            <pc:docMk/>
            <pc:sldMk cId="2026011676" sldId="273"/>
            <ac:spMk id="5" creationId="{3B0C7BB3-6215-4414-B2D2-0B5320F8BEE9}"/>
          </ac:spMkLst>
        </pc:spChg>
        <pc:spChg chg="add del mod">
          <ac:chgData name="林俊杰" userId="dcfdc803-95d8-409b-8404-351632be86e2" providerId="ADAL" clId="{5E815B71-E35A-4B8F-AA1D-5155425E5A1D}" dt="2024-04-11T14:56:26.033" v="846" actId="478"/>
          <ac:spMkLst>
            <pc:docMk/>
            <pc:sldMk cId="2026011676" sldId="273"/>
            <ac:spMk id="7" creationId="{5F97D7EE-9D99-45E1-87D6-91F5D42D9F06}"/>
          </ac:spMkLst>
        </pc:spChg>
        <pc:spChg chg="add mod">
          <ac:chgData name="林俊杰" userId="dcfdc803-95d8-409b-8404-351632be86e2" providerId="ADAL" clId="{5E815B71-E35A-4B8F-AA1D-5155425E5A1D}" dt="2024-04-11T14:57:03.002" v="855" actId="1076"/>
          <ac:spMkLst>
            <pc:docMk/>
            <pc:sldMk cId="2026011676" sldId="273"/>
            <ac:spMk id="9" creationId="{B718127B-4A83-48AB-A2EB-D1262CAB4752}"/>
          </ac:spMkLst>
        </pc:spChg>
      </pc:sldChg>
      <pc:sldChg chg="modSp new mod">
        <pc:chgData name="林俊杰" userId="dcfdc803-95d8-409b-8404-351632be86e2" providerId="ADAL" clId="{5E815B71-E35A-4B8F-AA1D-5155425E5A1D}" dt="2024-04-11T14:59:24.394" v="1021"/>
        <pc:sldMkLst>
          <pc:docMk/>
          <pc:sldMk cId="1495732828" sldId="274"/>
        </pc:sldMkLst>
        <pc:spChg chg="mod">
          <ac:chgData name="林俊杰" userId="dcfdc803-95d8-409b-8404-351632be86e2" providerId="ADAL" clId="{5E815B71-E35A-4B8F-AA1D-5155425E5A1D}" dt="2024-04-11T14:59:24.394" v="1021"/>
          <ac:spMkLst>
            <pc:docMk/>
            <pc:sldMk cId="1495732828" sldId="274"/>
            <ac:spMk id="2" creationId="{5C2172C6-8FC2-452E-BBC3-8F4FF2FBA0D2}"/>
          </ac:spMkLst>
        </pc:spChg>
      </pc:sldChg>
    </pc:docChg>
  </pc:docChgLst>
  <pc:docChgLst>
    <pc:chgData name="林俊杰" userId="dcfdc803-95d8-409b-8404-351632be86e2" providerId="ADAL" clId="{0AF8BEC3-0D60-334D-AE9C-898476832B8B}"/>
    <pc:docChg chg="undo custSel addSld delSld modSld">
      <pc:chgData name="林俊杰" userId="dcfdc803-95d8-409b-8404-351632be86e2" providerId="ADAL" clId="{0AF8BEC3-0D60-334D-AE9C-898476832B8B}" dt="2024-04-12T05:16:17.831" v="2213" actId="1076"/>
      <pc:docMkLst>
        <pc:docMk/>
      </pc:docMkLst>
      <pc:sldChg chg="modSp mod">
        <pc:chgData name="林俊杰" userId="dcfdc803-95d8-409b-8404-351632be86e2" providerId="ADAL" clId="{0AF8BEC3-0D60-334D-AE9C-898476832B8B}" dt="2024-04-12T04:47:46.800" v="1189"/>
        <pc:sldMkLst>
          <pc:docMk/>
          <pc:sldMk cId="3090313998" sldId="267"/>
        </pc:sldMkLst>
        <pc:spChg chg="mod">
          <ac:chgData name="林俊杰" userId="dcfdc803-95d8-409b-8404-351632be86e2" providerId="ADAL" clId="{0AF8BEC3-0D60-334D-AE9C-898476832B8B}" dt="2024-04-12T04:47:46.800" v="1189"/>
          <ac:spMkLst>
            <pc:docMk/>
            <pc:sldMk cId="3090313998" sldId="267"/>
            <ac:spMk id="2" creationId="{BC1A9B2E-9DD1-46EC-BDA2-1E8DCD46D6D6}"/>
          </ac:spMkLst>
        </pc:spChg>
        <pc:spChg chg="mod">
          <ac:chgData name="林俊杰" userId="dcfdc803-95d8-409b-8404-351632be86e2" providerId="ADAL" clId="{0AF8BEC3-0D60-334D-AE9C-898476832B8B}" dt="2024-04-12T04:47:21.064" v="1177" actId="20577"/>
          <ac:spMkLst>
            <pc:docMk/>
            <pc:sldMk cId="3090313998" sldId="267"/>
            <ac:spMk id="3" creationId="{E74FE25F-A715-4F43-99C2-106FFBB41EBB}"/>
          </ac:spMkLst>
        </pc:spChg>
      </pc:sldChg>
      <pc:sldChg chg="addSp delSp modSp mod">
        <pc:chgData name="林俊杰" userId="dcfdc803-95d8-409b-8404-351632be86e2" providerId="ADAL" clId="{0AF8BEC3-0D60-334D-AE9C-898476832B8B}" dt="2024-04-12T04:34:28.968" v="404" actId="1076"/>
        <pc:sldMkLst>
          <pc:docMk/>
          <pc:sldMk cId="1495732828" sldId="274"/>
        </pc:sldMkLst>
        <pc:spChg chg="mod">
          <ac:chgData name="林俊杰" userId="dcfdc803-95d8-409b-8404-351632be86e2" providerId="ADAL" clId="{0AF8BEC3-0D60-334D-AE9C-898476832B8B}" dt="2024-04-12T04:34:25.595" v="403" actId="20577"/>
          <ac:spMkLst>
            <pc:docMk/>
            <pc:sldMk cId="1495732828" sldId="274"/>
            <ac:spMk id="3" creationId="{9AF0A845-4940-4049-9A2F-9E8CE54645F7}"/>
          </ac:spMkLst>
        </pc:spChg>
        <pc:spChg chg="add del mod">
          <ac:chgData name="林俊杰" userId="dcfdc803-95d8-409b-8404-351632be86e2" providerId="ADAL" clId="{0AF8BEC3-0D60-334D-AE9C-898476832B8B}" dt="2024-04-12T04:29:15.648" v="44" actId="22"/>
          <ac:spMkLst>
            <pc:docMk/>
            <pc:sldMk cId="1495732828" sldId="274"/>
            <ac:spMk id="5" creationId="{81DB99C6-F780-EC35-4801-20B9EB8DBB40}"/>
          </ac:spMkLst>
        </pc:spChg>
        <pc:spChg chg="add del mod">
          <ac:chgData name="林俊杰" userId="dcfdc803-95d8-409b-8404-351632be86e2" providerId="ADAL" clId="{0AF8BEC3-0D60-334D-AE9C-898476832B8B}" dt="2024-04-12T04:29:29.622" v="48" actId="478"/>
          <ac:spMkLst>
            <pc:docMk/>
            <pc:sldMk cId="1495732828" sldId="274"/>
            <ac:spMk id="7" creationId="{0ECC439C-BEA7-483A-F46A-8DAEA768BF76}"/>
          </ac:spMkLst>
        </pc:spChg>
        <pc:spChg chg="add mod">
          <ac:chgData name="林俊杰" userId="dcfdc803-95d8-409b-8404-351632be86e2" providerId="ADAL" clId="{0AF8BEC3-0D60-334D-AE9C-898476832B8B}" dt="2024-04-12T04:34:28.968" v="404" actId="1076"/>
          <ac:spMkLst>
            <pc:docMk/>
            <pc:sldMk cId="1495732828" sldId="274"/>
            <ac:spMk id="9" creationId="{A996C68A-B801-0AA9-24FB-1873EAA0A6A0}"/>
          </ac:spMkLst>
        </pc:spChg>
      </pc:sldChg>
      <pc:sldChg chg="addSp modSp new mod">
        <pc:chgData name="林俊杰" userId="dcfdc803-95d8-409b-8404-351632be86e2" providerId="ADAL" clId="{0AF8BEC3-0D60-334D-AE9C-898476832B8B}" dt="2024-04-12T04:36:59.974" v="602" actId="1076"/>
        <pc:sldMkLst>
          <pc:docMk/>
          <pc:sldMk cId="3399079091" sldId="275"/>
        </pc:sldMkLst>
        <pc:spChg chg="mod">
          <ac:chgData name="林俊杰" userId="dcfdc803-95d8-409b-8404-351632be86e2" providerId="ADAL" clId="{0AF8BEC3-0D60-334D-AE9C-898476832B8B}" dt="2024-04-12T04:34:51.547" v="406"/>
          <ac:spMkLst>
            <pc:docMk/>
            <pc:sldMk cId="3399079091" sldId="275"/>
            <ac:spMk id="2" creationId="{F0EF7F79-88F0-CFE5-C604-31433F886AC0}"/>
          </ac:spMkLst>
        </pc:spChg>
        <pc:spChg chg="mod">
          <ac:chgData name="林俊杰" userId="dcfdc803-95d8-409b-8404-351632be86e2" providerId="ADAL" clId="{0AF8BEC3-0D60-334D-AE9C-898476832B8B}" dt="2024-04-12T04:36:57" v="601" actId="20577"/>
          <ac:spMkLst>
            <pc:docMk/>
            <pc:sldMk cId="3399079091" sldId="275"/>
            <ac:spMk id="3" creationId="{099DC758-448C-33DB-18C9-30BE247E70FC}"/>
          </ac:spMkLst>
        </pc:spChg>
        <pc:spChg chg="add mod">
          <ac:chgData name="林俊杰" userId="dcfdc803-95d8-409b-8404-351632be86e2" providerId="ADAL" clId="{0AF8BEC3-0D60-334D-AE9C-898476832B8B}" dt="2024-04-12T04:36:59.974" v="602" actId="1076"/>
          <ac:spMkLst>
            <pc:docMk/>
            <pc:sldMk cId="3399079091" sldId="275"/>
            <ac:spMk id="5" creationId="{D69878B1-6813-6A71-A305-DB359340BA6D}"/>
          </ac:spMkLst>
        </pc:spChg>
      </pc:sldChg>
      <pc:sldChg chg="addSp delSp modSp new mod">
        <pc:chgData name="林俊杰" userId="dcfdc803-95d8-409b-8404-351632be86e2" providerId="ADAL" clId="{0AF8BEC3-0D60-334D-AE9C-898476832B8B}" dt="2024-04-12T04:40:39.069" v="1002" actId="20577"/>
        <pc:sldMkLst>
          <pc:docMk/>
          <pc:sldMk cId="3425327113" sldId="276"/>
        </pc:sldMkLst>
        <pc:spChg chg="mod">
          <ac:chgData name="林俊杰" userId="dcfdc803-95d8-409b-8404-351632be86e2" providerId="ADAL" clId="{0AF8BEC3-0D60-334D-AE9C-898476832B8B}" dt="2024-04-12T04:39:12.242" v="684" actId="404"/>
          <ac:spMkLst>
            <pc:docMk/>
            <pc:sldMk cId="3425327113" sldId="276"/>
            <ac:spMk id="2" creationId="{8727F56C-E4E8-2568-C653-14DBF072B22E}"/>
          </ac:spMkLst>
        </pc:spChg>
        <pc:spChg chg="mod">
          <ac:chgData name="林俊杰" userId="dcfdc803-95d8-409b-8404-351632be86e2" providerId="ADAL" clId="{0AF8BEC3-0D60-334D-AE9C-898476832B8B}" dt="2024-04-12T04:40:39.069" v="1002" actId="20577"/>
          <ac:spMkLst>
            <pc:docMk/>
            <pc:sldMk cId="3425327113" sldId="276"/>
            <ac:spMk id="3" creationId="{2AF8A936-9256-7F9C-D7C1-FA82AFD9600B}"/>
          </ac:spMkLst>
        </pc:spChg>
        <pc:spChg chg="add del">
          <ac:chgData name="林俊杰" userId="dcfdc803-95d8-409b-8404-351632be86e2" providerId="ADAL" clId="{0AF8BEC3-0D60-334D-AE9C-898476832B8B}" dt="2024-04-12T04:37:49.638" v="606" actId="22"/>
          <ac:spMkLst>
            <pc:docMk/>
            <pc:sldMk cId="3425327113" sldId="276"/>
            <ac:spMk id="5" creationId="{5801E67C-DA2B-0FFD-816C-3C08C253E937}"/>
          </ac:spMkLst>
        </pc:spChg>
        <pc:spChg chg="add mod">
          <ac:chgData name="林俊杰" userId="dcfdc803-95d8-409b-8404-351632be86e2" providerId="ADAL" clId="{0AF8BEC3-0D60-334D-AE9C-898476832B8B}" dt="2024-04-12T04:38:49.427" v="667" actId="1076"/>
          <ac:spMkLst>
            <pc:docMk/>
            <pc:sldMk cId="3425327113" sldId="276"/>
            <ac:spMk id="7" creationId="{097E75BD-E875-176E-FD7A-D6C3EBB5A869}"/>
          </ac:spMkLst>
        </pc:spChg>
      </pc:sldChg>
      <pc:sldChg chg="addSp modSp new mod">
        <pc:chgData name="林俊杰" userId="dcfdc803-95d8-409b-8404-351632be86e2" providerId="ADAL" clId="{0AF8BEC3-0D60-334D-AE9C-898476832B8B}" dt="2024-04-12T04:57:55.300" v="1446" actId="20577"/>
        <pc:sldMkLst>
          <pc:docMk/>
          <pc:sldMk cId="2301522196" sldId="277"/>
        </pc:sldMkLst>
        <pc:spChg chg="mod">
          <ac:chgData name="林俊杰" userId="dcfdc803-95d8-409b-8404-351632be86e2" providerId="ADAL" clId="{0AF8BEC3-0D60-334D-AE9C-898476832B8B}" dt="2024-04-12T04:48:14.697" v="1190"/>
          <ac:spMkLst>
            <pc:docMk/>
            <pc:sldMk cId="2301522196" sldId="277"/>
            <ac:spMk id="2" creationId="{83254A35-290C-5A22-94C2-9305847EEA12}"/>
          </ac:spMkLst>
        </pc:spChg>
        <pc:spChg chg="mod">
          <ac:chgData name="林俊杰" userId="dcfdc803-95d8-409b-8404-351632be86e2" providerId="ADAL" clId="{0AF8BEC3-0D60-334D-AE9C-898476832B8B}" dt="2024-04-12T04:57:55.300" v="1446" actId="20577"/>
          <ac:spMkLst>
            <pc:docMk/>
            <pc:sldMk cId="2301522196" sldId="277"/>
            <ac:spMk id="3" creationId="{6D76AF67-2E8E-EA0D-849C-88AF2B76FF42}"/>
          </ac:spMkLst>
        </pc:spChg>
        <pc:spChg chg="add mod">
          <ac:chgData name="林俊杰" userId="dcfdc803-95d8-409b-8404-351632be86e2" providerId="ADAL" clId="{0AF8BEC3-0D60-334D-AE9C-898476832B8B}" dt="2024-04-12T04:56:00.839" v="1305" actId="208"/>
          <ac:spMkLst>
            <pc:docMk/>
            <pc:sldMk cId="2301522196" sldId="277"/>
            <ac:spMk id="5" creationId="{24C0E367-86BE-608C-BA8D-52109D7E62F9}"/>
          </ac:spMkLst>
        </pc:spChg>
        <pc:picChg chg="add mod">
          <ac:chgData name="林俊杰" userId="dcfdc803-95d8-409b-8404-351632be86e2" providerId="ADAL" clId="{0AF8BEC3-0D60-334D-AE9C-898476832B8B}" dt="2024-04-12T04:57:25.400" v="1354" actId="208"/>
          <ac:picMkLst>
            <pc:docMk/>
            <pc:sldMk cId="2301522196" sldId="277"/>
            <ac:picMk id="6" creationId="{3A4F92F3-42C2-A49B-8833-E3D5CF6F6F60}"/>
          </ac:picMkLst>
        </pc:picChg>
      </pc:sldChg>
      <pc:sldChg chg="addSp delSp modSp new mod chgLayout">
        <pc:chgData name="林俊杰" userId="dcfdc803-95d8-409b-8404-351632be86e2" providerId="ADAL" clId="{0AF8BEC3-0D60-334D-AE9C-898476832B8B}" dt="2024-04-12T05:04:36.175" v="1644" actId="27636"/>
        <pc:sldMkLst>
          <pc:docMk/>
          <pc:sldMk cId="2602701946" sldId="278"/>
        </pc:sldMkLst>
        <pc:spChg chg="mod ord">
          <ac:chgData name="林俊杰" userId="dcfdc803-95d8-409b-8404-351632be86e2" providerId="ADAL" clId="{0AF8BEC3-0D60-334D-AE9C-898476832B8B}" dt="2024-04-12T05:04:09.924" v="1613" actId="6264"/>
          <ac:spMkLst>
            <pc:docMk/>
            <pc:sldMk cId="2602701946" sldId="278"/>
            <ac:spMk id="2" creationId="{536A1BA6-056E-9F3A-0B8B-46DA094047A6}"/>
          </ac:spMkLst>
        </pc:spChg>
        <pc:spChg chg="mod ord">
          <ac:chgData name="林俊杰" userId="dcfdc803-95d8-409b-8404-351632be86e2" providerId="ADAL" clId="{0AF8BEC3-0D60-334D-AE9C-898476832B8B}" dt="2024-04-12T05:04:36.175" v="1644" actId="27636"/>
          <ac:spMkLst>
            <pc:docMk/>
            <pc:sldMk cId="2602701946" sldId="278"/>
            <ac:spMk id="3" creationId="{7AF39B7D-66E1-2F62-C9F8-8468AC2501F4}"/>
          </ac:spMkLst>
        </pc:spChg>
        <pc:spChg chg="add del">
          <ac:chgData name="林俊杰" userId="dcfdc803-95d8-409b-8404-351632be86e2" providerId="ADAL" clId="{0AF8BEC3-0D60-334D-AE9C-898476832B8B}" dt="2024-04-12T05:02:01.521" v="1483" actId="22"/>
          <ac:spMkLst>
            <pc:docMk/>
            <pc:sldMk cId="2602701946" sldId="278"/>
            <ac:spMk id="5" creationId="{A2FFA6B4-B185-621F-E7B7-3FBB3C9D013C}"/>
          </ac:spMkLst>
        </pc:spChg>
        <pc:spChg chg="add del mod">
          <ac:chgData name="林俊杰" userId="dcfdc803-95d8-409b-8404-351632be86e2" providerId="ADAL" clId="{0AF8BEC3-0D60-334D-AE9C-898476832B8B}" dt="2024-04-12T05:04:09.924" v="1613" actId="6264"/>
          <ac:spMkLst>
            <pc:docMk/>
            <pc:sldMk cId="2602701946" sldId="278"/>
            <ac:spMk id="6" creationId="{E07B2925-B9A3-4CF5-CFA2-3578565DF647}"/>
          </ac:spMkLst>
        </pc:spChg>
        <pc:spChg chg="add del mod">
          <ac:chgData name="林俊杰" userId="dcfdc803-95d8-409b-8404-351632be86e2" providerId="ADAL" clId="{0AF8BEC3-0D60-334D-AE9C-898476832B8B}" dt="2024-04-12T05:04:09.924" v="1613" actId="6264"/>
          <ac:spMkLst>
            <pc:docMk/>
            <pc:sldMk cId="2602701946" sldId="278"/>
            <ac:spMk id="7" creationId="{04896BD9-A500-F81F-4227-86F66EADBA1F}"/>
          </ac:spMkLst>
        </pc:spChg>
        <pc:picChg chg="add mod">
          <ac:chgData name="林俊杰" userId="dcfdc803-95d8-409b-8404-351632be86e2" providerId="ADAL" clId="{0AF8BEC3-0D60-334D-AE9C-898476832B8B}" dt="2024-04-12T05:04:28.724" v="1619" actId="14100"/>
          <ac:picMkLst>
            <pc:docMk/>
            <pc:sldMk cId="2602701946" sldId="278"/>
            <ac:picMk id="1026" creationId="{6B250F63-DEEC-EE1F-83CC-4B20563250A8}"/>
          </ac:picMkLst>
        </pc:picChg>
      </pc:sldChg>
      <pc:sldChg chg="addSp modSp new mod">
        <pc:chgData name="林俊杰" userId="dcfdc803-95d8-409b-8404-351632be86e2" providerId="ADAL" clId="{0AF8BEC3-0D60-334D-AE9C-898476832B8B}" dt="2024-04-12T05:05:08.719" v="1652" actId="1076"/>
        <pc:sldMkLst>
          <pc:docMk/>
          <pc:sldMk cId="3878718277" sldId="279"/>
        </pc:sldMkLst>
        <pc:spChg chg="mod">
          <ac:chgData name="林俊杰" userId="dcfdc803-95d8-409b-8404-351632be86e2" providerId="ADAL" clId="{0AF8BEC3-0D60-334D-AE9C-898476832B8B}" dt="2024-04-12T05:04:47.863" v="1646"/>
          <ac:spMkLst>
            <pc:docMk/>
            <pc:sldMk cId="3878718277" sldId="279"/>
            <ac:spMk id="2" creationId="{FAF1C059-5AE8-A211-112F-C443AD5072D8}"/>
          </ac:spMkLst>
        </pc:spChg>
        <pc:picChg chg="add mod">
          <ac:chgData name="林俊杰" userId="dcfdc803-95d8-409b-8404-351632be86e2" providerId="ADAL" clId="{0AF8BEC3-0D60-334D-AE9C-898476832B8B}" dt="2024-04-12T05:05:08.719" v="1652" actId="1076"/>
          <ac:picMkLst>
            <pc:docMk/>
            <pc:sldMk cId="3878718277" sldId="279"/>
            <ac:picMk id="2050" creationId="{8E014708-5F89-2E11-A34F-DA661D60B3E7}"/>
          </ac:picMkLst>
        </pc:picChg>
      </pc:sldChg>
      <pc:sldChg chg="addSp modSp new mod">
        <pc:chgData name="林俊杰" userId="dcfdc803-95d8-409b-8404-351632be86e2" providerId="ADAL" clId="{0AF8BEC3-0D60-334D-AE9C-898476832B8B}" dt="2024-04-12T05:12:36.677" v="1983" actId="20577"/>
        <pc:sldMkLst>
          <pc:docMk/>
          <pc:sldMk cId="2916823359" sldId="280"/>
        </pc:sldMkLst>
        <pc:spChg chg="mod">
          <ac:chgData name="林俊杰" userId="dcfdc803-95d8-409b-8404-351632be86e2" providerId="ADAL" clId="{0AF8BEC3-0D60-334D-AE9C-898476832B8B}" dt="2024-04-12T05:05:53.012" v="1654"/>
          <ac:spMkLst>
            <pc:docMk/>
            <pc:sldMk cId="2916823359" sldId="280"/>
            <ac:spMk id="2" creationId="{E5122CA9-0586-CE8F-CF08-B76A3C5083F3}"/>
          </ac:spMkLst>
        </pc:spChg>
        <pc:spChg chg="mod">
          <ac:chgData name="林俊杰" userId="dcfdc803-95d8-409b-8404-351632be86e2" providerId="ADAL" clId="{0AF8BEC3-0D60-334D-AE9C-898476832B8B}" dt="2024-04-12T05:12:36.677" v="1983" actId="20577"/>
          <ac:spMkLst>
            <pc:docMk/>
            <pc:sldMk cId="2916823359" sldId="280"/>
            <ac:spMk id="3" creationId="{42C22525-791A-5F7B-BD36-A2960BED3493}"/>
          </ac:spMkLst>
        </pc:spChg>
        <pc:spChg chg="add mod">
          <ac:chgData name="林俊杰" userId="dcfdc803-95d8-409b-8404-351632be86e2" providerId="ADAL" clId="{0AF8BEC3-0D60-334D-AE9C-898476832B8B}" dt="2024-04-12T05:11:42.426" v="1833" actId="14100"/>
          <ac:spMkLst>
            <pc:docMk/>
            <pc:sldMk cId="2916823359" sldId="280"/>
            <ac:spMk id="5" creationId="{7E628194-A04C-D63C-5CC1-B30B347FE1CF}"/>
          </ac:spMkLst>
        </pc:spChg>
      </pc:sldChg>
      <pc:sldChg chg="addSp delSp modSp new mod">
        <pc:chgData name="林俊杰" userId="dcfdc803-95d8-409b-8404-351632be86e2" providerId="ADAL" clId="{0AF8BEC3-0D60-334D-AE9C-898476832B8B}" dt="2024-04-12T05:15:38.234" v="2206" actId="208"/>
        <pc:sldMkLst>
          <pc:docMk/>
          <pc:sldMk cId="499516996" sldId="281"/>
        </pc:sldMkLst>
        <pc:spChg chg="mod">
          <ac:chgData name="林俊杰" userId="dcfdc803-95d8-409b-8404-351632be86e2" providerId="ADAL" clId="{0AF8BEC3-0D60-334D-AE9C-898476832B8B}" dt="2024-04-12T05:14:01.356" v="2010"/>
          <ac:spMkLst>
            <pc:docMk/>
            <pc:sldMk cId="499516996" sldId="281"/>
            <ac:spMk id="2" creationId="{1895D0BE-E890-C815-1EC0-F7818C7FC09C}"/>
          </ac:spMkLst>
        </pc:spChg>
        <pc:spChg chg="mod">
          <ac:chgData name="林俊杰" userId="dcfdc803-95d8-409b-8404-351632be86e2" providerId="ADAL" clId="{0AF8BEC3-0D60-334D-AE9C-898476832B8B}" dt="2024-04-12T05:14:57.339" v="2200" actId="20577"/>
          <ac:spMkLst>
            <pc:docMk/>
            <pc:sldMk cId="499516996" sldId="281"/>
            <ac:spMk id="3" creationId="{5E99F1CE-0289-90E0-0AE3-3F5CCB7694C3}"/>
          </ac:spMkLst>
        </pc:spChg>
        <pc:spChg chg="add del">
          <ac:chgData name="林俊杰" userId="dcfdc803-95d8-409b-8404-351632be86e2" providerId="ADAL" clId="{0AF8BEC3-0D60-334D-AE9C-898476832B8B}" dt="2024-04-12T05:15:23.920" v="2202" actId="22"/>
          <ac:spMkLst>
            <pc:docMk/>
            <pc:sldMk cId="499516996" sldId="281"/>
            <ac:spMk id="5" creationId="{9DD85835-D53A-BE4F-0B51-4672CE4F1376}"/>
          </ac:spMkLst>
        </pc:spChg>
        <pc:picChg chg="add mod">
          <ac:chgData name="林俊杰" userId="dcfdc803-95d8-409b-8404-351632be86e2" providerId="ADAL" clId="{0AF8BEC3-0D60-334D-AE9C-898476832B8B}" dt="2024-04-12T05:15:38.234" v="2206" actId="208"/>
          <ac:picMkLst>
            <pc:docMk/>
            <pc:sldMk cId="499516996" sldId="281"/>
            <ac:picMk id="6" creationId="{582B22C2-AE8F-0A71-33BC-2BC1ED14C020}"/>
          </ac:picMkLst>
        </pc:picChg>
      </pc:sldChg>
      <pc:sldChg chg="modSp new del mod">
        <pc:chgData name="林俊杰" userId="dcfdc803-95d8-409b-8404-351632be86e2" providerId="ADAL" clId="{0AF8BEC3-0D60-334D-AE9C-898476832B8B}" dt="2024-04-12T05:08:41.173" v="1698" actId="2696"/>
        <pc:sldMkLst>
          <pc:docMk/>
          <pc:sldMk cId="1284305680" sldId="281"/>
        </pc:sldMkLst>
        <pc:spChg chg="mod">
          <ac:chgData name="林俊杰" userId="dcfdc803-95d8-409b-8404-351632be86e2" providerId="ADAL" clId="{0AF8BEC3-0D60-334D-AE9C-898476832B8B}" dt="2024-04-12T05:07:45.968" v="1697"/>
          <ac:spMkLst>
            <pc:docMk/>
            <pc:sldMk cId="1284305680" sldId="281"/>
            <ac:spMk id="2" creationId="{FE53FC68-46EA-2E24-FD17-B038A55A069C}"/>
          </ac:spMkLst>
        </pc:spChg>
      </pc:sldChg>
      <pc:sldChg chg="addSp delSp modSp new mod modClrScheme chgLayout">
        <pc:chgData name="林俊杰" userId="dcfdc803-95d8-409b-8404-351632be86e2" providerId="ADAL" clId="{0AF8BEC3-0D60-334D-AE9C-898476832B8B}" dt="2024-04-12T05:16:17.831" v="2213" actId="1076"/>
        <pc:sldMkLst>
          <pc:docMk/>
          <pc:sldMk cId="2298010973" sldId="282"/>
        </pc:sldMkLst>
        <pc:spChg chg="del">
          <ac:chgData name="林俊杰" userId="dcfdc803-95d8-409b-8404-351632be86e2" providerId="ADAL" clId="{0AF8BEC3-0D60-334D-AE9C-898476832B8B}" dt="2024-04-12T05:16:12.406" v="2211" actId="700"/>
          <ac:spMkLst>
            <pc:docMk/>
            <pc:sldMk cId="2298010973" sldId="282"/>
            <ac:spMk id="2" creationId="{C8743E30-8031-21E5-2CF7-14F16C6BB523}"/>
          </ac:spMkLst>
        </pc:spChg>
        <pc:spChg chg="del">
          <ac:chgData name="林俊杰" userId="dcfdc803-95d8-409b-8404-351632be86e2" providerId="ADAL" clId="{0AF8BEC3-0D60-334D-AE9C-898476832B8B}" dt="2024-04-12T05:16:12.406" v="2211" actId="700"/>
          <ac:spMkLst>
            <pc:docMk/>
            <pc:sldMk cId="2298010973" sldId="282"/>
            <ac:spMk id="3" creationId="{AAF70235-B383-0F1A-4694-6DE908091DC4}"/>
          </ac:spMkLst>
        </pc:spChg>
        <pc:picChg chg="add mod modCrop">
          <ac:chgData name="林俊杰" userId="dcfdc803-95d8-409b-8404-351632be86e2" providerId="ADAL" clId="{0AF8BEC3-0D60-334D-AE9C-898476832B8B}" dt="2024-04-12T05:16:17.831" v="2213" actId="1076"/>
          <ac:picMkLst>
            <pc:docMk/>
            <pc:sldMk cId="2298010973" sldId="282"/>
            <ac:picMk id="4" creationId="{0087D62E-2876-B534-3B09-7BAB83B249B3}"/>
          </ac:picMkLst>
        </pc:picChg>
      </pc:sldChg>
    </pc:docChg>
  </pc:docChgLst>
  <pc:docChgLst>
    <pc:chgData name="林俊杰" userId="dcfdc803-95d8-409b-8404-351632be86e2" providerId="ADAL" clId="{ECDA4A77-275B-419D-B6AF-265EA621369A}"/>
    <pc:docChg chg="undo custSel addSld modSld">
      <pc:chgData name="林俊杰" userId="dcfdc803-95d8-409b-8404-351632be86e2" providerId="ADAL" clId="{ECDA4A77-275B-419D-B6AF-265EA621369A}" dt="2024-04-10T13:50:38.733" v="83"/>
      <pc:docMkLst>
        <pc:docMk/>
      </pc:docMkLst>
      <pc:sldChg chg="modSp mod">
        <pc:chgData name="林俊杰" userId="dcfdc803-95d8-409b-8404-351632be86e2" providerId="ADAL" clId="{ECDA4A77-275B-419D-B6AF-265EA621369A}" dt="2024-04-10T13:38:51.654" v="70"/>
        <pc:sldMkLst>
          <pc:docMk/>
          <pc:sldMk cId="2922964155" sldId="262"/>
        </pc:sldMkLst>
        <pc:spChg chg="mod">
          <ac:chgData name="林俊杰" userId="dcfdc803-95d8-409b-8404-351632be86e2" providerId="ADAL" clId="{ECDA4A77-275B-419D-B6AF-265EA621369A}" dt="2024-04-10T13:38:51.654" v="70"/>
          <ac:spMkLst>
            <pc:docMk/>
            <pc:sldMk cId="2922964155" sldId="262"/>
            <ac:spMk id="3" creationId="{9A80107C-382F-4889-B369-5CDDE03018FE}"/>
          </ac:spMkLst>
        </pc:spChg>
      </pc:sldChg>
      <pc:sldChg chg="modSp mod">
        <pc:chgData name="林俊杰" userId="dcfdc803-95d8-409b-8404-351632be86e2" providerId="ADAL" clId="{ECDA4A77-275B-419D-B6AF-265EA621369A}" dt="2024-04-10T13:31:56.195" v="5" actId="6549"/>
        <pc:sldMkLst>
          <pc:docMk/>
          <pc:sldMk cId="4262386898" sldId="263"/>
        </pc:sldMkLst>
        <pc:spChg chg="mod">
          <ac:chgData name="林俊杰" userId="dcfdc803-95d8-409b-8404-351632be86e2" providerId="ADAL" clId="{ECDA4A77-275B-419D-B6AF-265EA621369A}" dt="2024-04-10T13:31:56.195" v="5" actId="6549"/>
          <ac:spMkLst>
            <pc:docMk/>
            <pc:sldMk cId="4262386898" sldId="263"/>
            <ac:spMk id="3" creationId="{442C80B2-EF11-46B9-8270-AA212BE12FD7}"/>
          </ac:spMkLst>
        </pc:spChg>
      </pc:sldChg>
      <pc:sldChg chg="modSp mod">
        <pc:chgData name="林俊杰" userId="dcfdc803-95d8-409b-8404-351632be86e2" providerId="ADAL" clId="{ECDA4A77-275B-419D-B6AF-265EA621369A}" dt="2024-04-10T13:38:27.988" v="64"/>
        <pc:sldMkLst>
          <pc:docMk/>
          <pc:sldMk cId="3213658247" sldId="264"/>
        </pc:sldMkLst>
        <pc:spChg chg="mod">
          <ac:chgData name="林俊杰" userId="dcfdc803-95d8-409b-8404-351632be86e2" providerId="ADAL" clId="{ECDA4A77-275B-419D-B6AF-265EA621369A}" dt="2024-04-10T13:38:27.988" v="64"/>
          <ac:spMkLst>
            <pc:docMk/>
            <pc:sldMk cId="3213658247" sldId="264"/>
            <ac:spMk id="3" creationId="{CC0B886B-CD51-4C5C-B975-D1113124C2FC}"/>
          </ac:spMkLst>
        </pc:spChg>
      </pc:sldChg>
      <pc:sldChg chg="addSp delSp modSp mod modClrScheme chgLayout">
        <pc:chgData name="林俊杰" userId="dcfdc803-95d8-409b-8404-351632be86e2" providerId="ADAL" clId="{ECDA4A77-275B-419D-B6AF-265EA621369A}" dt="2024-04-10T13:35:51.275" v="52" actId="208"/>
        <pc:sldMkLst>
          <pc:docMk/>
          <pc:sldMk cId="866033773" sldId="265"/>
        </pc:sldMkLst>
        <pc:spChg chg="del">
          <ac:chgData name="林俊杰" userId="dcfdc803-95d8-409b-8404-351632be86e2" providerId="ADAL" clId="{ECDA4A77-275B-419D-B6AF-265EA621369A}" dt="2024-04-10T13:33:44.847" v="20" actId="478"/>
          <ac:spMkLst>
            <pc:docMk/>
            <pc:sldMk cId="866033773" sldId="265"/>
            <ac:spMk id="2" creationId="{48E9E4A5-850B-4BF3-9772-C1D4053A3760}"/>
          </ac:spMkLst>
        </pc:spChg>
        <pc:spChg chg="mod ord">
          <ac:chgData name="林俊杰" userId="dcfdc803-95d8-409b-8404-351632be86e2" providerId="ADAL" clId="{ECDA4A77-275B-419D-B6AF-265EA621369A}" dt="2024-04-10T13:34:51.467" v="41" actId="208"/>
          <ac:spMkLst>
            <pc:docMk/>
            <pc:sldMk cId="866033773" sldId="265"/>
            <ac:spMk id="3" creationId="{857DEDCB-3921-408B-BD7D-47E2E3417EF7}"/>
          </ac:spMkLst>
        </pc:spChg>
        <pc:spChg chg="add del mod">
          <ac:chgData name="林俊杰" userId="dcfdc803-95d8-409b-8404-351632be86e2" providerId="ADAL" clId="{ECDA4A77-275B-419D-B6AF-265EA621369A}" dt="2024-04-10T13:33:47.203" v="21" actId="478"/>
          <ac:spMkLst>
            <pc:docMk/>
            <pc:sldMk cId="866033773" sldId="265"/>
            <ac:spMk id="5" creationId="{D1A7A3DC-E885-4268-86FD-727451A9EEA7}"/>
          </ac:spMkLst>
        </pc:spChg>
        <pc:spChg chg="add del mod ord">
          <ac:chgData name="林俊杰" userId="dcfdc803-95d8-409b-8404-351632be86e2" providerId="ADAL" clId="{ECDA4A77-275B-419D-B6AF-265EA621369A}" dt="2024-04-10T13:33:59.240" v="27" actId="478"/>
          <ac:spMkLst>
            <pc:docMk/>
            <pc:sldMk cId="866033773" sldId="265"/>
            <ac:spMk id="6" creationId="{D56DDB6A-15CB-4150-8C17-E7DAB72E67A2}"/>
          </ac:spMkLst>
        </pc:spChg>
        <pc:spChg chg="add mod ord">
          <ac:chgData name="林俊杰" userId="dcfdc803-95d8-409b-8404-351632be86e2" providerId="ADAL" clId="{ECDA4A77-275B-419D-B6AF-265EA621369A}" dt="2024-04-10T13:35:26.299" v="47" actId="20577"/>
          <ac:spMkLst>
            <pc:docMk/>
            <pc:sldMk cId="866033773" sldId="265"/>
            <ac:spMk id="7" creationId="{BA7DBF40-47C1-499E-A6D5-2FD9303D4680}"/>
          </ac:spMkLst>
        </pc:spChg>
        <pc:picChg chg="add mod">
          <ac:chgData name="林俊杰" userId="dcfdc803-95d8-409b-8404-351632be86e2" providerId="ADAL" clId="{ECDA4A77-275B-419D-B6AF-265EA621369A}" dt="2024-04-10T13:34:54.440" v="42" actId="1076"/>
          <ac:picMkLst>
            <pc:docMk/>
            <pc:sldMk cId="866033773" sldId="265"/>
            <ac:picMk id="1026" creationId="{0A5A3561-ECD1-4F01-A449-86D68E5E3EF7}"/>
          </ac:picMkLst>
        </pc:picChg>
        <pc:picChg chg="add mod">
          <ac:chgData name="林俊杰" userId="dcfdc803-95d8-409b-8404-351632be86e2" providerId="ADAL" clId="{ECDA4A77-275B-419D-B6AF-265EA621369A}" dt="2024-04-10T13:35:51.275" v="52" actId="208"/>
          <ac:picMkLst>
            <pc:docMk/>
            <pc:sldMk cId="866033773" sldId="265"/>
            <ac:picMk id="1028" creationId="{395043A9-E12C-40E1-A7D2-E4C756E82514}"/>
          </ac:picMkLst>
        </pc:picChg>
      </pc:sldChg>
      <pc:sldChg chg="modSp new mod">
        <pc:chgData name="林俊杰" userId="dcfdc803-95d8-409b-8404-351632be86e2" providerId="ADAL" clId="{ECDA4A77-275B-419D-B6AF-265EA621369A}" dt="2024-04-10T13:50:38.733" v="83"/>
        <pc:sldMkLst>
          <pc:docMk/>
          <pc:sldMk cId="1302365401" sldId="266"/>
        </pc:sldMkLst>
        <pc:spChg chg="mod">
          <ac:chgData name="林俊杰" userId="dcfdc803-95d8-409b-8404-351632be86e2" providerId="ADAL" clId="{ECDA4A77-275B-419D-B6AF-265EA621369A}" dt="2024-04-10T13:50:38.733" v="83"/>
          <ac:spMkLst>
            <pc:docMk/>
            <pc:sldMk cId="1302365401" sldId="266"/>
            <ac:spMk id="2" creationId="{CA4C4C48-295E-4D26-AE4C-76954484F6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C3AEB2-A2CC-4E16-9375-ECCEFA08C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80DCE35-D20F-4D92-A94B-D46BF47AC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865858-A76A-4D00-B290-FA033CE6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77B01D-EC20-4AF4-8A47-F99D90F7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90DEFE-A90B-4916-9C43-ACFD7B19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09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DD397-7C7A-4389-AECC-6E5D2508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D9CE23-7FA5-4D0A-808B-228B5D7CD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3BA042-3040-4E3F-806E-264D22FD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3EE51C-EC86-42CE-9842-9DAFC290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83BD75-735E-42FB-9995-AD144858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69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48F13-683E-4592-9FFE-39C27404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677A0E-D451-45CD-8C17-318BEA2F4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713088-8C80-4A17-8FE4-43AF8622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2F129F-5AA1-42D3-A39B-37A6CC0D8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D40844-D63B-4613-BB58-B192815C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62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3E615-759A-4A7F-82F5-9742D01D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2BD2A9-4BE0-4F7A-A64F-165D0323D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E30947-88CA-43C5-ABF0-25CEA27C0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57C75-A04C-47AF-B7FE-3FB94AA0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0034CA-B184-4418-95D6-85C372395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06F643-69FF-437A-9694-941AE25B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10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8F021F-0CC3-48E4-8253-3C9659C9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292934-6577-4034-83A7-DCE2CEDD1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BCBBD1-B6D5-4894-9BD6-2AB3D6D27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64991A-051A-4AF9-8973-761D3C121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BE65BA7-BDB0-4783-9A1B-1398D3757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FE486D7-1199-4BE0-8F22-33BBC5513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66C8C0A-BA86-43BC-AC88-166DF6F8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6BEC89-9960-4098-9F91-3C8FC5DC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05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DDFE70-CB9B-4E4D-93AF-3D177FDC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6BBC5F-9486-4231-80FA-771CBCB9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B1CB631-D4E9-4F58-B68B-D71C7A63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E3A9B33-EDCC-4F6B-810E-5E7CBF40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21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909ABEE-7FF2-4EC1-B4A0-F89CD514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03D08FA-CA28-4037-8DA5-CD317D375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E0C09-D542-4603-A3A4-211CCA8A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46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AFB753-A11A-4AAD-A7DD-31D2270B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901342-C21F-4FE5-B809-6E8D97A0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88BC04-FE1F-44A6-B5FB-61E1FD13D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2B2DE3-9C71-4D3C-B72B-68A4E224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BDE209-640E-4BB4-A5E8-3E7E5611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681D02-F81E-46EB-9CB4-5428F11A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74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57BA02-6828-4718-A358-73CFA992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A45B452-E426-4E33-B7D7-BBD786D60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A91444-FB2C-4DCE-91C4-FC3B39B02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9618F2-043B-4BBE-8CD8-2FCD004B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D2B17F-8CC4-45F5-A1A0-1C156888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F0A333-E489-44F3-B062-8BB3BD60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43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7663C2-DFBF-4248-BF79-8D0410B2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85E9E4-6402-44A8-80A5-03C887A3D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935764-D01F-4224-91C8-00DAECA4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6BE729-2FB5-45A6-9A8E-4CD4961B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EB194-2B3B-448F-A0F5-48D75E02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44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91FAC07-F16B-4140-B503-3DFA59905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AF0A27-0F03-4C3C-B56A-356253E15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535BB0-9F68-485C-932F-613C4343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1A3F95-C067-4F5C-9CA5-9A34D2127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7D59AD-38DC-4081-8315-F0100433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51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A624B43-DA99-4A65-9F4D-1677563F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217C1D-E8CC-41F0-8486-652A70CD0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D4334D-CB71-48E8-973E-C20D97FE86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B8F67-E75E-4763-AF8A-DE938CD1FA17}" type="datetimeFigureOut">
              <a:rPr lang="zh-TW" altLang="en-US" smtClean="0"/>
              <a:t>2024/4/12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C3A3DA-F7A1-468B-B41E-CF65EB927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E40074-53B5-475E-BA41-9FFDF751C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6A938-1134-4B89-BD04-F858B7483E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7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codataset.org/#home" TargetMode="External"/><Relationship Id="rId2" Type="http://schemas.openxmlformats.org/officeDocument/2006/relationships/hyperlink" Target="https://www.kaggle.com/datasets/adityajn105/flickr8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orch.org/vision/stable/models.html#classific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method/resnet" TargetMode="External"/><Relationship Id="rId2" Type="http://schemas.openxmlformats.org/officeDocument/2006/relationships/hyperlink" Target="https://paperswithcode.com/method/googlenet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leonjye/image-captioning-with-attention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111268-DEFE-4826-AF11-3A275A5AC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Image Captioning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8003C92-FF74-489E-8EA3-1CFD012C3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09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A72FA-6877-5912-B59E-827C8B21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圖片生成文字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15B262-97BC-BA70-F955-85FAFCE41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預計要做的事情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8C1A3A0-420B-407F-8CBE-44D0F0AB3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659" y="2418664"/>
            <a:ext cx="7953633" cy="375829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03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7A7545-38FA-5707-34C8-72EF88AE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圖片生成文字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06537C-CE63-B2B4-4E72-F43BC0AB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en-US" altLang="zh-TW" dirty="0"/>
              <a:t>Image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Captioning</a:t>
            </a:r>
            <a:r>
              <a:rPr kumimoji="1" lang="zh-TW" altLang="en-US" dirty="0"/>
              <a:t>被視為端到端</a:t>
            </a:r>
            <a:r>
              <a:rPr kumimoji="1" lang="en-US" altLang="zh-TW" dirty="0"/>
              <a:t>(end-to-end)</a:t>
            </a:r>
            <a:r>
              <a:rPr kumimoji="1" lang="zh-TW" altLang="en-US" dirty="0"/>
              <a:t>的序列到序列</a:t>
            </a:r>
            <a:r>
              <a:rPr kumimoji="1" lang="en-US" altLang="zh-TW" dirty="0"/>
              <a:t>(seq2seq)</a:t>
            </a:r>
            <a:r>
              <a:rPr kumimoji="1" lang="zh-TW" altLang="en-US" dirty="0"/>
              <a:t>問題</a:t>
            </a:r>
            <a:endParaRPr kumimoji="1" lang="en-US" altLang="zh-TW" dirty="0"/>
          </a:p>
          <a:p>
            <a:pPr>
              <a:lnSpc>
                <a:spcPct val="110000"/>
              </a:lnSpc>
            </a:pPr>
            <a:r>
              <a:rPr kumimoji="1" lang="zh-TW" altLang="en-US" dirty="0"/>
              <a:t>因為它將圖片（可以想像成</a:t>
            </a:r>
            <a:r>
              <a:rPr kumimoji="1" lang="zh-TW" altLang="en-US" u="sng" dirty="0"/>
              <a:t>像素序列</a:t>
            </a:r>
            <a:r>
              <a:rPr kumimoji="1" lang="zh-TW" altLang="en-US" dirty="0"/>
              <a:t>）轉換為</a:t>
            </a:r>
            <a:r>
              <a:rPr kumimoji="1" lang="zh-TW" altLang="en-US" u="sng" dirty="0"/>
              <a:t>單字序列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>
              <a:lnSpc>
                <a:spcPct val="110000"/>
              </a:lnSpc>
            </a:pPr>
            <a:r>
              <a:rPr kumimoji="1" lang="zh-TW" altLang="en-US" dirty="0"/>
              <a:t>為此需要處理「語言或陳</a:t>
            </a:r>
            <a:br>
              <a:rPr kumimoji="1" lang="en-US" altLang="zh-TW" dirty="0"/>
            </a:br>
            <a:r>
              <a:rPr kumimoji="1" lang="zh-TW" altLang="en-US" dirty="0"/>
              <a:t>述」以及「圖片」。</a:t>
            </a:r>
            <a:endParaRPr kumimoji="1" lang="en-US" altLang="zh-TW" dirty="0"/>
          </a:p>
          <a:p>
            <a:pPr>
              <a:lnSpc>
                <a:spcPct val="110000"/>
              </a:lnSpc>
            </a:pPr>
            <a:r>
              <a:rPr kumimoji="1" lang="zh-TW" altLang="en-US" dirty="0"/>
              <a:t>對於語言部分</a:t>
            </a:r>
            <a:endParaRPr kumimoji="1" lang="en-US" altLang="zh-TW" dirty="0"/>
          </a:p>
          <a:p>
            <a:pPr lvl="1">
              <a:lnSpc>
                <a:spcPct val="110000"/>
              </a:lnSpc>
            </a:pPr>
            <a:r>
              <a:rPr kumimoji="1" lang="zh-TW" altLang="en-US" dirty="0"/>
              <a:t>可以使用遞歸神經網路</a:t>
            </a:r>
            <a:endParaRPr kumimoji="1" lang="en-US" altLang="zh-TW" dirty="0"/>
          </a:p>
          <a:p>
            <a:pPr lvl="1">
              <a:lnSpc>
                <a:spcPct val="110000"/>
              </a:lnSpc>
            </a:pPr>
            <a:r>
              <a:rPr kumimoji="1" lang="zh-TW" altLang="en-US" dirty="0"/>
              <a:t>例如</a:t>
            </a:r>
            <a:r>
              <a:rPr kumimoji="1" lang="en-US" altLang="zh-TW" dirty="0"/>
              <a:t>RNN</a:t>
            </a:r>
            <a:r>
              <a:rPr kumimoji="1" lang="zh-TW" altLang="en-US" dirty="0"/>
              <a:t>、</a:t>
            </a:r>
            <a:r>
              <a:rPr kumimoji="1" lang="en-US" altLang="zh-TW" dirty="0"/>
              <a:t>LSTM</a:t>
            </a:r>
          </a:p>
          <a:p>
            <a:pPr>
              <a:lnSpc>
                <a:spcPct val="110000"/>
              </a:lnSpc>
            </a:pPr>
            <a:r>
              <a:rPr kumimoji="1" lang="zh-TW" altLang="en-US" dirty="0"/>
              <a:t>對於圖片部分</a:t>
            </a:r>
            <a:endParaRPr kumimoji="1" lang="en-US" altLang="zh-TW" dirty="0"/>
          </a:p>
          <a:p>
            <a:pPr lvl="1">
              <a:lnSpc>
                <a:spcPct val="110000"/>
              </a:lnSpc>
            </a:pPr>
            <a:r>
              <a:rPr kumimoji="1" lang="zh-TW" altLang="en-US" dirty="0"/>
              <a:t>使用卷積神經網路來分別</a:t>
            </a:r>
            <a:br>
              <a:rPr kumimoji="1" lang="en-US" altLang="zh-TW" dirty="0"/>
            </a:br>
            <a:r>
              <a:rPr kumimoji="1" lang="zh-TW" altLang="en-US" dirty="0"/>
              <a:t>獲得特徵向量。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D688E4-993F-EACA-BE0F-F9F94673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576" y="2935520"/>
            <a:ext cx="6359224" cy="34652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7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BFBC67-427A-4E21-8E20-E53E479C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圖片生成文字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DA6B2A-6719-4032-A78D-60A2D7291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557"/>
          </a:xfrm>
        </p:spPr>
        <p:txBody>
          <a:bodyPr>
            <a:normAutofit/>
          </a:bodyPr>
          <a:lstStyle/>
          <a:p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常使用的資料集</a:t>
            </a:r>
            <a:r>
              <a:rPr lang="en-US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Flickr8k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以及</a:t>
            </a:r>
            <a:r>
              <a:rPr lang="en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MS COCO</a:t>
            </a:r>
          </a:p>
          <a:p>
            <a:pPr lvl="1"/>
            <a:r>
              <a:rPr lang="en-US" altLang="zh-TW" dirty="0">
                <a:solidFill>
                  <a:srgbClr val="303233"/>
                </a:solidFill>
                <a:latin typeface="Lato" panose="020F0502020204030203" pitchFamily="34" charset="0"/>
              </a:rPr>
              <a:t>Flickr8k</a:t>
            </a:r>
            <a:r>
              <a:rPr lang="zh-TW" altLang="en" dirty="0">
                <a:solidFill>
                  <a:srgbClr val="303233"/>
                </a:solidFill>
                <a:latin typeface="Lato" panose="020F0502020204030203" pitchFamily="34" charset="0"/>
              </a:rPr>
              <a:t>：</a:t>
            </a:r>
            <a:r>
              <a:rPr lang="en" altLang="zh-TW" dirty="0">
                <a:solidFill>
                  <a:srgbClr val="303233"/>
                </a:solidFill>
                <a:latin typeface="Lato" panose="020F0502020204030203" pitchFamily="34" charset="0"/>
                <a:hlinkClick r:id="rId2"/>
              </a:rPr>
              <a:t>https://www.kaggle.com/datasets/adityajn105/flickr8k</a:t>
            </a:r>
            <a:endParaRPr lang="en-US" altLang="zh-TW" dirty="0">
              <a:solidFill>
                <a:srgbClr val="303233"/>
              </a:solidFill>
              <a:latin typeface="Lato" panose="020F0502020204030203" pitchFamily="34" charset="0"/>
            </a:endParaRPr>
          </a:p>
          <a:p>
            <a:pPr lvl="1"/>
            <a:r>
              <a:rPr lang="en-US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MS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COCO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</a:t>
            </a:r>
            <a:r>
              <a:rPr lang="en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  <a:hlinkClick r:id="rId3"/>
              </a:rPr>
              <a:t>https://cocodataset.org/#home</a:t>
            </a:r>
            <a:endParaRPr lang="en-US" altLang="zh-TW" b="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r>
              <a:rPr lang="zh-TW" altLang="en-US" dirty="0"/>
              <a:t>資料集的內容主要的是一張影片會對應到一段說明，而</a:t>
            </a:r>
            <a:r>
              <a:rPr lang="en-US" altLang="zh-TW" dirty="0"/>
              <a:t>Image Captioning </a:t>
            </a:r>
            <a:r>
              <a:rPr lang="zh-TW" altLang="en-US" dirty="0"/>
              <a:t>主要是利用一張</a:t>
            </a:r>
            <a:r>
              <a:rPr lang="en-US" altLang="zh-TW" dirty="0"/>
              <a:t>image</a:t>
            </a:r>
            <a:r>
              <a:rPr lang="zh-TW" altLang="en-US" dirty="0"/>
              <a:t>圖片，來產生一段文字</a:t>
            </a:r>
            <a:endParaRPr lang="en-US" altLang="zh-TW" dirty="0"/>
          </a:p>
          <a:p>
            <a:r>
              <a:rPr lang="zh-TW" altLang="en-US" dirty="0"/>
              <a:t>所以輸入的話是影像</a:t>
            </a:r>
            <a:r>
              <a:rPr lang="en-US" altLang="zh-TW" dirty="0"/>
              <a:t>(image)</a:t>
            </a:r>
            <a:r>
              <a:rPr lang="zh-TW" altLang="en-US" dirty="0"/>
              <a:t>，輸出的話是文字</a:t>
            </a:r>
            <a:r>
              <a:rPr lang="en-US" altLang="zh-TW" dirty="0"/>
              <a:t>(Captioning)</a:t>
            </a:r>
            <a:r>
              <a:rPr lang="zh-TW" altLang="en-US" dirty="0"/>
              <a:t>，然後在 </a:t>
            </a:r>
            <a:r>
              <a:rPr lang="en-US" altLang="zh-TW" dirty="0"/>
              <a:t>Dataset </a:t>
            </a:r>
            <a:r>
              <a:rPr lang="zh-TW" altLang="en-US" dirty="0"/>
              <a:t>的時候都會把兩邊都轉換成</a:t>
            </a:r>
            <a:r>
              <a:rPr lang="en-US" altLang="zh-TW" dirty="0"/>
              <a:t>tensor</a:t>
            </a:r>
            <a:r>
              <a:rPr lang="zh-TW" altLang="en-US" dirty="0"/>
              <a:t>，並在後面的 </a:t>
            </a:r>
            <a:r>
              <a:rPr lang="en-US" altLang="zh-TW" dirty="0" err="1"/>
              <a:t>Dataloader</a:t>
            </a:r>
            <a:r>
              <a:rPr lang="en-US" altLang="zh-TW" dirty="0"/>
              <a:t> </a:t>
            </a:r>
            <a:r>
              <a:rPr lang="zh-TW" altLang="en-US" dirty="0"/>
              <a:t>丟進去</a:t>
            </a:r>
            <a:r>
              <a:rPr lang="en-US" altLang="zh-TW" dirty="0"/>
              <a:t>model</a:t>
            </a:r>
            <a:r>
              <a:rPr lang="zh-TW" altLang="en-US" dirty="0"/>
              <a:t>去訓練。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3551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E2BB3-CBCD-E925-ED8C-E1118C90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圖片生成文字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CA89A-42D9-0202-35A8-C1900746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Model </a:t>
            </a:r>
            <a:r>
              <a:rPr lang="zh-TW" altLang="en-US" dirty="0"/>
              <a:t>的部分主要分成 </a:t>
            </a:r>
            <a:r>
              <a:rPr lang="en-US" altLang="zh-TW" dirty="0"/>
              <a:t>Encoder </a:t>
            </a:r>
            <a:r>
              <a:rPr lang="zh-TW" altLang="en-US" dirty="0"/>
              <a:t>跟 </a:t>
            </a:r>
            <a:r>
              <a:rPr lang="en-US" altLang="zh-TW" dirty="0"/>
              <a:t>Decoder </a:t>
            </a:r>
            <a:r>
              <a:rPr lang="zh-TW" altLang="en-US" dirty="0"/>
              <a:t>兩塊</a:t>
            </a:r>
            <a:endParaRPr lang="en-US" altLang="zh-TW" dirty="0"/>
          </a:p>
          <a:p>
            <a:pPr lvl="1"/>
            <a:r>
              <a:rPr lang="zh-TW" altLang="en-US" dirty="0"/>
              <a:t>在 </a:t>
            </a:r>
            <a:r>
              <a:rPr lang="en-US" altLang="zh-TW" dirty="0"/>
              <a:t>Encoder </a:t>
            </a:r>
            <a:r>
              <a:rPr lang="zh-TW" altLang="en-US" dirty="0"/>
              <a:t>的部分主要是使用 </a:t>
            </a:r>
            <a:r>
              <a:rPr lang="en-US" altLang="zh-TW" dirty="0"/>
              <a:t>CNN </a:t>
            </a:r>
            <a:r>
              <a:rPr lang="zh-TW" altLang="en-US" dirty="0"/>
              <a:t>的架構來取出圖片的資訊</a:t>
            </a:r>
            <a:endParaRPr lang="en-US" altLang="zh-TW" dirty="0"/>
          </a:p>
          <a:p>
            <a:pPr lvl="1"/>
            <a:r>
              <a:rPr lang="zh-TW" altLang="en-US" dirty="0"/>
              <a:t>然後會再帶入 </a:t>
            </a:r>
            <a:r>
              <a:rPr lang="en-US" altLang="zh-TW" dirty="0"/>
              <a:t>Decoder </a:t>
            </a:r>
            <a:r>
              <a:rPr lang="zh-TW" altLang="en-US" dirty="0"/>
              <a:t>利用 </a:t>
            </a:r>
            <a:r>
              <a:rPr lang="en-US" altLang="zh-TW" dirty="0"/>
              <a:t>RNN </a:t>
            </a:r>
            <a:r>
              <a:rPr lang="zh-TW" altLang="en-US" dirty="0"/>
              <a:t>的架構來產生文字</a:t>
            </a:r>
            <a:endParaRPr lang="en-US" altLang="zh-TW" dirty="0"/>
          </a:p>
          <a:p>
            <a:pPr lvl="1"/>
            <a:r>
              <a:rPr lang="zh-TW" altLang="en-US" dirty="0"/>
              <a:t>最後建立一個整合的 </a:t>
            </a:r>
            <a:r>
              <a:rPr lang="en-US" altLang="zh-TW" dirty="0"/>
              <a:t>Model</a:t>
            </a:r>
            <a:r>
              <a:rPr lang="zh-TW" altLang="en-US" dirty="0"/>
              <a:t>來串接</a:t>
            </a:r>
            <a:r>
              <a:rPr lang="en-US" altLang="zh-TW" dirty="0"/>
              <a:t>Encoder</a:t>
            </a:r>
            <a:r>
              <a:rPr lang="zh-TW" altLang="en-US" dirty="0"/>
              <a:t>跟</a:t>
            </a:r>
            <a:r>
              <a:rPr lang="en-US" altLang="zh-TW" dirty="0"/>
              <a:t>Decoder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CNN </a:t>
            </a:r>
            <a:r>
              <a:rPr lang="zh-TW" altLang="en-US" dirty="0"/>
              <a:t>的部分使用</a:t>
            </a:r>
            <a:r>
              <a:rPr lang="en-US" altLang="zh-TW" dirty="0"/>
              <a:t>pre-trained</a:t>
            </a:r>
            <a:r>
              <a:rPr lang="zh-TW" altLang="en-US" dirty="0"/>
              <a:t>的圖形模型，例如</a:t>
            </a:r>
            <a:r>
              <a:rPr lang="en-US" altLang="zh-TW" dirty="0"/>
              <a:t>VGG</a:t>
            </a:r>
            <a:r>
              <a:rPr lang="zh-TW" altLang="en-US" dirty="0"/>
              <a:t>、</a:t>
            </a:r>
            <a:r>
              <a:rPr lang="en-US" altLang="zh-TW" dirty="0"/>
              <a:t>Resnet</a:t>
            </a:r>
            <a:r>
              <a:rPr lang="zh-TW" altLang="en-US" dirty="0"/>
              <a:t>或 </a:t>
            </a:r>
            <a:r>
              <a:rPr lang="en-US" altLang="zh-TW" dirty="0"/>
              <a:t>Inception v3 </a:t>
            </a:r>
            <a:r>
              <a:rPr lang="zh-TW" altLang="en-US" dirty="0"/>
              <a:t>的架構，然後進行 微調訓練</a:t>
            </a:r>
            <a:r>
              <a:rPr lang="en-US" altLang="zh-TW" dirty="0"/>
              <a:t>(Fine-tune 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就是移除最後面的全連接層</a:t>
            </a:r>
            <a:r>
              <a:rPr lang="en-US" altLang="zh-TW" dirty="0"/>
              <a:t>(</a:t>
            </a:r>
            <a:r>
              <a:rPr lang="zh-TW" altLang="en-US" dirty="0"/>
              <a:t>神經網路層</a:t>
            </a:r>
            <a:r>
              <a:rPr lang="en-US" altLang="zh-TW" dirty="0"/>
              <a:t>) </a:t>
            </a:r>
            <a:r>
              <a:rPr lang="zh-TW" altLang="en-US" dirty="0"/>
              <a:t>，然後加入新的，要被調整權重的全連接層去訓練調整權重層即可</a:t>
            </a:r>
            <a:endParaRPr lang="en-US" altLang="zh-TW" dirty="0"/>
          </a:p>
          <a:p>
            <a:r>
              <a:rPr lang="zh-TW" altLang="en-US" dirty="0"/>
              <a:t>而後面的 </a:t>
            </a:r>
            <a:r>
              <a:rPr lang="en-US" altLang="zh-TW" dirty="0"/>
              <a:t>RNN </a:t>
            </a:r>
            <a:r>
              <a:rPr lang="zh-TW" altLang="en-US" dirty="0"/>
              <a:t>的 </a:t>
            </a:r>
            <a:r>
              <a:rPr lang="en-US" altLang="zh-TW" dirty="0"/>
              <a:t>Model </a:t>
            </a:r>
            <a:r>
              <a:rPr lang="zh-TW" altLang="en-US" dirty="0"/>
              <a:t>則可以接上先前提到的文字產生器</a:t>
            </a:r>
            <a:r>
              <a:rPr lang="en-US" altLang="zh-TW" dirty="0"/>
              <a:t>(Text</a:t>
            </a:r>
            <a:r>
              <a:rPr lang="zh-TW" altLang="en-US" dirty="0"/>
              <a:t> </a:t>
            </a:r>
            <a:r>
              <a:rPr lang="en-US" altLang="zh-TW" dirty="0"/>
              <a:t>generator)</a:t>
            </a:r>
            <a:r>
              <a:rPr lang="zh-TW" altLang="en-US" dirty="0"/>
              <a:t>的做法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532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CC001-BBAE-4A0F-8BC9-B75ECB49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圖片生成文字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2285D9-B9FA-4BE7-83F6-31852B69B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Convolutional Neural Network Model (CNN)</a:t>
            </a:r>
          </a:p>
          <a:p>
            <a:pPr lvl="1"/>
            <a:r>
              <a:rPr lang="zh-TW" altLang="en-US" dirty="0"/>
              <a:t>前面幾層</a:t>
            </a:r>
            <a:r>
              <a:rPr lang="en-US" altLang="zh-TW" dirty="0"/>
              <a:t>(</a:t>
            </a:r>
            <a:r>
              <a:rPr lang="zh-TW" altLang="en-US" dirty="0"/>
              <a:t>左邊</a:t>
            </a:r>
            <a:r>
              <a:rPr lang="en-US" altLang="zh-TW" dirty="0"/>
              <a:t>)</a:t>
            </a:r>
            <a:r>
              <a:rPr lang="zh-TW" altLang="en-US" dirty="0"/>
              <a:t>主要執行卷積層，用來取得圖片的特徵</a:t>
            </a:r>
            <a:endParaRPr lang="en-US" altLang="zh-TW" dirty="0"/>
          </a:p>
          <a:p>
            <a:pPr lvl="1"/>
            <a:r>
              <a:rPr lang="zh-TW" altLang="en-US" dirty="0"/>
              <a:t>後面</a:t>
            </a:r>
            <a:r>
              <a:rPr lang="en-US" altLang="zh-TW" dirty="0"/>
              <a:t>(</a:t>
            </a:r>
            <a:r>
              <a:rPr lang="zh-TW" altLang="en-US" dirty="0"/>
              <a:t>右邊</a:t>
            </a:r>
            <a:r>
              <a:rPr lang="en-US" altLang="zh-TW" dirty="0"/>
              <a:t>)</a:t>
            </a:r>
            <a:r>
              <a:rPr lang="zh-TW" altLang="en-US" dirty="0"/>
              <a:t>則是分類用的類神經網路層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F63626-143E-464C-B895-A133CEFA1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200" y="3322185"/>
            <a:ext cx="9383776" cy="31706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60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C95E8-956F-4745-93C4-7830B22D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Pytorch</a:t>
            </a:r>
            <a:r>
              <a:rPr lang="zh-TW" altLang="en-US" dirty="0"/>
              <a:t>支援的</a:t>
            </a:r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15C31-55E7-4C72-8A91-27A291ECA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https://pytorch.org/vision/stable/models.html#classification</a:t>
            </a:r>
            <a:endParaRPr lang="en-US" altLang="zh-TW" dirty="0"/>
          </a:p>
          <a:p>
            <a:pPr lvl="1"/>
            <a:r>
              <a:rPr lang="zh-TW" altLang="en-US" dirty="0"/>
              <a:t>包含</a:t>
            </a:r>
            <a:r>
              <a:rPr lang="en-US" altLang="zh-TW" dirty="0" err="1"/>
              <a:t>AlexNet</a:t>
            </a:r>
            <a:r>
              <a:rPr lang="zh-TW" altLang="en-US" dirty="0"/>
              <a:t>、</a:t>
            </a:r>
            <a:r>
              <a:rPr lang="en-US" altLang="zh-TW" dirty="0" err="1"/>
              <a:t>GoogleNet</a:t>
            </a:r>
            <a:r>
              <a:rPr lang="zh-TW" altLang="en-US" dirty="0"/>
              <a:t>、</a:t>
            </a:r>
            <a:r>
              <a:rPr lang="en-US" altLang="zh-TW" dirty="0"/>
              <a:t>Inception</a:t>
            </a:r>
            <a:r>
              <a:rPr lang="zh-TW" altLang="en-US" dirty="0"/>
              <a:t>、</a:t>
            </a:r>
            <a:r>
              <a:rPr lang="en-US" altLang="zh-TW" dirty="0" err="1"/>
              <a:t>MobileNet</a:t>
            </a:r>
            <a:r>
              <a:rPr lang="zh-TW" altLang="en-US" dirty="0"/>
              <a:t>、</a:t>
            </a:r>
            <a:r>
              <a:rPr lang="en-US" altLang="zh-TW" dirty="0" err="1"/>
              <a:t>ResNet</a:t>
            </a:r>
            <a:r>
              <a:rPr lang="zh-TW" altLang="en-US" dirty="0"/>
              <a:t>、</a:t>
            </a:r>
            <a:r>
              <a:rPr lang="en-US" altLang="zh-TW" dirty="0"/>
              <a:t>VGG</a:t>
            </a:r>
            <a:r>
              <a:rPr lang="zh-TW" altLang="en-US" dirty="0"/>
              <a:t>等著名模型</a:t>
            </a:r>
            <a:endParaRPr lang="en-US" altLang="zh-TW" dirty="0"/>
          </a:p>
          <a:p>
            <a:pPr lvl="1"/>
            <a:r>
              <a:rPr lang="zh-TW" altLang="en-US" dirty="0"/>
              <a:t>以</a:t>
            </a:r>
            <a:r>
              <a:rPr lang="en-US" altLang="zh-TW" dirty="0"/>
              <a:t>Inception V3</a:t>
            </a:r>
            <a:r>
              <a:rPr lang="zh-TW" altLang="en-US" dirty="0"/>
              <a:t>為例</a:t>
            </a:r>
            <a:endParaRPr lang="en-US" altLang="zh-TW" dirty="0"/>
          </a:p>
          <a:p>
            <a:pPr lvl="1"/>
            <a:r>
              <a:rPr lang="zh-TW" altLang="en-US" dirty="0"/>
              <a:t>透過載入一個已訓練</a:t>
            </a:r>
            <a:br>
              <a:rPr lang="en-US" altLang="zh-TW" dirty="0"/>
            </a:br>
            <a:r>
              <a:rPr lang="zh-TW" altLang="en-US" dirty="0"/>
              <a:t>好</a:t>
            </a:r>
            <a:r>
              <a:rPr lang="en-US" altLang="zh-TW" dirty="0"/>
              <a:t>(pretrained)</a:t>
            </a:r>
            <a:r>
              <a:rPr lang="zh-TW" altLang="en-US" dirty="0"/>
              <a:t>的模型</a:t>
            </a:r>
            <a:endParaRPr lang="en-US" altLang="zh-TW" dirty="0"/>
          </a:p>
          <a:p>
            <a:pPr lvl="1"/>
            <a:r>
              <a:rPr lang="zh-TW" altLang="en-US" dirty="0"/>
              <a:t>透過</a:t>
            </a:r>
            <a:r>
              <a:rPr lang="en-US" altLang="zh-TW" dirty="0"/>
              <a:t>transfer learning</a:t>
            </a:r>
            <a:br>
              <a:rPr lang="en-US" altLang="zh-TW" dirty="0"/>
            </a:br>
            <a:r>
              <a:rPr lang="zh-TW" altLang="en-US" dirty="0"/>
              <a:t>的概念來利用這個模</a:t>
            </a:r>
            <a:br>
              <a:rPr lang="en-US" altLang="zh-TW" dirty="0"/>
            </a:br>
            <a:r>
              <a:rPr lang="zh-TW" altLang="en-US" dirty="0"/>
              <a:t>型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C3C288D-9E63-46DC-9F3A-67D2A71D2922}"/>
              </a:ext>
            </a:extLst>
          </p:cNvPr>
          <p:cNvSpPr txBox="1"/>
          <p:nvPr/>
        </p:nvSpPr>
        <p:spPr>
          <a:xfrm>
            <a:off x="4653863" y="2812876"/>
            <a:ext cx="599766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torchvision.models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inception_v3</a:t>
            </a:r>
          </a:p>
          <a:p>
            <a:r>
              <a:rPr lang="en-US" altLang="zh-TW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inception = inception_v3(pretrained=</a:t>
            </a:r>
            <a:r>
              <a:rPr lang="en-US" altLang="zh-TW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TW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(inception)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D65A95-CA58-4550-87D3-CB2C3B835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475" y="3696279"/>
            <a:ext cx="3413554" cy="297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hort history of the Inception deep learning architecture">
            <a:extLst>
              <a:ext uri="{FF2B5EF4-FFF2-40B4-BE49-F238E27FC236}">
                <a16:creationId xmlns:a16="http://schemas.microsoft.com/office/drawing/2014/main" id="{C0BF138C-E1D6-44CE-9B72-B59A156B6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45" y="4528457"/>
            <a:ext cx="3868987" cy="202772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圖說文字: 向下箭號 5">
            <a:extLst>
              <a:ext uri="{FF2B5EF4-FFF2-40B4-BE49-F238E27FC236}">
                <a16:creationId xmlns:a16="http://schemas.microsoft.com/office/drawing/2014/main" id="{3EB7AC3B-16BE-40A1-BEA7-91DF8734DE1D}"/>
              </a:ext>
            </a:extLst>
          </p:cNvPr>
          <p:cNvSpPr/>
          <p:nvPr/>
        </p:nvSpPr>
        <p:spPr>
          <a:xfrm>
            <a:off x="8872347" y="3960046"/>
            <a:ext cx="1291281" cy="568411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Inception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954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A12E40-6C74-42BD-B812-8CA0BA41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Pre-trained models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2C80B2-EF11-46B9-8270-AA212BE1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err="1"/>
              <a:t>AlexNet</a:t>
            </a:r>
            <a:r>
              <a:rPr lang="en-US" altLang="zh-TW" dirty="0"/>
              <a:t> (2012)</a:t>
            </a:r>
            <a:r>
              <a:rPr lang="zh-TW" altLang="en-US" dirty="0"/>
              <a:t>、</a:t>
            </a:r>
            <a:r>
              <a:rPr lang="en-US" altLang="zh-TW" dirty="0"/>
              <a:t>VGG (2014)</a:t>
            </a:r>
            <a:r>
              <a:rPr lang="zh-TW" altLang="en-US" dirty="0"/>
              <a:t>、</a:t>
            </a:r>
            <a:r>
              <a:rPr lang="en-US" altLang="zh-TW" dirty="0" err="1"/>
              <a:t>GoogleNet</a:t>
            </a:r>
            <a:r>
              <a:rPr lang="en-US" altLang="zh-TW" dirty="0"/>
              <a:t> (2014)</a:t>
            </a:r>
          </a:p>
          <a:p>
            <a:pPr lvl="1">
              <a:lnSpc>
                <a:spcPct val="120000"/>
              </a:lnSpc>
            </a:pPr>
            <a:r>
              <a:rPr lang="zh-TW" altLang="en-US" dirty="0"/>
              <a:t>這三個都是相當相當有名的神經網路模型，都是在</a:t>
            </a:r>
            <a:r>
              <a:rPr lang="en-US" altLang="zh-TW" dirty="0"/>
              <a:t>ImageNet</a:t>
            </a:r>
            <a:r>
              <a:rPr lang="zh-TW" altLang="en-US" dirty="0"/>
              <a:t>這個影像辨識的比賽中獲得名次，最明顯的差異就是他們的隱藏層一個比一個還要多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 err="1"/>
              <a:t>AlexNet</a:t>
            </a:r>
            <a:r>
              <a:rPr lang="zh-TW" altLang="en-US" dirty="0"/>
              <a:t>是</a:t>
            </a:r>
            <a:r>
              <a:rPr lang="en-US" altLang="zh-TW" dirty="0"/>
              <a:t>2012</a:t>
            </a:r>
            <a:r>
              <a:rPr lang="zh-TW" altLang="en-US" dirty="0"/>
              <a:t>年的第一名，而這是開啟大</a:t>
            </a:r>
            <a:r>
              <a:rPr lang="en-US" altLang="zh-TW" dirty="0"/>
              <a:t>AI</a:t>
            </a:r>
            <a:r>
              <a:rPr lang="zh-TW" altLang="en-US" dirty="0"/>
              <a:t>時代的一個關鍵點，因為他們使用了</a:t>
            </a:r>
            <a:r>
              <a:rPr lang="en-US" altLang="zh-TW" dirty="0"/>
              <a:t>GPU</a:t>
            </a:r>
            <a:r>
              <a:rPr lang="zh-TW" altLang="en-US" dirty="0"/>
              <a:t>去做平行運算也使用了更深 </a:t>
            </a:r>
            <a:r>
              <a:rPr lang="en-US" altLang="zh-TW" dirty="0"/>
              <a:t>(8</a:t>
            </a:r>
            <a:r>
              <a:rPr lang="zh-TW" altLang="en-US" dirty="0"/>
              <a:t>層</a:t>
            </a:r>
            <a:r>
              <a:rPr lang="en-US" altLang="zh-TW" dirty="0"/>
              <a:t>) </a:t>
            </a:r>
            <a:r>
              <a:rPr lang="zh-TW" altLang="en-US" dirty="0"/>
              <a:t>的卷積神經網路。整個網路的參數量達到</a:t>
            </a:r>
            <a:r>
              <a:rPr lang="en-US" altLang="zh-TW" dirty="0"/>
              <a:t>6000</a:t>
            </a:r>
            <a:r>
              <a:rPr lang="zh-TW" altLang="en-US" dirty="0"/>
              <a:t>萬個。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/>
              <a:t>2014</a:t>
            </a:r>
            <a:r>
              <a:rPr lang="zh-TW" altLang="en-US" dirty="0"/>
              <a:t>年</a:t>
            </a:r>
            <a:r>
              <a:rPr lang="en-US" altLang="zh-TW" dirty="0"/>
              <a:t>ImageNet</a:t>
            </a:r>
            <a:r>
              <a:rPr lang="zh-TW" altLang="en-US" dirty="0"/>
              <a:t>比賽中的第一名跟第二名分別是</a:t>
            </a:r>
            <a:r>
              <a:rPr lang="en-US" altLang="zh-TW" dirty="0" err="1"/>
              <a:t>GoogleNet</a:t>
            </a:r>
            <a:r>
              <a:rPr lang="zh-TW" altLang="en-US" dirty="0"/>
              <a:t>、</a:t>
            </a:r>
            <a:r>
              <a:rPr lang="en-US" altLang="zh-TW" dirty="0"/>
              <a:t>VGG</a:t>
            </a:r>
            <a:r>
              <a:rPr lang="zh-TW" altLang="en-US" dirty="0"/>
              <a:t>，那</a:t>
            </a:r>
            <a:r>
              <a:rPr lang="en-US" altLang="zh-TW" dirty="0"/>
              <a:t>VGG</a:t>
            </a:r>
            <a:r>
              <a:rPr lang="zh-TW" altLang="en-US" dirty="0"/>
              <a:t>的部分是探討了深度對於神經網路影響，深度來到了</a:t>
            </a:r>
            <a:r>
              <a:rPr lang="en-US" altLang="zh-TW" dirty="0"/>
              <a:t>19</a:t>
            </a:r>
            <a:r>
              <a:rPr lang="zh-TW" altLang="en-US" dirty="0"/>
              <a:t>層</a:t>
            </a:r>
            <a:r>
              <a:rPr lang="en-US" altLang="zh-TW" dirty="0"/>
              <a:t>(</a:t>
            </a:r>
            <a:r>
              <a:rPr lang="zh-TW" altLang="en-US" dirty="0"/>
              <a:t>參數量達到了</a:t>
            </a:r>
            <a:r>
              <a:rPr lang="en-US" altLang="zh-TW" dirty="0"/>
              <a:t>1.3</a:t>
            </a:r>
            <a:r>
              <a:rPr lang="zh-TW" altLang="en-US" dirty="0"/>
              <a:t>億個</a:t>
            </a:r>
            <a:r>
              <a:rPr lang="en-US" altLang="zh-TW" dirty="0"/>
              <a:t>)</a:t>
            </a:r>
            <a:r>
              <a:rPr lang="zh-TW" altLang="en-US" dirty="0"/>
              <a:t>，其實跟</a:t>
            </a:r>
            <a:r>
              <a:rPr lang="en-US" altLang="zh-TW" dirty="0" err="1"/>
              <a:t>AlexNet</a:t>
            </a:r>
            <a:r>
              <a:rPr lang="zh-TW" altLang="en-US" dirty="0"/>
              <a:t>很像但調整了卷積層的數量跟</a:t>
            </a:r>
            <a:r>
              <a:rPr lang="en-US" altLang="zh-TW" dirty="0"/>
              <a:t>Kernel</a:t>
            </a:r>
            <a:r>
              <a:rPr lang="zh-TW" altLang="en-US" dirty="0"/>
              <a:t>大小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238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B0A19D-9720-4452-B6DB-A044746E0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Pre-trained models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0B886B-CD51-4C5C-B975-D1113124C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9861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/>
              <a:t>GoogleNet</a:t>
            </a:r>
            <a:r>
              <a:rPr lang="en-US" altLang="zh-TW" dirty="0"/>
              <a:t>(</a:t>
            </a:r>
            <a:r>
              <a:rPr lang="zh-TW" altLang="en-US" dirty="0"/>
              <a:t>又稱為</a:t>
            </a:r>
            <a:r>
              <a:rPr lang="en-US" altLang="zh-TW" dirty="0"/>
              <a:t>Inception V1)</a:t>
            </a:r>
          </a:p>
          <a:p>
            <a:pPr lvl="1"/>
            <a:r>
              <a:rPr lang="zh-TW" altLang="en-US" dirty="0"/>
              <a:t>採用更深的神經網路來到了</a:t>
            </a:r>
            <a:r>
              <a:rPr lang="en-US" altLang="zh-TW" dirty="0"/>
              <a:t>22</a:t>
            </a:r>
            <a:r>
              <a:rPr lang="zh-TW" altLang="en-US" dirty="0"/>
              <a:t>層，並且導入了</a:t>
            </a:r>
            <a:r>
              <a:rPr lang="en-US" altLang="zh-TW" dirty="0"/>
              <a:t>1x1</a:t>
            </a:r>
            <a:r>
              <a:rPr lang="zh-TW" altLang="en-US" dirty="0"/>
              <a:t>的卷積層 </a:t>
            </a:r>
            <a:r>
              <a:rPr lang="en-US" altLang="zh-TW" dirty="0"/>
              <a:t>(</a:t>
            </a:r>
            <a:r>
              <a:rPr lang="zh-TW" altLang="en-US" dirty="0"/>
              <a:t>降維</a:t>
            </a:r>
            <a:r>
              <a:rPr lang="en-US" altLang="zh-TW" dirty="0"/>
              <a:t>)</a:t>
            </a:r>
            <a:r>
              <a:rPr lang="zh-TW" altLang="en-US" dirty="0"/>
              <a:t>、</a:t>
            </a:r>
            <a:r>
              <a:rPr lang="en-US" altLang="zh-TW" dirty="0"/>
              <a:t>Global Average Pooling (</a:t>
            </a:r>
            <a:r>
              <a:rPr lang="zh-TW" altLang="en-US" dirty="0"/>
              <a:t>全局平均池化</a:t>
            </a:r>
            <a:r>
              <a:rPr lang="en-US" altLang="zh-TW" dirty="0"/>
              <a:t>)</a:t>
            </a:r>
            <a:r>
              <a:rPr lang="zh-TW" altLang="en-US" dirty="0"/>
              <a:t>、</a:t>
            </a:r>
            <a:r>
              <a:rPr lang="en-US" altLang="zh-TW" dirty="0"/>
              <a:t>Auxiliary Classifiers (</a:t>
            </a:r>
            <a:r>
              <a:rPr lang="zh-TW" altLang="en-US" dirty="0"/>
              <a:t>輔助分類器</a:t>
            </a:r>
            <a:r>
              <a:rPr lang="en-US" altLang="zh-TW" dirty="0"/>
              <a:t>)</a:t>
            </a:r>
            <a:r>
              <a:rPr lang="zh-TW" altLang="en-US" dirty="0"/>
              <a:t>，這些技術一直到現在都十分好用。</a:t>
            </a:r>
            <a:endParaRPr lang="en-US" altLang="zh-TW" dirty="0"/>
          </a:p>
          <a:p>
            <a:r>
              <a:rPr lang="en-US" altLang="zh-TW" dirty="0" err="1"/>
              <a:t>ResNet</a:t>
            </a:r>
            <a:r>
              <a:rPr lang="en-US" altLang="zh-TW" dirty="0"/>
              <a:t> ( 2015 )</a:t>
            </a:r>
          </a:p>
          <a:p>
            <a:pPr lvl="1"/>
            <a:r>
              <a:rPr lang="zh-TW" altLang="en-US" dirty="0"/>
              <a:t>隨著網路層的深度增加，越來越容易發生梯度消失的問題，所以</a:t>
            </a:r>
            <a:r>
              <a:rPr lang="en-US" altLang="zh-TW" dirty="0" err="1"/>
              <a:t>ResNet</a:t>
            </a:r>
            <a:r>
              <a:rPr lang="zh-TW" altLang="en-US" dirty="0"/>
              <a:t>就被研發出來了，他用的核心技術是殘缺塊 </a:t>
            </a:r>
            <a:r>
              <a:rPr lang="en-US" altLang="zh-TW" dirty="0"/>
              <a:t>( Residual Block )</a:t>
            </a:r>
            <a:r>
              <a:rPr lang="zh-TW" altLang="en-US" dirty="0"/>
              <a:t>，經過實驗證明確實能改善梯度消失的問題，透過跳接的概念，如果某一層發生梯度消失也不會連帶影響其他的權重。</a:t>
            </a:r>
            <a:endParaRPr lang="en-US" altLang="zh-TW" dirty="0"/>
          </a:p>
          <a:p>
            <a:r>
              <a:rPr lang="en-US" altLang="zh-TW" dirty="0" err="1"/>
              <a:t>DenseNet</a:t>
            </a:r>
            <a:r>
              <a:rPr lang="en-US" altLang="zh-TW" dirty="0"/>
              <a:t> ( 2016 )</a:t>
            </a:r>
          </a:p>
          <a:p>
            <a:pPr lvl="1"/>
            <a:r>
              <a:rPr lang="en-US" altLang="zh-TW" dirty="0" err="1"/>
              <a:t>DenseNet</a:t>
            </a:r>
            <a:r>
              <a:rPr lang="zh-TW" altLang="en-US" dirty="0"/>
              <a:t>則是</a:t>
            </a:r>
            <a:r>
              <a:rPr lang="en-US" altLang="zh-TW" dirty="0" err="1"/>
              <a:t>ResNet</a:t>
            </a:r>
            <a:r>
              <a:rPr lang="zh-TW" altLang="en-US" dirty="0"/>
              <a:t>的進化版本，在</a:t>
            </a:r>
            <a:r>
              <a:rPr lang="en-US" altLang="zh-TW" dirty="0" err="1"/>
              <a:t>DenseNet</a:t>
            </a:r>
            <a:r>
              <a:rPr lang="zh-TW" altLang="en-US" dirty="0"/>
              <a:t>當中，每一層都會跟其餘層做連接，看似會讓權重變多，但實際上反而比傳統的一對一連接還要少。</a:t>
            </a:r>
          </a:p>
        </p:txBody>
      </p:sp>
    </p:spTree>
    <p:extLst>
      <p:ext uri="{BB962C8B-B14F-4D97-AF65-F5344CB8AC3E}">
        <p14:creationId xmlns:p14="http://schemas.microsoft.com/office/powerpoint/2010/main" val="321365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7DEDCB-3921-408B-BD7D-47E2E3417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442"/>
            <a:ext cx="5181600" cy="602852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/>
              <a:t>Google Net</a:t>
            </a:r>
          </a:p>
          <a:p>
            <a:pPr lvl="1"/>
            <a:r>
              <a:rPr lang="en-US" altLang="zh-TW" dirty="0">
                <a:hlinkClick r:id="rId2"/>
              </a:rPr>
              <a:t>https://paperswithcode.com/method/googlenet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A7DBF40-47C1-499E-A6D5-2FD9303D4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442"/>
            <a:ext cx="5181600" cy="602852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 err="1"/>
              <a:t>ResNet</a:t>
            </a:r>
            <a:endParaRPr lang="en-US" altLang="zh-TW" dirty="0"/>
          </a:p>
          <a:p>
            <a:pPr lvl="1"/>
            <a:r>
              <a:rPr lang="en-US" altLang="zh-TW" dirty="0">
                <a:hlinkClick r:id="rId3"/>
              </a:rPr>
              <a:t>https://paperswithcode.com/method/resnet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5A3561-ECD1-4F01-A449-86D68E5E3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812" y="1031228"/>
            <a:ext cx="2309234" cy="57730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95043A9-E12C-40E1-A7D2-E4C756E82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189" y="1125984"/>
            <a:ext cx="2257988" cy="558357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03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F3F9E0A-89B2-4444-B47F-6F9881B9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Pre-trained models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E8759BC-F109-4C2E-81B5-99ECECD37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TW" dirty="0"/>
              <a:t>Inception v3 (2015)</a:t>
            </a:r>
          </a:p>
          <a:p>
            <a:pPr lvl="1">
              <a:lnSpc>
                <a:spcPct val="120000"/>
              </a:lnSpc>
            </a:pPr>
            <a:r>
              <a:rPr lang="zh-TW" altLang="en-US" dirty="0"/>
              <a:t>這個模型的第一代就是</a:t>
            </a:r>
            <a:r>
              <a:rPr lang="en-US" altLang="zh-TW" dirty="0" err="1"/>
              <a:t>GoogleNet</a:t>
            </a:r>
            <a:r>
              <a:rPr lang="zh-TW" altLang="en-US" dirty="0"/>
              <a:t>，一直到今年已經有了第四代了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Mobile Net v2 (2018)</a:t>
            </a:r>
            <a:r>
              <a:rPr lang="zh-TW" altLang="en-US" dirty="0"/>
              <a:t>，</a:t>
            </a:r>
            <a:r>
              <a:rPr lang="en-US" altLang="zh-TW" dirty="0"/>
              <a:t>Mobile Net v3 (2023)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Mobile Net</a:t>
            </a:r>
            <a:r>
              <a:rPr lang="zh-TW" altLang="en-US" dirty="0"/>
              <a:t>是著名的輕量化網路，一直到現在各種邊緣裝置上都能見到他的身影，那第二代跟第一代的差異在於導入了</a:t>
            </a:r>
            <a:r>
              <a:rPr lang="en-US" altLang="zh-TW" dirty="0"/>
              <a:t>Linear Bottleneck </a:t>
            </a:r>
            <a:r>
              <a:rPr lang="zh-TW" altLang="en-US" dirty="0"/>
              <a:t>和 </a:t>
            </a:r>
            <a:r>
              <a:rPr lang="en-US" altLang="zh-TW" dirty="0"/>
              <a:t>Inverted Residual Blocks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5278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AF62CD-407F-4F3D-823D-38AEFADB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轉移學習</a:t>
            </a:r>
            <a:r>
              <a:rPr lang="en-US" altLang="zh-TW" dirty="0"/>
              <a:t>transfer learning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80107C-382F-4889-B369-5CDDE030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轉移學習是一種機器學習方法，它讓已經在一個任務上訓練好的模型，可以被應用到另一個</a:t>
            </a:r>
            <a:r>
              <a:rPr lang="zh-TW" altLang="en-US" u="sng" dirty="0"/>
              <a:t>相關但不同的任務</a:t>
            </a:r>
            <a:r>
              <a:rPr lang="zh-TW" altLang="en-US" dirty="0"/>
              <a:t>上。</a:t>
            </a:r>
            <a:endParaRPr lang="en-US" altLang="zh-TW" dirty="0"/>
          </a:p>
          <a:p>
            <a:r>
              <a:rPr lang="zh-TW" altLang="en-US" dirty="0"/>
              <a:t>這在影像處理領域尤其有效，因為訓練深度學習模型需要大量的計算資源和數據，而轉移學習允許我們利用「預訓練的模型」來節省這些資源。</a:t>
            </a:r>
            <a:endParaRPr lang="en-US" altLang="zh-TW" dirty="0"/>
          </a:p>
          <a:p>
            <a:pPr lvl="1"/>
            <a:r>
              <a:rPr lang="zh-TW" altLang="en-US" dirty="0"/>
              <a:t>將這個預訓練模型應用到一個新的、但相關的任務上，被稱為微調階段</a:t>
            </a:r>
            <a:r>
              <a:rPr lang="en-US" altLang="zh-TW" dirty="0"/>
              <a:t>(fine tune)</a:t>
            </a:r>
          </a:p>
          <a:p>
            <a:r>
              <a:rPr lang="zh-TW" altLang="en-US" dirty="0"/>
              <a:t>透過微調訓練最後幾層，例如</a:t>
            </a:r>
            <a:r>
              <a:rPr lang="en-US" altLang="zh-TW" dirty="0"/>
              <a:t>Inception V3</a:t>
            </a:r>
            <a:r>
              <a:rPr lang="zh-TW" altLang="en-US" dirty="0"/>
              <a:t>的</a:t>
            </a:r>
            <a:r>
              <a:rPr lang="en-US" altLang="zh-TW" dirty="0"/>
              <a:t>fc(linear)</a:t>
            </a:r>
            <a:r>
              <a:rPr lang="zh-TW" altLang="en-US" dirty="0"/>
              <a:t>層，讓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2964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4C48-295E-4D26-AE4C-76954484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36DD2E-F00F-493C-968D-CFA2959EC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Inter"/>
              </a:rPr>
              <a:t>https://www.kaggle.com/code/leonjye/flickr8k-image-captioning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CE88A0-0CAE-4C50-B8E4-93E0932F9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86" y="2446580"/>
            <a:ext cx="6003559" cy="4260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236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EF785-0530-4E87-9849-F5FA3D59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程式練習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C070A3-0D03-4706-9D2E-E630A2652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TW" altLang="en-US" dirty="0"/>
              <a:t>建立字彙類別</a:t>
            </a:r>
            <a:endParaRPr lang="en-US" altLang="zh-TW" dirty="0"/>
          </a:p>
          <a:p>
            <a:pPr lvl="1"/>
            <a:r>
              <a:rPr lang="zh-TW" altLang="en-US" dirty="0"/>
              <a:t>主要建立每個字跟索引值的對應</a:t>
            </a:r>
            <a:endParaRPr lang="en-US" altLang="zh-TW" dirty="0"/>
          </a:p>
          <a:p>
            <a:pPr lvl="1"/>
            <a:r>
              <a:rPr lang="zh-TW" altLang="en-US" dirty="0"/>
              <a:t>取得總字彙數</a:t>
            </a:r>
            <a:endParaRPr lang="en-US" altLang="zh-TW" dirty="0"/>
          </a:p>
          <a:p>
            <a:pPr lvl="1"/>
            <a:r>
              <a:rPr lang="zh-TW" altLang="en-US" dirty="0"/>
              <a:t>這邊使用</a:t>
            </a:r>
            <a:r>
              <a:rPr lang="en-US" altLang="zh-TW" dirty="0"/>
              <a:t>NLTK</a:t>
            </a:r>
            <a:r>
              <a:rPr lang="zh-TW" altLang="en-US" dirty="0"/>
              <a:t>分割文字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920DF7C-6373-4C40-91D9-A61A1EDD8426}"/>
              </a:ext>
            </a:extLst>
          </p:cNvPr>
          <p:cNvSpPr txBox="1"/>
          <p:nvPr/>
        </p:nvSpPr>
        <p:spPr>
          <a:xfrm>
            <a:off x="838200" y="3726577"/>
            <a:ext cx="996042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Vocabulary:</a:t>
            </a:r>
          </a:p>
          <a:p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這邊是先建立自己的字典，後面才會繼續增加</a:t>
            </a:r>
            <a:endParaRPr lang="zh-TW" altLang="en-US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zh-TW" altLang="en-US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__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__(self,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freq_threshold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.itos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{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"&lt;PAD&gt;"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"&lt;SOS&gt;"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"&lt;EOS&gt;"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"&lt;UNK&gt;"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}</a:t>
            </a:r>
          </a:p>
          <a:p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.stoi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{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"&lt;PAD&gt;"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"&lt;SOS&gt;"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"&lt;EOS&gt;"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"&lt;UNK&gt;"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TW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}</a:t>
            </a:r>
          </a:p>
          <a:p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.freq_threshold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freq_threshold</a:t>
            </a:r>
            <a:endParaRPr lang="en-US" altLang="zh-TW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b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__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len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__(self):</a:t>
            </a:r>
          </a:p>
          <a:p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return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len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.itos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1881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247C64-CE0B-4A01-86CA-3F20D522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1A494-F6FB-4590-A65C-0EFED8656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建立針對</a:t>
            </a:r>
            <a:r>
              <a:rPr lang="en-US" altLang="zh-TW" dirty="0"/>
              <a:t>Flickr</a:t>
            </a:r>
            <a:r>
              <a:rPr lang="zh-TW" altLang="en-US" dirty="0"/>
              <a:t>的</a:t>
            </a:r>
            <a:r>
              <a:rPr lang="en-US" altLang="zh-TW" dirty="0"/>
              <a:t>Dataset</a:t>
            </a:r>
          </a:p>
          <a:p>
            <a:pPr lvl="1"/>
            <a:r>
              <a:rPr lang="zh-TW" altLang="en-US" dirty="0"/>
              <a:t>重要是</a:t>
            </a:r>
            <a:r>
              <a:rPr lang="en-US" altLang="zh-TW" dirty="0"/>
              <a:t>__</a:t>
            </a:r>
            <a:r>
              <a:rPr lang="en-US" altLang="zh-TW" dirty="0" err="1"/>
              <a:t>len</a:t>
            </a:r>
            <a:r>
              <a:rPr lang="en-US" altLang="zh-TW" dirty="0"/>
              <a:t>__ </a:t>
            </a:r>
            <a:r>
              <a:rPr lang="zh-TW" altLang="en-US" dirty="0"/>
              <a:t>函數，用來取得資料總筆數</a:t>
            </a:r>
            <a:endParaRPr lang="en-US" altLang="zh-TW" dirty="0"/>
          </a:p>
          <a:p>
            <a:pPr lvl="1"/>
            <a:r>
              <a:rPr lang="zh-TW" altLang="en-US" dirty="0"/>
              <a:t>以及</a:t>
            </a:r>
            <a:r>
              <a:rPr lang="en-US" altLang="zh-TW" dirty="0"/>
              <a:t>__</a:t>
            </a:r>
            <a:r>
              <a:rPr lang="en-US" altLang="zh-TW" dirty="0" err="1"/>
              <a:t>getitem</a:t>
            </a:r>
            <a:r>
              <a:rPr lang="en-US" altLang="zh-TW" dirty="0"/>
              <a:t>__(index)</a:t>
            </a:r>
            <a:r>
              <a:rPr lang="zh-TW" altLang="en-US" dirty="0"/>
              <a:t>，透過</a:t>
            </a:r>
            <a:r>
              <a:rPr lang="en-US" altLang="zh-TW" dirty="0"/>
              <a:t>index</a:t>
            </a:r>
            <a:r>
              <a:rPr lang="zh-TW" altLang="en-US" dirty="0"/>
              <a:t>取得某一筆的資料</a:t>
            </a:r>
            <a:endParaRPr lang="en-US" altLang="zh-TW" dirty="0"/>
          </a:p>
          <a:p>
            <a:pPr lvl="2"/>
            <a:r>
              <a:rPr lang="zh-TW" altLang="en-US" dirty="0"/>
              <a:t>輸入是</a:t>
            </a:r>
            <a:r>
              <a:rPr lang="en-US" altLang="zh-TW" dirty="0"/>
              <a:t>Image</a:t>
            </a:r>
            <a:r>
              <a:rPr lang="zh-TW" altLang="en-US" dirty="0"/>
              <a:t>，目標是</a:t>
            </a:r>
            <a:r>
              <a:rPr lang="en-US" altLang="zh-TW" dirty="0"/>
              <a:t>caption</a:t>
            </a:r>
          </a:p>
          <a:p>
            <a:pPr lvl="2"/>
            <a:r>
              <a:rPr lang="zh-TW" altLang="en-US" dirty="0"/>
              <a:t>圖片透過</a:t>
            </a:r>
            <a:r>
              <a:rPr lang="en-US" altLang="zh-TW" dirty="0" err="1"/>
              <a:t>torchvision.transforms</a:t>
            </a:r>
            <a:r>
              <a:rPr lang="zh-TW" altLang="en-US" dirty="0"/>
              <a:t>進行增強，如切割、正則化等等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201805-42E1-452E-95D0-BAC6754C6762}"/>
              </a:ext>
            </a:extLst>
          </p:cNvPr>
          <p:cNvSpPr txBox="1"/>
          <p:nvPr/>
        </p:nvSpPr>
        <p:spPr>
          <a:xfrm>
            <a:off x="838200" y="3806371"/>
            <a:ext cx="10515600" cy="2616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這邊是建立圖片跟文字之間的關係</a:t>
            </a:r>
            <a:endParaRPr lang="zh-TW" altLang="en-US" sz="16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6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FlickrDataset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(Dataset):</a:t>
            </a:r>
          </a:p>
          <a:p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altLang="zh-TW" sz="16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__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__(self,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root_dir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captions_file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transform=</a:t>
            </a:r>
            <a:r>
              <a:rPr lang="en-US" altLang="zh-TW" sz="16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None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freq_threshold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TW" sz="16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5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.root_dir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root_dir</a:t>
            </a:r>
            <a:endParaRPr lang="en-US" altLang="zh-TW" sz="16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.df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pd.read_csv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captions_file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.transform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transform</a:t>
            </a:r>
          </a:p>
          <a:p>
            <a:b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6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載入圖片跟敘述</a:t>
            </a:r>
            <a:endParaRPr lang="zh-TW" altLang="en-US" sz="16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.imgs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.df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[</a:t>
            </a:r>
            <a:r>
              <a:rPr lang="en-US" altLang="zh-TW" sz="16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"image"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</a:t>
            </a:r>
          </a:p>
          <a:p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.captions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6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6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.df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[</a:t>
            </a:r>
            <a:r>
              <a:rPr lang="en-US" altLang="zh-TW" sz="16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"caption"</a:t>
            </a:r>
            <a:r>
              <a:rPr lang="en-US" altLang="zh-TW" sz="16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9201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08580-B0AF-42CB-8383-24EDE5E5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C5EFC6-308F-4E19-AC36-76D8509B0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CNN</a:t>
            </a:r>
            <a:r>
              <a:rPr lang="zh-TW" altLang="en-US" dirty="0"/>
              <a:t>做為</a:t>
            </a:r>
            <a:r>
              <a:rPr lang="en-US" altLang="zh-TW" dirty="0"/>
              <a:t>Encoder</a:t>
            </a:r>
          </a:p>
          <a:p>
            <a:pPr lvl="1"/>
            <a:r>
              <a:rPr lang="zh-TW" altLang="en-US" dirty="0"/>
              <a:t>載入</a:t>
            </a:r>
            <a:r>
              <a:rPr lang="en-US" altLang="zh-TW" dirty="0"/>
              <a:t>Inception v3</a:t>
            </a:r>
            <a:r>
              <a:rPr lang="zh-TW" altLang="en-US" dirty="0"/>
              <a:t>的權重</a:t>
            </a:r>
            <a:endParaRPr lang="en-US" altLang="zh-TW" dirty="0"/>
          </a:p>
          <a:p>
            <a:pPr lvl="1"/>
            <a:r>
              <a:rPr lang="zh-TW" altLang="en-US" dirty="0"/>
              <a:t>設定除了最後的</a:t>
            </a:r>
            <a:r>
              <a:rPr lang="en-US" altLang="zh-TW" dirty="0"/>
              <a:t>fc</a:t>
            </a:r>
            <a:r>
              <a:rPr lang="zh-TW" altLang="en-US" dirty="0"/>
              <a:t>層要再訓練以外，其它層都鎖起來</a:t>
            </a:r>
            <a:r>
              <a:rPr lang="en-US" altLang="zh-TW" dirty="0"/>
              <a:t>(</a:t>
            </a:r>
            <a:r>
              <a:rPr lang="en-US" altLang="zh-TW" dirty="0" err="1"/>
              <a:t>requires_grad</a:t>
            </a:r>
            <a:r>
              <a:rPr lang="en-US" altLang="zh-TW" dirty="0"/>
              <a:t>=False)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18127B-4A83-48AB-A2EB-D1262CAB4752}"/>
              </a:ext>
            </a:extLst>
          </p:cNvPr>
          <p:cNvSpPr txBox="1"/>
          <p:nvPr/>
        </p:nvSpPr>
        <p:spPr>
          <a:xfrm>
            <a:off x="598714" y="3168888"/>
            <a:ext cx="11223171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EncoderCNN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nn.Module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__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__(self,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embed_size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super(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EncoderCNN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).__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__()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載入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inception v3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架構及權重</a:t>
            </a:r>
            <a:endParaRPr lang="zh-TW" altLang="en-US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zh-TW" altLang="en-US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.inception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inception_v3(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aux_logits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False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,init_weights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=Inception_V3_Weights.</a:t>
            </a:r>
            <a:r>
              <a:rPr lang="en-US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IMAGENET1K_V1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把最後一層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fc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的部分換掉成我們的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output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為 </a:t>
            </a:r>
            <a:r>
              <a:rPr lang="en-US" altLang="zh-TW" sz="1400" b="0" dirty="0" err="1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embed_size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，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transfer learning</a:t>
            </a:r>
            <a:endParaRPr lang="en-US" altLang="zh-TW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.inception.fc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nn.Linear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.inception.fc.in_features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embed_size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name, param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.inception.named_parameters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():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4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fc.weight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name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or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4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fc.bias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name: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       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param.requires_grad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True</a:t>
            </a:r>
            <a:endParaRPr lang="en-US" altLang="zh-TW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       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param.requires_grad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False</a:t>
            </a:r>
            <a:endParaRPr lang="en-US" altLang="zh-TW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.relu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nn.ReLU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()</a:t>
            </a: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#self.times = []</a:t>
            </a:r>
            <a:endParaRPr lang="en-US" altLang="zh-TW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.dropout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nn.Dropout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0.5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6011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2172C6-8FC2-452E-BBC3-8F4FF2FB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F0A845-4940-4049-9A2F-9E8CE546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RNN</a:t>
            </a:r>
            <a:r>
              <a:rPr lang="zh-TW" altLang="en-US" dirty="0"/>
              <a:t>完成</a:t>
            </a:r>
            <a:r>
              <a:rPr lang="en-US" altLang="zh-TW" dirty="0"/>
              <a:t>Decoder</a:t>
            </a:r>
            <a:r>
              <a:rPr lang="zh-TW" altLang="en-US" dirty="0"/>
              <a:t>的功能</a:t>
            </a:r>
            <a:endParaRPr lang="en-US" altLang="zh-TW" dirty="0"/>
          </a:p>
          <a:p>
            <a:pPr lvl="1"/>
            <a:r>
              <a:rPr lang="zh-TW" altLang="en-US" dirty="0"/>
              <a:t>透過</a:t>
            </a:r>
            <a:r>
              <a:rPr lang="en-US" altLang="zh-TW" dirty="0"/>
              <a:t>Encoder</a:t>
            </a:r>
            <a:r>
              <a:rPr lang="zh-TW" altLang="en-US" dirty="0"/>
              <a:t>將圖片轉成</a:t>
            </a:r>
            <a:r>
              <a:rPr lang="en-US" altLang="zh-TW" dirty="0"/>
              <a:t>features</a:t>
            </a:r>
            <a:r>
              <a:rPr lang="zh-TW" altLang="en-US" dirty="0"/>
              <a:t>，跟預期的句子結合後透過</a:t>
            </a:r>
            <a:r>
              <a:rPr lang="en-US" altLang="zh-TW" dirty="0"/>
              <a:t>LSTM</a:t>
            </a:r>
            <a:r>
              <a:rPr lang="zh-TW" altLang="en-US" dirty="0"/>
              <a:t>輸出</a:t>
            </a:r>
            <a:endParaRPr lang="en-US" altLang="zh-TW" dirty="0"/>
          </a:p>
          <a:p>
            <a:pPr lvl="1"/>
            <a:r>
              <a:rPr lang="zh-TW" altLang="en-US" dirty="0"/>
              <a:t>透過</a:t>
            </a:r>
            <a:r>
              <a:rPr lang="en-US" altLang="zh-TW" dirty="0"/>
              <a:t>Linear</a:t>
            </a:r>
            <a:r>
              <a:rPr lang="zh-TW" altLang="en-US" dirty="0"/>
              <a:t>轉換後作為輸出機率矩陣，可以從中取出機率最大者當作輸出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96C68A-B801-0AA9-24FB-1873EAA0A6A0}"/>
              </a:ext>
            </a:extLst>
          </p:cNvPr>
          <p:cNvSpPr txBox="1"/>
          <p:nvPr/>
        </p:nvSpPr>
        <p:spPr>
          <a:xfrm>
            <a:off x="838200" y="3609082"/>
            <a:ext cx="993648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class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Module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  <a:b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zh-TW" alt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forward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features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captions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pPr lvl="2"/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embeddings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dropout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captions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pPr lvl="2"/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加入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 output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的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feature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進來</a:t>
            </a:r>
            <a:endParaRPr lang="zh-TW" alt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pPr lvl="2"/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embeddings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torch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features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.unsqueeze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embeddings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dim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pPr lvl="2"/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然後丟出</a:t>
            </a:r>
            <a:endParaRPr lang="zh-TW" alt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pPr lvl="2"/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hiddens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lstm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embeddings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pPr lvl="2"/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linear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hiddens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pPr lvl="2"/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return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outputs</a:t>
            </a:r>
            <a:endParaRPr lang="en" altLang="zh-TW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732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F7F79-88F0-CFE5-C604-31433F88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程式練習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9DC758-448C-33DB-18C9-30BE247E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完整的模型則包含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以及</a:t>
            </a:r>
            <a:r>
              <a:rPr kumimoji="1" lang="en-US" altLang="zh-TW" dirty="0"/>
              <a:t>Decoder</a:t>
            </a:r>
          </a:p>
          <a:p>
            <a:r>
              <a:rPr kumimoji="1" lang="zh-TW" altLang="en-US" dirty="0"/>
              <a:t>這邊再包含一個用來產生</a:t>
            </a:r>
            <a:r>
              <a:rPr kumimoji="1" lang="en-US" altLang="zh-TW" dirty="0"/>
              <a:t>caption</a:t>
            </a:r>
            <a:r>
              <a:rPr kumimoji="1" lang="zh-TW" altLang="en-US" dirty="0"/>
              <a:t>的函數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69878B1-6813-6A71-A305-DB359340BA6D}"/>
              </a:ext>
            </a:extLst>
          </p:cNvPr>
          <p:cNvSpPr txBox="1"/>
          <p:nvPr/>
        </p:nvSpPr>
        <p:spPr>
          <a:xfrm>
            <a:off x="838200" y="3256280"/>
            <a:ext cx="1032764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class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EncoderDecoder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nn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Module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400" dirty="0">
                <a:solidFill>
                  <a:srgbClr val="3B3B3B"/>
                </a:solidFill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init</a:t>
            </a:r>
            <a:r>
              <a:rPr lang="en" altLang="zh-TW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hidden_size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vocab_size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num_layers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4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4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super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EncoderDecoder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).</a:t>
            </a:r>
            <a:r>
              <a:rPr lang="en" altLang="zh-TW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init</a:t>
            </a:r>
            <a:r>
              <a:rPr lang="en" altLang="zh-TW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 </a:t>
            </a:r>
          </a:p>
          <a:p>
            <a:r>
              <a:rPr lang="zh-TW" altLang="en-US" sz="1400" dirty="0">
                <a:solidFill>
                  <a:srgbClr val="3B3B3B"/>
                </a:solidFill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encoderCNN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EncoderCNN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hidden_size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vocab_size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num_layers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b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zh-TW" alt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forward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images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captions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features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encoderCNN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images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features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captions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return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outputs</a:t>
            </a:r>
            <a:endParaRPr lang="en" altLang="zh-TW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b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zh-TW" alt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caption_image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image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vocabulary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max_length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50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9079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7F56C-E4E8-2568-C653-14DBF072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程式練習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" altLang="zh-TW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caption_image</a:t>
            </a:r>
            <a:r>
              <a:rPr lang="en" altLang="zh-TW" sz="1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image</a:t>
            </a:r>
            <a:r>
              <a:rPr lang="en" altLang="zh-TW" sz="1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vocabulary</a:t>
            </a:r>
            <a:r>
              <a:rPr lang="en" altLang="zh-TW" sz="1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max_length</a:t>
            </a:r>
            <a:r>
              <a:rPr lang="en" altLang="zh-TW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50</a:t>
            </a:r>
            <a:r>
              <a:rPr lang="en" altLang="zh-TW" sz="1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F8A936-9256-7F9C-D7C1-FA82AFD96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2640" cy="4351338"/>
          </a:xfrm>
        </p:spPr>
        <p:txBody>
          <a:bodyPr/>
          <a:lstStyle/>
          <a:p>
            <a:r>
              <a:rPr kumimoji="1" lang="zh-TW" altLang="en-US" dirty="0"/>
              <a:t>產生</a:t>
            </a:r>
            <a:r>
              <a:rPr kumimoji="1" lang="en-US" altLang="zh-TW" dirty="0"/>
              <a:t>Caption</a:t>
            </a:r>
          </a:p>
          <a:p>
            <a:r>
              <a:rPr kumimoji="1" lang="zh-TW" altLang="en-US" dirty="0"/>
              <a:t>先透過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產生圖片特徵資訊</a:t>
            </a:r>
            <a:endParaRPr kumimoji="1" lang="en-US" altLang="zh-TW" dirty="0"/>
          </a:p>
          <a:p>
            <a:r>
              <a:rPr kumimoji="1" lang="zh-TW" altLang="en-US" dirty="0"/>
              <a:t>跟</a:t>
            </a:r>
            <a:r>
              <a:rPr kumimoji="1" lang="en-US" altLang="zh-TW" dirty="0"/>
              <a:t>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generator</a:t>
            </a:r>
            <a:r>
              <a:rPr kumimoji="1" lang="zh-TW" altLang="en-US" dirty="0"/>
              <a:t>一樣，透過迴圈呼叫</a:t>
            </a:r>
            <a:r>
              <a:rPr kumimoji="1" lang="en-US" altLang="zh-TW" dirty="0"/>
              <a:t>decoder</a:t>
            </a:r>
            <a:r>
              <a:rPr kumimoji="1" lang="zh-TW" altLang="en-US" dirty="0"/>
              <a:t>，一個字一個字的產生出來，直到出現</a:t>
            </a:r>
            <a:r>
              <a:rPr kumimoji="1" lang="en-US" altLang="zh-TW" dirty="0"/>
              <a:t>&lt;EOS&gt;</a:t>
            </a:r>
            <a:r>
              <a:rPr kumimoji="1" lang="zh-TW" altLang="en-US" dirty="0"/>
              <a:t>或是達到指定長度為止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97E75BD-E875-176E-FD7A-D6C3EBB5A869}"/>
              </a:ext>
            </a:extLst>
          </p:cNvPr>
          <p:cNvSpPr txBox="1"/>
          <p:nvPr/>
        </p:nvSpPr>
        <p:spPr>
          <a:xfrm>
            <a:off x="4180840" y="1825625"/>
            <a:ext cx="7172960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encoderCNN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image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).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unsqueeze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states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None</a:t>
            </a:r>
            <a:endParaRPr lang="en" altLang="zh-TW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b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for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range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max_length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RNN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每次的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都會把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state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覆蓋</a:t>
            </a:r>
            <a:endParaRPr lang="zh-TW" alt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hiddens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states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lstm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states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然後再丟到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linear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跑及幾率</a:t>
            </a:r>
            <a:endParaRPr lang="zh-TW" alt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linear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hiddens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.squeeze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找最大的</a:t>
            </a:r>
            <a:endParaRPr lang="zh-TW" alt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predicted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.argmax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把結果放置 </a:t>
            </a:r>
            <a:r>
              <a:rPr lang="en" altLang="zh-TW" sz="1600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result_caption</a:t>
            </a:r>
            <a:endParaRPr lang="en" altLang="zh-TW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result_caption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append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predicted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.item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decoderRNN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predicted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).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unsqueeze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一直重複上面的過程一直跑到結束</a:t>
            </a:r>
            <a:r>
              <a:rPr lang="en" altLang="zh-TW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token (&lt;EOS&gt;) </a:t>
            </a:r>
            <a:r>
              <a:rPr lang="zh-TW" altLang="en-US" sz="16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出現再停止</a:t>
            </a:r>
            <a:endParaRPr lang="zh-TW" altLang="en-US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if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vocabulary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.itos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predicted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.item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()]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"&lt;EOS&gt;"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:</a:t>
            </a:r>
          </a:p>
          <a:p>
            <a:r>
              <a:rPr lang="zh-TW" alt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break</a:t>
            </a:r>
            <a:endParaRPr lang="en" altLang="zh-TW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327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C1A9B2E-9DD1-46EC-BDA2-1E8DCD46D6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程式練習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𝐼𝐼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zh-TW" altLang="en-US" dirty="0"/>
                  <a:t>加入</a:t>
                </a:r>
                <a:r>
                  <a:rPr lang="en-US" altLang="zh-TW" dirty="0"/>
                  <a:t>attention</a:t>
                </a:r>
                <a:r>
                  <a:rPr lang="zh-TW" altLang="en-US" dirty="0"/>
                  <a:t>的機制</a:t>
                </a:r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C1A9B2E-9DD1-46EC-BDA2-1E8DCD46D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4FE25F-A715-4F43-99C2-106FFBB41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"/>
                <a:hlinkClick r:id="rId3"/>
              </a:rPr>
              <a:t>https://www.kaggle.com/code/leonjye/image-captioning-with-attention</a:t>
            </a:r>
            <a:endParaRPr lang="en" altLang="zh-TW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Inter"/>
            </a:endParaRPr>
          </a:p>
          <a:p>
            <a:r>
              <a:rPr lang="en-US" altLang="zh-TW" dirty="0"/>
              <a:t>Dataset</a:t>
            </a:r>
            <a:r>
              <a:rPr lang="zh-TW" altLang="en-US" dirty="0"/>
              <a:t>、</a:t>
            </a:r>
            <a:r>
              <a:rPr lang="en-US" altLang="zh-TW" dirty="0" err="1"/>
              <a:t>DataLoader</a:t>
            </a:r>
            <a:r>
              <a:rPr lang="zh-TW" altLang="en-US" dirty="0"/>
              <a:t>以及</a:t>
            </a:r>
            <a:r>
              <a:rPr lang="en" altLang="zh-TW" dirty="0"/>
              <a:t>Vocabulary</a:t>
            </a:r>
            <a:r>
              <a:rPr lang="zh-TW" altLang="en" dirty="0"/>
              <a:t>都</a:t>
            </a:r>
            <a:r>
              <a:rPr lang="zh-TW" altLang="en-US" dirty="0"/>
              <a:t>跟前面的程式一樣</a:t>
            </a:r>
            <a:endParaRPr lang="en-US" altLang="zh-TW" dirty="0"/>
          </a:p>
          <a:p>
            <a:r>
              <a:rPr lang="zh-TW" altLang="en-US" dirty="0"/>
              <a:t>為了增強</a:t>
            </a:r>
            <a:r>
              <a:rPr lang="en-US" altLang="zh-TW" dirty="0"/>
              <a:t>Captioning</a:t>
            </a:r>
            <a:r>
              <a:rPr lang="zh-TW" altLang="en-US" dirty="0"/>
              <a:t>階段，在影像編碼器</a:t>
            </a:r>
            <a:r>
              <a:rPr lang="en-US" altLang="zh-TW" dirty="0"/>
              <a:t>(Encoder)</a:t>
            </a:r>
            <a:r>
              <a:rPr lang="zh-TW" altLang="en-US" dirty="0"/>
              <a:t>和語言解碼器</a:t>
            </a:r>
            <a:r>
              <a:rPr lang="en-US" altLang="zh-TW" dirty="0"/>
              <a:t>(Decoder)</a:t>
            </a:r>
            <a:r>
              <a:rPr lang="zh-TW" altLang="en-US" dirty="0"/>
              <a:t>之間整合加入 </a:t>
            </a:r>
            <a:r>
              <a:rPr lang="en-US" altLang="zh-TW" dirty="0"/>
              <a:t>attention</a:t>
            </a:r>
            <a:r>
              <a:rPr lang="zh-TW" altLang="en-US" dirty="0"/>
              <a:t> </a:t>
            </a:r>
            <a:r>
              <a:rPr lang="en-US" altLang="zh-TW" dirty="0"/>
              <a:t>mechanism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注意力機制幫助模型在生成每個單字時專注於圖像的不同部分，從而使其能夠將</a:t>
            </a:r>
            <a:r>
              <a:rPr lang="zh-TW" altLang="en-US" u="sng" dirty="0"/>
              <a:t>相關圖像區域與生成的單字對齊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0313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3254A35-290C-5A22-94C2-9305847EEA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程式練習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𝐼𝐼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zh-TW" altLang="en-US" dirty="0"/>
                  <a:t>加入</a:t>
                </a:r>
                <a:r>
                  <a:rPr lang="en-US" altLang="zh-TW" dirty="0"/>
                  <a:t>attention</a:t>
                </a:r>
                <a:r>
                  <a:rPr lang="zh-TW" altLang="en-US" dirty="0"/>
                  <a:t>的機制</a:t>
                </a:r>
                <a:endParaRPr kumimoji="1" lang="zh-TW" altLang="en-US" dirty="0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3254A35-290C-5A22-94C2-9305847EE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76AF67-2E8E-EA0D-849C-88AF2B76F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這次的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的</a:t>
            </a:r>
            <a:r>
              <a:rPr kumimoji="1" lang="en-US" altLang="zh-TW" dirty="0"/>
              <a:t>CNN</a:t>
            </a:r>
            <a:r>
              <a:rPr kumimoji="1" lang="zh-TW" altLang="en-US" dirty="0"/>
              <a:t>使用</a:t>
            </a:r>
            <a:r>
              <a:rPr kumimoji="1" lang="en-US" altLang="zh-TW" dirty="0"/>
              <a:t>resnet50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pPr lvl="1"/>
            <a:r>
              <a:rPr kumimoji="1" lang="zh-TW" altLang="en-US" dirty="0"/>
              <a:t>僅保留前面</a:t>
            </a:r>
            <a:r>
              <a:rPr kumimoji="1" lang="en-US" altLang="zh-TW" dirty="0"/>
              <a:t>Bottleneck</a:t>
            </a:r>
            <a:r>
              <a:rPr kumimoji="1" lang="zh-TW" altLang="en-US" dirty="0"/>
              <a:t>層，拿掉最後的</a:t>
            </a:r>
            <a:r>
              <a:rPr kumimoji="1" lang="en-US" altLang="zh-TW" dirty="0"/>
              <a:t>AvgPool2d</a:t>
            </a:r>
            <a:r>
              <a:rPr kumimoji="1" lang="zh-TW" altLang="en-US" dirty="0"/>
              <a:t>以及</a:t>
            </a:r>
            <a:br>
              <a:rPr kumimoji="1" lang="en-US" altLang="zh-TW" dirty="0"/>
            </a:br>
            <a:r>
              <a:rPr kumimoji="1" lang="en-US" altLang="zh-TW" dirty="0"/>
              <a:t>Linear</a:t>
            </a:r>
            <a:r>
              <a:rPr kumimoji="1" lang="zh-TW" altLang="en-US" dirty="0"/>
              <a:t>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C0E367-86BE-608C-BA8D-52109D7E62F9}"/>
              </a:ext>
            </a:extLst>
          </p:cNvPr>
          <p:cNvSpPr txBox="1"/>
          <p:nvPr/>
        </p:nvSpPr>
        <p:spPr>
          <a:xfrm>
            <a:off x="838200" y="2302639"/>
            <a:ext cx="957072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class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EncoderCNN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Module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init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super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EncoderCNN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).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init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__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resnet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models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resnet50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weights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models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ResNet50_Weights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DEFAULT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for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param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resnet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parameters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():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param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requires_grad</a:t>
            </a:r>
            <a:r>
              <a:rPr lang="en" altLang="zh-TW" sz="16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_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False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modules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list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resnet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children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())[: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-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2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resnet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nn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Sequential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*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modules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A4F92F3-42C2-A49B-8833-E3D5CF6F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564" y="3482503"/>
            <a:ext cx="2741235" cy="31714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1522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36A1BA6-056E-9F3A-0B8B-46DA094047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zh-TW" altLang="en-US" dirty="0"/>
                  <a:t>程式練習</a:t>
                </a:r>
                <a14:m>
                  <m:oMath xmlns:m="http://schemas.openxmlformats.org/officeDocument/2006/math">
                    <m:r>
                      <a:rPr lang="en-US" altLang="zh-TW" dirty="0" smtClean="0">
                        <a:latin typeface="Cambria Math" panose="02040503050406030204" pitchFamily="18" charset="0"/>
                      </a:rPr>
                      <m:t>𝐼𝐼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zh-TW" altLang="en-US" dirty="0"/>
                  <a:t>加入</a:t>
                </a:r>
                <a:r>
                  <a:rPr lang="en-US" altLang="zh-TW" dirty="0"/>
                  <a:t>attention</a:t>
                </a:r>
                <a:r>
                  <a:rPr lang="zh-TW" altLang="en-US" dirty="0"/>
                  <a:t>的機制</a:t>
                </a:r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36A1BA6-056E-9F3A-0B8B-46DA09404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F39B7D-66E1-2F62-C9F8-8468AC250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Bahdanau</a:t>
            </a:r>
            <a:r>
              <a:rPr lang="zh-TW" altLang="en-US" dirty="0"/>
              <a:t> </a:t>
            </a:r>
            <a:r>
              <a:rPr lang="en-US" altLang="zh-TW" dirty="0"/>
              <a:t>attention</a:t>
            </a:r>
            <a:r>
              <a:rPr lang="zh-TW" altLang="en-US" dirty="0"/>
              <a:t>機制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一種加性的</a:t>
            </a:r>
            <a:r>
              <a:rPr lang="en-US" altLang="zh-TW" dirty="0"/>
              <a:t>attention</a:t>
            </a:r>
            <a:r>
              <a:rPr lang="zh-TW" altLang="en-US" dirty="0"/>
              <a:t>機制，將</a:t>
            </a:r>
            <a:r>
              <a:rPr lang="en-US" altLang="zh-TW" dirty="0"/>
              <a:t>decoder</a:t>
            </a:r>
            <a:r>
              <a:rPr lang="zh-TW" altLang="en-US" dirty="0"/>
              <a:t>的隱藏狀態跟</a:t>
            </a:r>
            <a:r>
              <a:rPr lang="en-US" altLang="zh-TW" dirty="0"/>
              <a:t>Encoder</a:t>
            </a:r>
            <a:r>
              <a:rPr lang="zh-TW" altLang="en-US" dirty="0"/>
              <a:t>的輸出對齊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250F63-DEEC-EE1F-83CC-4B2056325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440" y="2186147"/>
            <a:ext cx="7149028" cy="309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701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FAF1C059-5AE8-A211-112F-C443AD5072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程式練習</a:t>
                </a:r>
                <a14:m>
                  <m:oMath xmlns:m="http://schemas.openxmlformats.org/officeDocument/2006/math">
                    <m:r>
                      <a:rPr lang="en-US" altLang="zh-TW" dirty="0" smtClean="0">
                        <a:latin typeface="Cambria Math" panose="02040503050406030204" pitchFamily="18" charset="0"/>
                      </a:rPr>
                      <m:t>𝐼𝐼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zh-TW" altLang="en-US" dirty="0"/>
                  <a:t>加入</a:t>
                </a:r>
                <a:r>
                  <a:rPr lang="en-US" altLang="zh-TW" dirty="0"/>
                  <a:t>attention</a:t>
                </a:r>
                <a:r>
                  <a:rPr lang="zh-TW" altLang="en-US" dirty="0"/>
                  <a:t>的機制</a:t>
                </a:r>
                <a:endParaRPr kumimoji="1" lang="zh-TW" altLang="en-US" dirty="0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FAF1C059-5AE8-A211-112F-C443AD507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36575-038E-A591-5ED9-B686B69B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014708-5F89-2E11-A34F-DA661D60B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730" y="1525567"/>
            <a:ext cx="9454540" cy="50682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718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E5122CA9-0586-CE8F-CF08-B76A3C5083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程式練習</a:t>
                </a:r>
                <a14:m>
                  <m:oMath xmlns:m="http://schemas.openxmlformats.org/officeDocument/2006/math">
                    <m:r>
                      <a:rPr lang="en-US" altLang="zh-TW" dirty="0" smtClean="0">
                        <a:latin typeface="Cambria Math" panose="02040503050406030204" pitchFamily="18" charset="0"/>
                      </a:rPr>
                      <m:t>𝐼𝐼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zh-TW" altLang="en-US" dirty="0"/>
                  <a:t>加入</a:t>
                </a:r>
                <a:r>
                  <a:rPr lang="en-US" altLang="zh-TW" dirty="0"/>
                  <a:t>attention</a:t>
                </a:r>
                <a:r>
                  <a:rPr lang="zh-TW" altLang="en-US" dirty="0"/>
                  <a:t>的機制</a:t>
                </a:r>
                <a:endParaRPr kumimoji="1" lang="zh-TW" altLang="en-US" dirty="0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E5122CA9-0586-CE8F-CF08-B76A3C508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C22525-791A-5F7B-BD36-A2960BED3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 err="1"/>
              <a:t>DecoderRNN</a:t>
            </a:r>
            <a:r>
              <a:rPr kumimoji="1" lang="zh-TW" altLang="en-US" dirty="0"/>
              <a:t>階段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forward</a:t>
            </a:r>
            <a:r>
              <a:rPr kumimoji="1" lang="zh-TW" altLang="en-US" dirty="0"/>
              <a:t>加入</a:t>
            </a:r>
            <a:r>
              <a:rPr kumimoji="1" lang="en-US" altLang="zh-TW" dirty="0"/>
              <a:t>attention</a:t>
            </a:r>
            <a:r>
              <a:rPr kumimoji="1" lang="zh-TW" altLang="en-US" dirty="0"/>
              <a:t>的計算，預測</a:t>
            </a:r>
            <a:r>
              <a:rPr kumimoji="1" lang="en-US" altLang="zh-TW" dirty="0"/>
              <a:t>LSTM</a:t>
            </a:r>
            <a:r>
              <a:rPr kumimoji="1" lang="zh-TW" altLang="en-US" dirty="0"/>
              <a:t>的輸出是什麼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r>
              <a:rPr kumimoji="1" lang="en-US" altLang="zh-TW" dirty="0" err="1"/>
              <a:t>generate_caption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跟前面一樣，透過迴圈持續找出最有可能的下一個字是那一個，用以產生</a:t>
            </a:r>
            <a:r>
              <a:rPr kumimoji="1" lang="en-US" altLang="zh-TW" dirty="0"/>
              <a:t>Caption</a:t>
            </a:r>
          </a:p>
          <a:p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E628194-A04C-D63C-5CC1-B30B347FE1CF}"/>
              </a:ext>
            </a:extLst>
          </p:cNvPr>
          <p:cNvSpPr txBox="1"/>
          <p:nvPr/>
        </p:nvSpPr>
        <p:spPr>
          <a:xfrm>
            <a:off x="2245360" y="2709039"/>
            <a:ext cx="7741920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for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range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seq_length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):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alpha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context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attention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features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lstm_input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torch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cat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embeds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context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dim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lstm_cell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lstm_input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fcn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self</a:t>
            </a:r>
            <a:r>
              <a:rPr lang="en" altLang="zh-TW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drop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h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output</a:t>
            </a:r>
            <a:endParaRPr lang="en" altLang="zh-TW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zh-TW" alt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alphas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 </a:t>
            </a:r>
            <a:r>
              <a:rPr lang="en" altLang="zh-TW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alpha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</a:p>
          <a:p>
            <a:r>
              <a:rPr lang="en" altLang="zh-TW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return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preds</a:t>
            </a:r>
            <a:r>
              <a:rPr lang="en" altLang="zh-TW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alphas</a:t>
            </a:r>
            <a:endParaRPr lang="en" altLang="zh-TW" sz="16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823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1895D0BE-E890-C815-1EC0-F7818C7FC0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程式練習</a:t>
                </a:r>
                <a14:m>
                  <m:oMath xmlns:m="http://schemas.openxmlformats.org/officeDocument/2006/math">
                    <m:r>
                      <a:rPr lang="en-US" altLang="zh-TW" dirty="0" smtClean="0">
                        <a:latin typeface="Cambria Math" panose="02040503050406030204" pitchFamily="18" charset="0"/>
                      </a:rPr>
                      <m:t>𝐼𝐼</m:t>
                    </m:r>
                  </m:oMath>
                </a14:m>
                <a:r>
                  <a:rPr lang="en-US" altLang="zh-TW" dirty="0"/>
                  <a:t>-</a:t>
                </a:r>
                <a:r>
                  <a:rPr lang="zh-TW" altLang="en-US" dirty="0"/>
                  <a:t>加入</a:t>
                </a:r>
                <a:r>
                  <a:rPr lang="en-US" altLang="zh-TW" dirty="0"/>
                  <a:t>attention</a:t>
                </a:r>
                <a:r>
                  <a:rPr lang="zh-TW" altLang="en-US" dirty="0"/>
                  <a:t>的機制</a:t>
                </a:r>
                <a:endParaRPr kumimoji="1" lang="zh-TW" altLang="en-US" dirty="0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1895D0BE-E890-C815-1EC0-F7818C7FC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99F1CE-0289-90E0-0AE3-3F5CCB769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最後可以透過</a:t>
            </a:r>
            <a:r>
              <a:rPr kumimoji="1" lang="en-US" altLang="zh-TW" dirty="0"/>
              <a:t>attention</a:t>
            </a:r>
            <a:r>
              <a:rPr kumimoji="1" lang="zh-TW" altLang="en-US" dirty="0"/>
              <a:t>的計算，瞭解</a:t>
            </a:r>
            <a:r>
              <a:rPr kumimoji="1" lang="en-US" altLang="zh-TW" dirty="0"/>
              <a:t>Caption</a:t>
            </a:r>
            <a:r>
              <a:rPr kumimoji="1" lang="zh-TW" altLang="en-US" dirty="0"/>
              <a:t>產生的過程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是「注意力」放在圖形的那個地方而產生出的文字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2B22C2-AE8F-0A71-33BC-2BC1ED14C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920" y="2819400"/>
            <a:ext cx="5090160" cy="38176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9516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087D62E-2876-B534-3B09-7BAB83B249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519"/>
          <a:stretch/>
        </p:blipFill>
        <p:spPr>
          <a:xfrm>
            <a:off x="1033680" y="80644"/>
            <a:ext cx="9898479" cy="708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10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2459</Words>
  <Application>Microsoft Macintosh PowerPoint</Application>
  <PresentationFormat>寬螢幕</PresentationFormat>
  <Paragraphs>213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5" baseType="lpstr">
      <vt:lpstr>Inter</vt:lpstr>
      <vt:lpstr>Arial</vt:lpstr>
      <vt:lpstr>Calibri</vt:lpstr>
      <vt:lpstr>Calibri Light</vt:lpstr>
      <vt:lpstr>Cambria Math</vt:lpstr>
      <vt:lpstr>Courier New</vt:lpstr>
      <vt:lpstr>Fira Code</vt:lpstr>
      <vt:lpstr>Lato</vt:lpstr>
      <vt:lpstr>Office 佈景主題</vt:lpstr>
      <vt:lpstr>Image Captioning</vt:lpstr>
      <vt:lpstr>圖片生成文字</vt:lpstr>
      <vt:lpstr>圖片生成文字</vt:lpstr>
      <vt:lpstr>圖片生成文字</vt:lpstr>
      <vt:lpstr>圖片生成文字</vt:lpstr>
      <vt:lpstr>圖片生成文字</vt:lpstr>
      <vt:lpstr>Pytorch支援的model</vt:lpstr>
      <vt:lpstr>Pre-trained models</vt:lpstr>
      <vt:lpstr>Pre-trained models</vt:lpstr>
      <vt:lpstr>PowerPoint 簡報</vt:lpstr>
      <vt:lpstr>Pre-trained models</vt:lpstr>
      <vt:lpstr>轉移學習transfer learning</vt:lpstr>
      <vt:lpstr>程式練習</vt:lpstr>
      <vt:lpstr>程式練習</vt:lpstr>
      <vt:lpstr>程式練習</vt:lpstr>
      <vt:lpstr>程式練習</vt:lpstr>
      <vt:lpstr>程式練習</vt:lpstr>
      <vt:lpstr>程式練習</vt:lpstr>
      <vt:lpstr>程式練習 - caption_image(self, image, vocabulary, max_length=50)</vt:lpstr>
      <vt:lpstr>程式練習II-加入attention的機制</vt:lpstr>
      <vt:lpstr>程式練習II-加入attention的機制</vt:lpstr>
      <vt:lpstr>程式練習II-加入attention的機制</vt:lpstr>
      <vt:lpstr>程式練習II-加入attention的機制</vt:lpstr>
      <vt:lpstr>程式練習II-加入attention的機制</vt:lpstr>
      <vt:lpstr>程式練習II-加入attention的機制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</dc:title>
  <dc:creator>林俊杰</dc:creator>
  <cp:lastModifiedBy>林俊杰</cp:lastModifiedBy>
  <cp:revision>14</cp:revision>
  <dcterms:created xsi:type="dcterms:W3CDTF">2024-04-04T07:22:07Z</dcterms:created>
  <dcterms:modified xsi:type="dcterms:W3CDTF">2024-04-12T05:16:30Z</dcterms:modified>
</cp:coreProperties>
</file>
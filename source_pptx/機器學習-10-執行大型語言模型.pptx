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  <p:sldId id="258" r:id="rId6"/>
    <p:sldId id="263" r:id="rId7"/>
    <p:sldId id="268" r:id="rId8"/>
    <p:sldId id="269" r:id="rId9"/>
    <p:sldId id="271" r:id="rId10"/>
    <p:sldId id="262" r:id="rId11"/>
    <p:sldId id="264" r:id="rId12"/>
    <p:sldId id="270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70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林俊杰" userId="dcfdc803-95d8-409b-8404-351632be86e2" providerId="ADAL" clId="{35DC6CE9-4B46-49FB-A1F6-3EDCBDF16CFC}"/>
    <pc:docChg chg="undo custSel addSld modSld sldOrd">
      <pc:chgData name="林俊杰" userId="dcfdc803-95d8-409b-8404-351632be86e2" providerId="ADAL" clId="{35DC6CE9-4B46-49FB-A1F6-3EDCBDF16CFC}" dt="2023-11-09T07:13:44.817" v="344" actId="14100"/>
      <pc:docMkLst>
        <pc:docMk/>
      </pc:docMkLst>
      <pc:sldChg chg="modSp mod">
        <pc:chgData name="林俊杰" userId="dcfdc803-95d8-409b-8404-351632be86e2" providerId="ADAL" clId="{35DC6CE9-4B46-49FB-A1F6-3EDCBDF16CFC}" dt="2023-11-09T05:57:00.058" v="45"/>
        <pc:sldMkLst>
          <pc:docMk/>
          <pc:sldMk cId="3998789971" sldId="258"/>
        </pc:sldMkLst>
        <pc:spChg chg="mod">
          <ac:chgData name="林俊杰" userId="dcfdc803-95d8-409b-8404-351632be86e2" providerId="ADAL" clId="{35DC6CE9-4B46-49FB-A1F6-3EDCBDF16CFC}" dt="2023-11-09T05:57:00.058" v="45"/>
          <ac:spMkLst>
            <pc:docMk/>
            <pc:sldMk cId="3998789971" sldId="258"/>
            <ac:spMk id="3" creationId="{372F968D-9009-467A-A792-874D8D23BAB7}"/>
          </ac:spMkLst>
        </pc:spChg>
      </pc:sldChg>
      <pc:sldChg chg="addSp delSp modSp mod chgLayout">
        <pc:chgData name="林俊杰" userId="dcfdc803-95d8-409b-8404-351632be86e2" providerId="ADAL" clId="{35DC6CE9-4B46-49FB-A1F6-3EDCBDF16CFC}" dt="2023-11-09T04:06:53.398" v="13" actId="114"/>
        <pc:sldMkLst>
          <pc:docMk/>
          <pc:sldMk cId="2555303355" sldId="262"/>
        </pc:sldMkLst>
        <pc:spChg chg="mod ord">
          <ac:chgData name="林俊杰" userId="dcfdc803-95d8-409b-8404-351632be86e2" providerId="ADAL" clId="{35DC6CE9-4B46-49FB-A1F6-3EDCBDF16CFC}" dt="2023-11-09T04:06:34.563" v="7" actId="6264"/>
          <ac:spMkLst>
            <pc:docMk/>
            <pc:sldMk cId="2555303355" sldId="262"/>
            <ac:spMk id="2" creationId="{4C4401B4-4378-4662-A379-4290BFAD79E1}"/>
          </ac:spMkLst>
        </pc:spChg>
        <pc:spChg chg="mod ord">
          <ac:chgData name="林俊杰" userId="dcfdc803-95d8-409b-8404-351632be86e2" providerId="ADAL" clId="{35DC6CE9-4B46-49FB-A1F6-3EDCBDF16CFC}" dt="2023-11-09T04:06:53.398" v="13" actId="114"/>
          <ac:spMkLst>
            <pc:docMk/>
            <pc:sldMk cId="2555303355" sldId="262"/>
            <ac:spMk id="3" creationId="{FD508180-8E23-4C44-B4BA-A403D8E4764A}"/>
          </ac:spMkLst>
        </pc:spChg>
        <pc:spChg chg="add del mod">
          <ac:chgData name="林俊杰" userId="dcfdc803-95d8-409b-8404-351632be86e2" providerId="ADAL" clId="{35DC6CE9-4B46-49FB-A1F6-3EDCBDF16CFC}" dt="2023-11-09T04:06:34.563" v="7" actId="6264"/>
          <ac:spMkLst>
            <pc:docMk/>
            <pc:sldMk cId="2555303355" sldId="262"/>
            <ac:spMk id="4" creationId="{C5FE6A82-9668-4D5E-B788-77A0B8A55504}"/>
          </ac:spMkLst>
        </pc:spChg>
        <pc:spChg chg="add del mod">
          <ac:chgData name="林俊杰" userId="dcfdc803-95d8-409b-8404-351632be86e2" providerId="ADAL" clId="{35DC6CE9-4B46-49FB-A1F6-3EDCBDF16CFC}" dt="2023-11-09T04:06:34.563" v="7" actId="6264"/>
          <ac:spMkLst>
            <pc:docMk/>
            <pc:sldMk cId="2555303355" sldId="262"/>
            <ac:spMk id="5" creationId="{FC3E1CCD-BD4F-47AE-9B8F-F9E48AB306BB}"/>
          </ac:spMkLst>
        </pc:spChg>
      </pc:sldChg>
      <pc:sldChg chg="addSp modSp mod">
        <pc:chgData name="林俊杰" userId="dcfdc803-95d8-409b-8404-351632be86e2" providerId="ADAL" clId="{35DC6CE9-4B46-49FB-A1F6-3EDCBDF16CFC}" dt="2023-11-09T07:13:44.817" v="344" actId="14100"/>
        <pc:sldMkLst>
          <pc:docMk/>
          <pc:sldMk cId="611564957" sldId="263"/>
        </pc:sldMkLst>
        <pc:spChg chg="mod">
          <ac:chgData name="林俊杰" userId="dcfdc803-95d8-409b-8404-351632be86e2" providerId="ADAL" clId="{35DC6CE9-4B46-49FB-A1F6-3EDCBDF16CFC}" dt="2023-11-09T06:19:07.815" v="94" actId="14100"/>
          <ac:spMkLst>
            <pc:docMk/>
            <pc:sldMk cId="611564957" sldId="263"/>
            <ac:spMk id="3" creationId="{4F525BB2-CD61-446A-B082-4B4BFE19CD72}"/>
          </ac:spMkLst>
        </pc:spChg>
        <pc:spChg chg="add mod">
          <ac:chgData name="林俊杰" userId="dcfdc803-95d8-409b-8404-351632be86e2" providerId="ADAL" clId="{35DC6CE9-4B46-49FB-A1F6-3EDCBDF16CFC}" dt="2023-11-09T07:13:30.297" v="338" actId="1076"/>
          <ac:spMkLst>
            <pc:docMk/>
            <pc:sldMk cId="611564957" sldId="263"/>
            <ac:spMk id="4" creationId="{C8205A42-AB1C-43AD-A263-BFC6A7F0FC24}"/>
          </ac:spMkLst>
        </pc:spChg>
        <pc:spChg chg="add mod">
          <ac:chgData name="林俊杰" userId="dcfdc803-95d8-409b-8404-351632be86e2" providerId="ADAL" clId="{35DC6CE9-4B46-49FB-A1F6-3EDCBDF16CFC}" dt="2023-11-09T07:13:44.817" v="344" actId="14100"/>
          <ac:spMkLst>
            <pc:docMk/>
            <pc:sldMk cId="611564957" sldId="263"/>
            <ac:spMk id="7" creationId="{49936E39-81BE-41A0-9E54-5C9B8EA8B838}"/>
          </ac:spMkLst>
        </pc:spChg>
        <pc:picChg chg="add mod">
          <ac:chgData name="林俊杰" userId="dcfdc803-95d8-409b-8404-351632be86e2" providerId="ADAL" clId="{35DC6CE9-4B46-49FB-A1F6-3EDCBDF16CFC}" dt="2023-11-09T07:13:26.060" v="337" actId="1076"/>
          <ac:picMkLst>
            <pc:docMk/>
            <pc:sldMk cId="611564957" sldId="263"/>
            <ac:picMk id="1026" creationId="{DAD853B3-BA55-4DBC-A5DF-7C8CE47421E9}"/>
          </ac:picMkLst>
        </pc:picChg>
      </pc:sldChg>
      <pc:sldChg chg="modSp mod">
        <pc:chgData name="林俊杰" userId="dcfdc803-95d8-409b-8404-351632be86e2" providerId="ADAL" clId="{35DC6CE9-4B46-49FB-A1F6-3EDCBDF16CFC}" dt="2023-11-09T04:07:26.765" v="17" actId="1076"/>
        <pc:sldMkLst>
          <pc:docMk/>
          <pc:sldMk cId="4022951401" sldId="264"/>
        </pc:sldMkLst>
        <pc:spChg chg="mod">
          <ac:chgData name="林俊杰" userId="dcfdc803-95d8-409b-8404-351632be86e2" providerId="ADAL" clId="{35DC6CE9-4B46-49FB-A1F6-3EDCBDF16CFC}" dt="2023-11-09T04:07:26.765" v="17" actId="1076"/>
          <ac:spMkLst>
            <pc:docMk/>
            <pc:sldMk cId="4022951401" sldId="264"/>
            <ac:spMk id="7" creationId="{7DA17581-68DD-4044-9B7C-C21AB17087FD}"/>
          </ac:spMkLst>
        </pc:spChg>
      </pc:sldChg>
      <pc:sldChg chg="modSp new mod ord">
        <pc:chgData name="林俊杰" userId="dcfdc803-95d8-409b-8404-351632be86e2" providerId="ADAL" clId="{35DC6CE9-4B46-49FB-A1F6-3EDCBDF16CFC}" dt="2023-11-09T04:07:05.523" v="15"/>
        <pc:sldMkLst>
          <pc:docMk/>
          <pc:sldMk cId="631878155" sldId="265"/>
        </pc:sldMkLst>
        <pc:spChg chg="mod">
          <ac:chgData name="林俊杰" userId="dcfdc803-95d8-409b-8404-351632be86e2" providerId="ADAL" clId="{35DC6CE9-4B46-49FB-A1F6-3EDCBDF16CFC}" dt="2023-11-09T04:06:11.268" v="4"/>
          <ac:spMkLst>
            <pc:docMk/>
            <pc:sldMk cId="631878155" sldId="265"/>
            <ac:spMk id="2" creationId="{11915D13-6941-43BB-9802-FBB06AB79CB3}"/>
          </ac:spMkLst>
        </pc:spChg>
        <pc:spChg chg="mod">
          <ac:chgData name="林俊杰" userId="dcfdc803-95d8-409b-8404-351632be86e2" providerId="ADAL" clId="{35DC6CE9-4B46-49FB-A1F6-3EDCBDF16CFC}" dt="2023-11-09T04:06:24.064" v="6"/>
          <ac:spMkLst>
            <pc:docMk/>
            <pc:sldMk cId="631878155" sldId="265"/>
            <ac:spMk id="3" creationId="{B6E4DD91-48FB-49B8-979A-079487AE6D30}"/>
          </ac:spMkLst>
        </pc:spChg>
      </pc:sldChg>
      <pc:sldChg chg="modSp new mod">
        <pc:chgData name="林俊杰" userId="dcfdc803-95d8-409b-8404-351632be86e2" providerId="ADAL" clId="{35DC6CE9-4B46-49FB-A1F6-3EDCBDF16CFC}" dt="2023-11-09T05:44:48.301" v="36" actId="20577"/>
        <pc:sldMkLst>
          <pc:docMk/>
          <pc:sldMk cId="3312430005" sldId="266"/>
        </pc:sldMkLst>
        <pc:spChg chg="mod">
          <ac:chgData name="林俊杰" userId="dcfdc803-95d8-409b-8404-351632be86e2" providerId="ADAL" clId="{35DC6CE9-4B46-49FB-A1F6-3EDCBDF16CFC}" dt="2023-11-09T05:44:48.301" v="36" actId="20577"/>
          <ac:spMkLst>
            <pc:docMk/>
            <pc:sldMk cId="3312430005" sldId="266"/>
            <ac:spMk id="2" creationId="{5A5A35FF-2B31-4A00-8E3B-7222EDB41FAA}"/>
          </ac:spMkLst>
        </pc:spChg>
      </pc:sldChg>
      <pc:sldChg chg="modSp new mod">
        <pc:chgData name="林俊杰" userId="dcfdc803-95d8-409b-8404-351632be86e2" providerId="ADAL" clId="{35DC6CE9-4B46-49FB-A1F6-3EDCBDF16CFC}" dt="2023-11-09T07:13:15.722" v="336" actId="21"/>
        <pc:sldMkLst>
          <pc:docMk/>
          <pc:sldMk cId="1479287986" sldId="267"/>
        </pc:sldMkLst>
        <pc:spChg chg="mod">
          <ac:chgData name="林俊杰" userId="dcfdc803-95d8-409b-8404-351632be86e2" providerId="ADAL" clId="{35DC6CE9-4B46-49FB-A1F6-3EDCBDF16CFC}" dt="2023-11-09T07:13:15.722" v="336" actId="21"/>
          <ac:spMkLst>
            <pc:docMk/>
            <pc:sldMk cId="1479287986" sldId="267"/>
            <ac:spMk id="3" creationId="{92CC7AA8-D69F-4ED2-A535-83672D93B97A}"/>
          </ac:spMkLst>
        </pc:spChg>
      </pc:sldChg>
      <pc:sldChg chg="addSp modSp new mod">
        <pc:chgData name="林俊杰" userId="dcfdc803-95d8-409b-8404-351632be86e2" providerId="ADAL" clId="{35DC6CE9-4B46-49FB-A1F6-3EDCBDF16CFC}" dt="2023-11-09T06:38:41.900" v="220" actId="14100"/>
        <pc:sldMkLst>
          <pc:docMk/>
          <pc:sldMk cId="3353871771" sldId="268"/>
        </pc:sldMkLst>
        <pc:spChg chg="mod">
          <ac:chgData name="林俊杰" userId="dcfdc803-95d8-409b-8404-351632be86e2" providerId="ADAL" clId="{35DC6CE9-4B46-49FB-A1F6-3EDCBDF16CFC}" dt="2023-11-09T06:33:12.368" v="194"/>
          <ac:spMkLst>
            <pc:docMk/>
            <pc:sldMk cId="3353871771" sldId="268"/>
            <ac:spMk id="2" creationId="{33243DDC-22EF-4F58-B354-0C2CC1926829}"/>
          </ac:spMkLst>
        </pc:spChg>
        <pc:spChg chg="mod">
          <ac:chgData name="林俊杰" userId="dcfdc803-95d8-409b-8404-351632be86e2" providerId="ADAL" clId="{35DC6CE9-4B46-49FB-A1F6-3EDCBDF16CFC}" dt="2023-11-09T06:35:50.584" v="201" actId="27636"/>
          <ac:spMkLst>
            <pc:docMk/>
            <pc:sldMk cId="3353871771" sldId="268"/>
            <ac:spMk id="3" creationId="{74312285-37DE-4B09-B98C-8D4840B0AEAE}"/>
          </ac:spMkLst>
        </pc:spChg>
        <pc:spChg chg="add mod">
          <ac:chgData name="林俊杰" userId="dcfdc803-95d8-409b-8404-351632be86e2" providerId="ADAL" clId="{35DC6CE9-4B46-49FB-A1F6-3EDCBDF16CFC}" dt="2023-11-09T06:36:43.315" v="215" actId="208"/>
          <ac:spMkLst>
            <pc:docMk/>
            <pc:sldMk cId="3353871771" sldId="268"/>
            <ac:spMk id="5" creationId="{B71A5333-5E80-4F9E-8058-D77D4B58B300}"/>
          </ac:spMkLst>
        </pc:spChg>
        <pc:spChg chg="add mod">
          <ac:chgData name="林俊杰" userId="dcfdc803-95d8-409b-8404-351632be86e2" providerId="ADAL" clId="{35DC6CE9-4B46-49FB-A1F6-3EDCBDF16CFC}" dt="2023-11-09T06:38:41.900" v="220" actId="14100"/>
          <ac:spMkLst>
            <pc:docMk/>
            <pc:sldMk cId="3353871771" sldId="268"/>
            <ac:spMk id="7" creationId="{92E691DD-C808-47BF-A46B-4BD4C04F9EB4}"/>
          </ac:spMkLst>
        </pc:spChg>
      </pc:sldChg>
      <pc:sldChg chg="modSp new mod">
        <pc:chgData name="林俊杰" userId="dcfdc803-95d8-409b-8404-351632be86e2" providerId="ADAL" clId="{35DC6CE9-4B46-49FB-A1F6-3EDCBDF16CFC}" dt="2023-11-09T07:06:31.067" v="254" actId="27636"/>
        <pc:sldMkLst>
          <pc:docMk/>
          <pc:sldMk cId="1867972178" sldId="269"/>
        </pc:sldMkLst>
        <pc:spChg chg="mod">
          <ac:chgData name="林俊杰" userId="dcfdc803-95d8-409b-8404-351632be86e2" providerId="ADAL" clId="{35DC6CE9-4B46-49FB-A1F6-3EDCBDF16CFC}" dt="2023-11-09T06:39:38.272" v="225"/>
          <ac:spMkLst>
            <pc:docMk/>
            <pc:sldMk cId="1867972178" sldId="269"/>
            <ac:spMk id="2" creationId="{329093CA-2894-44AB-BEC5-B39297F2B96A}"/>
          </ac:spMkLst>
        </pc:spChg>
        <pc:spChg chg="mod">
          <ac:chgData name="林俊杰" userId="dcfdc803-95d8-409b-8404-351632be86e2" providerId="ADAL" clId="{35DC6CE9-4B46-49FB-A1F6-3EDCBDF16CFC}" dt="2023-11-09T07:06:31.067" v="254" actId="27636"/>
          <ac:spMkLst>
            <pc:docMk/>
            <pc:sldMk cId="1867972178" sldId="269"/>
            <ac:spMk id="3" creationId="{6A38D314-8882-4564-92BA-FAA9DA2DF10D}"/>
          </ac:spMkLst>
        </pc:spChg>
      </pc:sldChg>
      <pc:sldChg chg="modSp new mod">
        <pc:chgData name="林俊杰" userId="dcfdc803-95d8-409b-8404-351632be86e2" providerId="ADAL" clId="{35DC6CE9-4B46-49FB-A1F6-3EDCBDF16CFC}" dt="2023-11-09T07:06:25.095" v="249"/>
        <pc:sldMkLst>
          <pc:docMk/>
          <pc:sldMk cId="2879551655" sldId="270"/>
        </pc:sldMkLst>
        <pc:spChg chg="mod">
          <ac:chgData name="林俊杰" userId="dcfdc803-95d8-409b-8404-351632be86e2" providerId="ADAL" clId="{35DC6CE9-4B46-49FB-A1F6-3EDCBDF16CFC}" dt="2023-11-09T07:06:25.095" v="249"/>
          <ac:spMkLst>
            <pc:docMk/>
            <pc:sldMk cId="2879551655" sldId="270"/>
            <ac:spMk id="2" creationId="{7C6F58AD-FFCB-4137-A19B-31EA854280C5}"/>
          </ac:spMkLst>
        </pc:spChg>
      </pc:sldChg>
      <pc:sldChg chg="addSp modSp new mod">
        <pc:chgData name="林俊杰" userId="dcfdc803-95d8-409b-8404-351632be86e2" providerId="ADAL" clId="{35DC6CE9-4B46-49FB-A1F6-3EDCBDF16CFC}" dt="2023-11-09T07:12:55.253" v="335" actId="1076"/>
        <pc:sldMkLst>
          <pc:docMk/>
          <pc:sldMk cId="3707435634" sldId="271"/>
        </pc:sldMkLst>
        <pc:spChg chg="mod">
          <ac:chgData name="林俊杰" userId="dcfdc803-95d8-409b-8404-351632be86e2" providerId="ADAL" clId="{35DC6CE9-4B46-49FB-A1F6-3EDCBDF16CFC}" dt="2023-11-09T07:06:43.707" v="256"/>
          <ac:spMkLst>
            <pc:docMk/>
            <pc:sldMk cId="3707435634" sldId="271"/>
            <ac:spMk id="2" creationId="{72221692-DCC0-451F-A33D-08CA145DFCA8}"/>
          </ac:spMkLst>
        </pc:spChg>
        <pc:spChg chg="mod">
          <ac:chgData name="林俊杰" userId="dcfdc803-95d8-409b-8404-351632be86e2" providerId="ADAL" clId="{35DC6CE9-4B46-49FB-A1F6-3EDCBDF16CFC}" dt="2023-11-09T07:07:39.354" v="294"/>
          <ac:spMkLst>
            <pc:docMk/>
            <pc:sldMk cId="3707435634" sldId="271"/>
            <ac:spMk id="3" creationId="{07BBA20B-1CDB-4590-956F-A04EA56B0812}"/>
          </ac:spMkLst>
        </pc:spChg>
        <pc:spChg chg="add mod">
          <ac:chgData name="林俊杰" userId="dcfdc803-95d8-409b-8404-351632be86e2" providerId="ADAL" clId="{35DC6CE9-4B46-49FB-A1F6-3EDCBDF16CFC}" dt="2023-11-09T07:09:53.125" v="324" actId="1076"/>
          <ac:spMkLst>
            <pc:docMk/>
            <pc:sldMk cId="3707435634" sldId="271"/>
            <ac:spMk id="5" creationId="{325F1AAC-72A1-4C3C-BD19-FF62A4D60CE9}"/>
          </ac:spMkLst>
        </pc:spChg>
        <pc:spChg chg="add mod">
          <ac:chgData name="林俊杰" userId="dcfdc803-95d8-409b-8404-351632be86e2" providerId="ADAL" clId="{35DC6CE9-4B46-49FB-A1F6-3EDCBDF16CFC}" dt="2023-11-09T07:11:00.917" v="326"/>
          <ac:spMkLst>
            <pc:docMk/>
            <pc:sldMk cId="3707435634" sldId="271"/>
            <ac:spMk id="7" creationId="{D0B6E00E-2D2D-4225-B94A-F679A818A084}"/>
          </ac:spMkLst>
        </pc:spChg>
        <pc:spChg chg="add mod">
          <ac:chgData name="林俊杰" userId="dcfdc803-95d8-409b-8404-351632be86e2" providerId="ADAL" clId="{35DC6CE9-4B46-49FB-A1F6-3EDCBDF16CFC}" dt="2023-11-09T07:12:55.253" v="335" actId="1076"/>
          <ac:spMkLst>
            <pc:docMk/>
            <pc:sldMk cId="3707435634" sldId="271"/>
            <ac:spMk id="9" creationId="{FE78776C-4C6B-4EE4-9B84-08FD7EC5FC89}"/>
          </ac:spMkLst>
        </pc:spChg>
      </pc:sldChg>
    </pc:docChg>
  </pc:docChgLst>
  <pc:docChgLst>
    <pc:chgData name="林俊杰" userId="dcfdc803-95d8-409b-8404-351632be86e2" providerId="ADAL" clId="{288A455D-3E43-4E0E-ACDE-F2186A33D9F6}"/>
    <pc:docChg chg="undo custSel addSld delSld modSld sldOrd">
      <pc:chgData name="林俊杰" userId="dcfdc803-95d8-409b-8404-351632be86e2" providerId="ADAL" clId="{288A455D-3E43-4E0E-ACDE-F2186A33D9F6}" dt="2023-11-08T05:10:53.154" v="1494" actId="1076"/>
      <pc:docMkLst>
        <pc:docMk/>
      </pc:docMkLst>
      <pc:sldChg chg="modSp mod">
        <pc:chgData name="林俊杰" userId="dcfdc803-95d8-409b-8404-351632be86e2" providerId="ADAL" clId="{288A455D-3E43-4E0E-ACDE-F2186A33D9F6}" dt="2023-11-08T05:10:36.765" v="1493"/>
        <pc:sldMkLst>
          <pc:docMk/>
          <pc:sldMk cId="1533380265" sldId="256"/>
        </pc:sldMkLst>
        <pc:spChg chg="mod">
          <ac:chgData name="林俊杰" userId="dcfdc803-95d8-409b-8404-351632be86e2" providerId="ADAL" clId="{288A455D-3E43-4E0E-ACDE-F2186A33D9F6}" dt="2023-11-07T08:15:35.663" v="45"/>
          <ac:spMkLst>
            <pc:docMk/>
            <pc:sldMk cId="1533380265" sldId="256"/>
            <ac:spMk id="2" creationId="{5047D20E-7AC0-4285-BFB1-8F653959431B}"/>
          </ac:spMkLst>
        </pc:spChg>
        <pc:spChg chg="mod">
          <ac:chgData name="林俊杰" userId="dcfdc803-95d8-409b-8404-351632be86e2" providerId="ADAL" clId="{288A455D-3E43-4E0E-ACDE-F2186A33D9F6}" dt="2023-11-08T05:10:36.765" v="1493"/>
          <ac:spMkLst>
            <pc:docMk/>
            <pc:sldMk cId="1533380265" sldId="256"/>
            <ac:spMk id="3" creationId="{B1F4270D-9D7D-4379-8B40-7C2F4DAE03DD}"/>
          </ac:spMkLst>
        </pc:spChg>
      </pc:sldChg>
      <pc:sldChg chg="addSp delSp modSp mod">
        <pc:chgData name="林俊杰" userId="dcfdc803-95d8-409b-8404-351632be86e2" providerId="ADAL" clId="{288A455D-3E43-4E0E-ACDE-F2186A33D9F6}" dt="2023-11-08T04:16:44.988" v="526" actId="208"/>
        <pc:sldMkLst>
          <pc:docMk/>
          <pc:sldMk cId="4185057695" sldId="257"/>
        </pc:sldMkLst>
        <pc:spChg chg="mod">
          <ac:chgData name="林俊杰" userId="dcfdc803-95d8-409b-8404-351632be86e2" providerId="ADAL" clId="{288A455D-3E43-4E0E-ACDE-F2186A33D9F6}" dt="2023-11-08T04:16:22.664" v="521" actId="20577"/>
          <ac:spMkLst>
            <pc:docMk/>
            <pc:sldMk cId="4185057695" sldId="257"/>
            <ac:spMk id="3" creationId="{68682AD8-8227-4310-A58E-663180B0C8B0}"/>
          </ac:spMkLst>
        </pc:spChg>
        <pc:picChg chg="add del mod">
          <ac:chgData name="林俊杰" userId="dcfdc803-95d8-409b-8404-351632be86e2" providerId="ADAL" clId="{288A455D-3E43-4E0E-ACDE-F2186A33D9F6}" dt="2023-11-08T04:16:38.160" v="522" actId="478"/>
          <ac:picMkLst>
            <pc:docMk/>
            <pc:sldMk cId="4185057695" sldId="257"/>
            <ac:picMk id="5" creationId="{3DED1A94-1BEE-4BAE-BC53-D66021E25F01}"/>
          </ac:picMkLst>
        </pc:picChg>
        <pc:picChg chg="add mod">
          <ac:chgData name="林俊杰" userId="dcfdc803-95d8-409b-8404-351632be86e2" providerId="ADAL" clId="{288A455D-3E43-4E0E-ACDE-F2186A33D9F6}" dt="2023-11-08T04:16:44.988" v="526" actId="208"/>
          <ac:picMkLst>
            <pc:docMk/>
            <pc:sldMk cId="4185057695" sldId="257"/>
            <ac:picMk id="6" creationId="{E1729646-A2BA-4286-81C5-D0C67903B850}"/>
          </ac:picMkLst>
        </pc:picChg>
      </pc:sldChg>
      <pc:sldChg chg="addSp delSp modSp new mod delAnim modAnim">
        <pc:chgData name="林俊杰" userId="dcfdc803-95d8-409b-8404-351632be86e2" providerId="ADAL" clId="{288A455D-3E43-4E0E-ACDE-F2186A33D9F6}" dt="2023-11-08T04:29:59.457" v="1011" actId="12"/>
        <pc:sldMkLst>
          <pc:docMk/>
          <pc:sldMk cId="3998789971" sldId="258"/>
        </pc:sldMkLst>
        <pc:spChg chg="mod">
          <ac:chgData name="林俊杰" userId="dcfdc803-95d8-409b-8404-351632be86e2" providerId="ADAL" clId="{288A455D-3E43-4E0E-ACDE-F2186A33D9F6}" dt="2023-11-07T08:19:22.114" v="111"/>
          <ac:spMkLst>
            <pc:docMk/>
            <pc:sldMk cId="3998789971" sldId="258"/>
            <ac:spMk id="2" creationId="{D2F67A19-12D1-46DA-8217-ED77CACD4E33}"/>
          </ac:spMkLst>
        </pc:spChg>
        <pc:spChg chg="mod">
          <ac:chgData name="林俊杰" userId="dcfdc803-95d8-409b-8404-351632be86e2" providerId="ADAL" clId="{288A455D-3E43-4E0E-ACDE-F2186A33D9F6}" dt="2023-11-08T04:28:41.690" v="988" actId="1076"/>
          <ac:spMkLst>
            <pc:docMk/>
            <pc:sldMk cId="3998789971" sldId="258"/>
            <ac:spMk id="3" creationId="{372F968D-9009-467A-A792-874D8D23BAB7}"/>
          </ac:spMkLst>
        </pc:spChg>
        <pc:spChg chg="add del">
          <ac:chgData name="林俊杰" userId="dcfdc803-95d8-409b-8404-351632be86e2" providerId="ADAL" clId="{288A455D-3E43-4E0E-ACDE-F2186A33D9F6}" dt="2023-11-07T08:19:17.071" v="108"/>
          <ac:spMkLst>
            <pc:docMk/>
            <pc:sldMk cId="3998789971" sldId="258"/>
            <ac:spMk id="4" creationId="{2DF54145-28E7-4F39-BF03-B4C6F5B19DE2}"/>
          </ac:spMkLst>
        </pc:spChg>
        <pc:spChg chg="add del mod">
          <ac:chgData name="林俊杰" userId="dcfdc803-95d8-409b-8404-351632be86e2" providerId="ADAL" clId="{288A455D-3E43-4E0E-ACDE-F2186A33D9F6}" dt="2023-11-08T04:28:05.188" v="973" actId="478"/>
          <ac:spMkLst>
            <pc:docMk/>
            <pc:sldMk cId="3998789971" sldId="258"/>
            <ac:spMk id="5" creationId="{E0B89ECC-7D9D-4F74-B417-A73EF442A19C}"/>
          </ac:spMkLst>
        </pc:spChg>
        <pc:spChg chg="add del">
          <ac:chgData name="林俊杰" userId="dcfdc803-95d8-409b-8404-351632be86e2" providerId="ADAL" clId="{288A455D-3E43-4E0E-ACDE-F2186A33D9F6}" dt="2023-11-07T08:20:12.279" v="127"/>
          <ac:spMkLst>
            <pc:docMk/>
            <pc:sldMk cId="3998789971" sldId="258"/>
            <ac:spMk id="5" creationId="{E536A22C-4DCB-4136-834D-CD7F9D6D840F}"/>
          </ac:spMkLst>
        </pc:spChg>
        <pc:spChg chg="add del mod">
          <ac:chgData name="林俊杰" userId="dcfdc803-95d8-409b-8404-351632be86e2" providerId="ADAL" clId="{288A455D-3E43-4E0E-ACDE-F2186A33D9F6}" dt="2023-11-08T04:28:25.466" v="983" actId="22"/>
          <ac:spMkLst>
            <pc:docMk/>
            <pc:sldMk cId="3998789971" sldId="258"/>
            <ac:spMk id="8" creationId="{DF221DEE-41D4-4F73-946D-0FBFCAE4D280}"/>
          </ac:spMkLst>
        </pc:spChg>
        <pc:spChg chg="add mod">
          <ac:chgData name="林俊杰" userId="dcfdc803-95d8-409b-8404-351632be86e2" providerId="ADAL" clId="{288A455D-3E43-4E0E-ACDE-F2186A33D9F6}" dt="2023-11-08T04:29:59.457" v="1011" actId="12"/>
          <ac:spMkLst>
            <pc:docMk/>
            <pc:sldMk cId="3998789971" sldId="258"/>
            <ac:spMk id="9" creationId="{D83C224C-9C10-4C3B-9807-CDCE72FB2D06}"/>
          </ac:spMkLst>
        </pc:spChg>
        <pc:picChg chg="add mod">
          <ac:chgData name="林俊杰" userId="dcfdc803-95d8-409b-8404-351632be86e2" providerId="ADAL" clId="{288A455D-3E43-4E0E-ACDE-F2186A33D9F6}" dt="2023-11-08T04:28:35.312" v="985" actId="1076"/>
          <ac:picMkLst>
            <pc:docMk/>
            <pc:sldMk cId="3998789971" sldId="258"/>
            <ac:picMk id="6" creationId="{9548CC7C-09D6-4CF8-87CF-D03ECF6112ED}"/>
          </ac:picMkLst>
        </pc:picChg>
      </pc:sldChg>
      <pc:sldChg chg="addSp delSp modSp new mod chgLayout">
        <pc:chgData name="林俊杰" userId="dcfdc803-95d8-409b-8404-351632be86e2" providerId="ADAL" clId="{288A455D-3E43-4E0E-ACDE-F2186A33D9F6}" dt="2023-11-08T04:16:13.719" v="519" actId="14100"/>
        <pc:sldMkLst>
          <pc:docMk/>
          <pc:sldMk cId="1917057467" sldId="259"/>
        </pc:sldMkLst>
        <pc:spChg chg="mod ord">
          <ac:chgData name="林俊杰" userId="dcfdc803-95d8-409b-8404-351632be86e2" providerId="ADAL" clId="{288A455D-3E43-4E0E-ACDE-F2186A33D9F6}" dt="2023-11-08T04:16:07.865" v="518" actId="6264"/>
          <ac:spMkLst>
            <pc:docMk/>
            <pc:sldMk cId="1917057467" sldId="259"/>
            <ac:spMk id="2" creationId="{CCC00729-92C5-41C9-9E73-8555C62B8CF8}"/>
          </ac:spMkLst>
        </pc:spChg>
        <pc:spChg chg="mod ord">
          <ac:chgData name="林俊杰" userId="dcfdc803-95d8-409b-8404-351632be86e2" providerId="ADAL" clId="{288A455D-3E43-4E0E-ACDE-F2186A33D9F6}" dt="2023-11-08T04:16:07.865" v="518" actId="6264"/>
          <ac:spMkLst>
            <pc:docMk/>
            <pc:sldMk cId="1917057467" sldId="259"/>
            <ac:spMk id="3" creationId="{DB7975F4-E3C7-4AF7-BA8F-DFAC46D3C807}"/>
          </ac:spMkLst>
        </pc:spChg>
        <pc:spChg chg="add del mod">
          <ac:chgData name="林俊杰" userId="dcfdc803-95d8-409b-8404-351632be86e2" providerId="ADAL" clId="{288A455D-3E43-4E0E-ACDE-F2186A33D9F6}" dt="2023-11-08T04:12:54.137" v="300" actId="478"/>
          <ac:spMkLst>
            <pc:docMk/>
            <pc:sldMk cId="1917057467" sldId="259"/>
            <ac:spMk id="4" creationId="{37ADDEB9-EF4E-43C7-A82A-75B7A828EB5A}"/>
          </ac:spMkLst>
        </pc:spChg>
        <pc:spChg chg="add del">
          <ac:chgData name="林俊杰" userId="dcfdc803-95d8-409b-8404-351632be86e2" providerId="ADAL" clId="{288A455D-3E43-4E0E-ACDE-F2186A33D9F6}" dt="2023-11-08T04:14:04.529" v="410"/>
          <ac:spMkLst>
            <pc:docMk/>
            <pc:sldMk cId="1917057467" sldId="259"/>
            <ac:spMk id="5" creationId="{AFB70FCA-CF43-4C8D-993D-C7CA09E8CAAD}"/>
          </ac:spMkLst>
        </pc:spChg>
        <pc:spChg chg="add del mod">
          <ac:chgData name="林俊杰" userId="dcfdc803-95d8-409b-8404-351632be86e2" providerId="ADAL" clId="{288A455D-3E43-4E0E-ACDE-F2186A33D9F6}" dt="2023-11-08T04:16:07.865" v="518" actId="6264"/>
          <ac:spMkLst>
            <pc:docMk/>
            <pc:sldMk cId="1917057467" sldId="259"/>
            <ac:spMk id="8" creationId="{726854CF-B799-492D-AA02-50F460D0BC00}"/>
          </ac:spMkLst>
        </pc:spChg>
        <pc:spChg chg="add del mod">
          <ac:chgData name="林俊杰" userId="dcfdc803-95d8-409b-8404-351632be86e2" providerId="ADAL" clId="{288A455D-3E43-4E0E-ACDE-F2186A33D9F6}" dt="2023-11-08T04:16:07.865" v="518" actId="6264"/>
          <ac:spMkLst>
            <pc:docMk/>
            <pc:sldMk cId="1917057467" sldId="259"/>
            <ac:spMk id="9" creationId="{0C86FED6-AE12-4AF2-9EA6-43EAF81DFF2E}"/>
          </ac:spMkLst>
        </pc:spChg>
        <pc:picChg chg="add mod">
          <ac:chgData name="林俊杰" userId="dcfdc803-95d8-409b-8404-351632be86e2" providerId="ADAL" clId="{288A455D-3E43-4E0E-ACDE-F2186A33D9F6}" dt="2023-11-08T04:16:13.719" v="519" actId="14100"/>
          <ac:picMkLst>
            <pc:docMk/>
            <pc:sldMk cId="1917057467" sldId="259"/>
            <ac:picMk id="7" creationId="{262D97E4-C4D8-4ACB-AEF9-1ADCA9C1DCD0}"/>
          </ac:picMkLst>
        </pc:picChg>
      </pc:sldChg>
      <pc:sldChg chg="addSp modSp new mod">
        <pc:chgData name="林俊杰" userId="dcfdc803-95d8-409b-8404-351632be86e2" providerId="ADAL" clId="{288A455D-3E43-4E0E-ACDE-F2186A33D9F6}" dt="2023-11-08T05:10:53.154" v="1494" actId="1076"/>
        <pc:sldMkLst>
          <pc:docMk/>
          <pc:sldMk cId="111674538" sldId="260"/>
        </pc:sldMkLst>
        <pc:spChg chg="mod">
          <ac:chgData name="林俊杰" userId="dcfdc803-95d8-409b-8404-351632be86e2" providerId="ADAL" clId="{288A455D-3E43-4E0E-ACDE-F2186A33D9F6}" dt="2023-11-08T04:18:28.449" v="610" actId="15"/>
          <ac:spMkLst>
            <pc:docMk/>
            <pc:sldMk cId="111674538" sldId="260"/>
            <ac:spMk id="3" creationId="{B8C2DEB5-E328-4037-95A8-897883F8B500}"/>
          </ac:spMkLst>
        </pc:spChg>
        <pc:picChg chg="add mod">
          <ac:chgData name="林俊杰" userId="dcfdc803-95d8-409b-8404-351632be86e2" providerId="ADAL" clId="{288A455D-3E43-4E0E-ACDE-F2186A33D9F6}" dt="2023-11-08T05:10:53.154" v="1494" actId="1076"/>
          <ac:picMkLst>
            <pc:docMk/>
            <pc:sldMk cId="111674538" sldId="260"/>
            <ac:picMk id="5" creationId="{FC0C514C-195C-4320-8AAD-ED083EEB9B01}"/>
          </ac:picMkLst>
        </pc:picChg>
      </pc:sldChg>
      <pc:sldChg chg="addSp delSp modSp new del mod modClrScheme chgLayout">
        <pc:chgData name="林俊杰" userId="dcfdc803-95d8-409b-8404-351632be86e2" providerId="ADAL" clId="{288A455D-3E43-4E0E-ACDE-F2186A33D9F6}" dt="2023-11-08T04:30:14.666" v="1012" actId="47"/>
        <pc:sldMkLst>
          <pc:docMk/>
          <pc:sldMk cId="102004247" sldId="261"/>
        </pc:sldMkLst>
        <pc:spChg chg="del">
          <ac:chgData name="林俊杰" userId="dcfdc803-95d8-409b-8404-351632be86e2" providerId="ADAL" clId="{288A455D-3E43-4E0E-ACDE-F2186A33D9F6}" dt="2023-11-08T04:23:22.884" v="721" actId="700"/>
          <ac:spMkLst>
            <pc:docMk/>
            <pc:sldMk cId="102004247" sldId="261"/>
            <ac:spMk id="2" creationId="{252FA78D-24C3-4578-8DEE-75E5F5C94B91}"/>
          </ac:spMkLst>
        </pc:spChg>
        <pc:spChg chg="del">
          <ac:chgData name="林俊杰" userId="dcfdc803-95d8-409b-8404-351632be86e2" providerId="ADAL" clId="{288A455D-3E43-4E0E-ACDE-F2186A33D9F6}" dt="2023-11-08T04:23:22.884" v="721" actId="700"/>
          <ac:spMkLst>
            <pc:docMk/>
            <pc:sldMk cId="102004247" sldId="261"/>
            <ac:spMk id="3" creationId="{69A3C354-FDFB-432C-92D3-ACDF16F4086A}"/>
          </ac:spMkLst>
        </pc:spChg>
        <pc:spChg chg="add del mod ord">
          <ac:chgData name="林俊杰" userId="dcfdc803-95d8-409b-8404-351632be86e2" providerId="ADAL" clId="{288A455D-3E43-4E0E-ACDE-F2186A33D9F6}" dt="2023-11-08T04:24:28.746" v="732" actId="478"/>
          <ac:spMkLst>
            <pc:docMk/>
            <pc:sldMk cId="102004247" sldId="261"/>
            <ac:spMk id="8" creationId="{72209DDD-2EE5-4CF8-BF81-5FE176725B19}"/>
          </ac:spMkLst>
        </pc:spChg>
        <pc:spChg chg="add del mod ord">
          <ac:chgData name="林俊杰" userId="dcfdc803-95d8-409b-8404-351632be86e2" providerId="ADAL" clId="{288A455D-3E43-4E0E-ACDE-F2186A33D9F6}" dt="2023-11-08T04:28:18.177" v="979" actId="6264"/>
          <ac:spMkLst>
            <pc:docMk/>
            <pc:sldMk cId="102004247" sldId="261"/>
            <ac:spMk id="9" creationId="{2C1FBFBA-0FC0-40AF-811D-F932FA72EDFC}"/>
          </ac:spMkLst>
        </pc:spChg>
        <pc:spChg chg="add mod ord">
          <ac:chgData name="林俊杰" userId="dcfdc803-95d8-409b-8404-351632be86e2" providerId="ADAL" clId="{288A455D-3E43-4E0E-ACDE-F2186A33D9F6}" dt="2023-11-08T04:28:18.177" v="979" actId="6264"/>
          <ac:spMkLst>
            <pc:docMk/>
            <pc:sldMk cId="102004247" sldId="261"/>
            <ac:spMk id="10" creationId="{9E519416-FFDE-467C-963D-F0AB457AC802}"/>
          </ac:spMkLst>
        </pc:spChg>
        <pc:spChg chg="add mod ord">
          <ac:chgData name="林俊杰" userId="dcfdc803-95d8-409b-8404-351632be86e2" providerId="ADAL" clId="{288A455D-3E43-4E0E-ACDE-F2186A33D9F6}" dt="2023-11-08T04:28:18.177" v="979" actId="6264"/>
          <ac:spMkLst>
            <pc:docMk/>
            <pc:sldMk cId="102004247" sldId="261"/>
            <ac:spMk id="11" creationId="{B7DF344E-1728-4300-AE1C-C2020E0B3FF4}"/>
          </ac:spMkLst>
        </pc:spChg>
        <pc:picChg chg="add del mod">
          <ac:chgData name="林俊杰" userId="dcfdc803-95d8-409b-8404-351632be86e2" providerId="ADAL" clId="{288A455D-3E43-4E0E-ACDE-F2186A33D9F6}" dt="2023-11-08T04:23:34.219" v="723" actId="478"/>
          <ac:picMkLst>
            <pc:docMk/>
            <pc:sldMk cId="102004247" sldId="261"/>
            <ac:picMk id="5" creationId="{062BB1E8-F961-42B1-9664-9DF8D3819A20}"/>
          </ac:picMkLst>
        </pc:picChg>
        <pc:picChg chg="add del mod modCrop">
          <ac:chgData name="林俊杰" userId="dcfdc803-95d8-409b-8404-351632be86e2" providerId="ADAL" clId="{288A455D-3E43-4E0E-ACDE-F2186A33D9F6}" dt="2023-11-08T04:27:59.838" v="971" actId="21"/>
          <ac:picMkLst>
            <pc:docMk/>
            <pc:sldMk cId="102004247" sldId="261"/>
            <ac:picMk id="7" creationId="{DD0D9509-9A21-4B7A-9F21-17D2BF82231B}"/>
          </ac:picMkLst>
        </pc:picChg>
      </pc:sldChg>
      <pc:sldChg chg="addSp modSp new mod ord">
        <pc:chgData name="林俊杰" userId="dcfdc803-95d8-409b-8404-351632be86e2" providerId="ADAL" clId="{288A455D-3E43-4E0E-ACDE-F2186A33D9F6}" dt="2023-11-08T04:46:14.083" v="1153"/>
        <pc:sldMkLst>
          <pc:docMk/>
          <pc:sldMk cId="2555303355" sldId="262"/>
        </pc:sldMkLst>
        <pc:spChg chg="mod">
          <ac:chgData name="林俊杰" userId="dcfdc803-95d8-409b-8404-351632be86e2" providerId="ADAL" clId="{288A455D-3E43-4E0E-ACDE-F2186A33D9F6}" dt="2023-11-08T04:31:45.560" v="1014"/>
          <ac:spMkLst>
            <pc:docMk/>
            <pc:sldMk cId="2555303355" sldId="262"/>
            <ac:spMk id="2" creationId="{4C4401B4-4378-4662-A379-4290BFAD79E1}"/>
          </ac:spMkLst>
        </pc:spChg>
        <pc:spChg chg="mod">
          <ac:chgData name="林俊杰" userId="dcfdc803-95d8-409b-8404-351632be86e2" providerId="ADAL" clId="{288A455D-3E43-4E0E-ACDE-F2186A33D9F6}" dt="2023-11-08T04:41:28.114" v="1142" actId="114"/>
          <ac:spMkLst>
            <pc:docMk/>
            <pc:sldMk cId="2555303355" sldId="262"/>
            <ac:spMk id="3" creationId="{FD508180-8E23-4C44-B4BA-A403D8E4764A}"/>
          </ac:spMkLst>
        </pc:spChg>
        <pc:picChg chg="add mod">
          <ac:chgData name="林俊杰" userId="dcfdc803-95d8-409b-8404-351632be86e2" providerId="ADAL" clId="{288A455D-3E43-4E0E-ACDE-F2186A33D9F6}" dt="2023-11-08T04:43:53.794" v="1149" actId="1076"/>
          <ac:picMkLst>
            <pc:docMk/>
            <pc:sldMk cId="2555303355" sldId="262"/>
            <ac:picMk id="2050" creationId="{0E7B2A4A-99F1-4A06-92AD-C932E532CE12}"/>
          </ac:picMkLst>
        </pc:picChg>
      </pc:sldChg>
      <pc:sldChg chg="modSp new mod">
        <pc:chgData name="林俊杰" userId="dcfdc803-95d8-409b-8404-351632be86e2" providerId="ADAL" clId="{288A455D-3E43-4E0E-ACDE-F2186A33D9F6}" dt="2023-11-08T04:31:58.495" v="1024" actId="20577"/>
        <pc:sldMkLst>
          <pc:docMk/>
          <pc:sldMk cId="611564957" sldId="263"/>
        </pc:sldMkLst>
        <pc:spChg chg="mod">
          <ac:chgData name="林俊杰" userId="dcfdc803-95d8-409b-8404-351632be86e2" providerId="ADAL" clId="{288A455D-3E43-4E0E-ACDE-F2186A33D9F6}" dt="2023-11-08T04:31:55.028" v="1018"/>
          <ac:spMkLst>
            <pc:docMk/>
            <pc:sldMk cId="611564957" sldId="263"/>
            <ac:spMk id="2" creationId="{17FCCE74-EABE-47F8-81E6-6AFDFF7D280F}"/>
          </ac:spMkLst>
        </pc:spChg>
        <pc:spChg chg="mod">
          <ac:chgData name="林俊杰" userId="dcfdc803-95d8-409b-8404-351632be86e2" providerId="ADAL" clId="{288A455D-3E43-4E0E-ACDE-F2186A33D9F6}" dt="2023-11-08T04:31:58.495" v="1024" actId="20577"/>
          <ac:spMkLst>
            <pc:docMk/>
            <pc:sldMk cId="611564957" sldId="263"/>
            <ac:spMk id="3" creationId="{4F525BB2-CD61-446A-B082-4B4BFE19CD72}"/>
          </ac:spMkLst>
        </pc:spChg>
      </pc:sldChg>
      <pc:sldChg chg="modSp new del mod">
        <pc:chgData name="林俊杰" userId="dcfdc803-95d8-409b-8404-351632be86e2" providerId="ADAL" clId="{288A455D-3E43-4E0E-ACDE-F2186A33D9F6}" dt="2023-11-08T04:38:12.417" v="1132" actId="47"/>
        <pc:sldMkLst>
          <pc:docMk/>
          <pc:sldMk cId="238533850" sldId="264"/>
        </pc:sldMkLst>
        <pc:spChg chg="mod">
          <ac:chgData name="林俊杰" userId="dcfdc803-95d8-409b-8404-351632be86e2" providerId="ADAL" clId="{288A455D-3E43-4E0E-ACDE-F2186A33D9F6}" dt="2023-11-08T04:36:59.587" v="1051"/>
          <ac:spMkLst>
            <pc:docMk/>
            <pc:sldMk cId="238533850" sldId="264"/>
            <ac:spMk id="2" creationId="{5AEF5B5A-AC39-4FCD-897F-A2F299C30CC8}"/>
          </ac:spMkLst>
        </pc:spChg>
        <pc:spChg chg="mod">
          <ac:chgData name="林俊杰" userId="dcfdc803-95d8-409b-8404-351632be86e2" providerId="ADAL" clId="{288A455D-3E43-4E0E-ACDE-F2186A33D9F6}" dt="2023-11-08T04:37:15.857" v="1067" actId="20577"/>
          <ac:spMkLst>
            <pc:docMk/>
            <pc:sldMk cId="238533850" sldId="264"/>
            <ac:spMk id="3" creationId="{F85618D4-DCC2-4D72-9E56-79B50DC1C76B}"/>
          </ac:spMkLst>
        </pc:spChg>
      </pc:sldChg>
      <pc:sldChg chg="addSp delSp modSp new mod">
        <pc:chgData name="林俊杰" userId="dcfdc803-95d8-409b-8404-351632be86e2" providerId="ADAL" clId="{288A455D-3E43-4E0E-ACDE-F2186A33D9F6}" dt="2023-11-08T04:59:16.904" v="1455" actId="1076"/>
        <pc:sldMkLst>
          <pc:docMk/>
          <pc:sldMk cId="4022951401" sldId="264"/>
        </pc:sldMkLst>
        <pc:spChg chg="mod">
          <ac:chgData name="林俊杰" userId="dcfdc803-95d8-409b-8404-351632be86e2" providerId="ADAL" clId="{288A455D-3E43-4E0E-ACDE-F2186A33D9F6}" dt="2023-11-08T04:48:46.972" v="1155"/>
          <ac:spMkLst>
            <pc:docMk/>
            <pc:sldMk cId="4022951401" sldId="264"/>
            <ac:spMk id="2" creationId="{95F9BD75-B92B-46ED-A14E-2F1E4BFA5EE0}"/>
          </ac:spMkLst>
        </pc:spChg>
        <pc:spChg chg="mod">
          <ac:chgData name="林俊杰" userId="dcfdc803-95d8-409b-8404-351632be86e2" providerId="ADAL" clId="{288A455D-3E43-4E0E-ACDE-F2186A33D9F6}" dt="2023-11-08T04:52:16.763" v="1266"/>
          <ac:spMkLst>
            <pc:docMk/>
            <pc:sldMk cId="4022951401" sldId="264"/>
            <ac:spMk id="3" creationId="{FAFB88EE-533C-49BC-9B1C-09626A262089}"/>
          </ac:spMkLst>
        </pc:spChg>
        <pc:spChg chg="add del">
          <ac:chgData name="林俊杰" userId="dcfdc803-95d8-409b-8404-351632be86e2" providerId="ADAL" clId="{288A455D-3E43-4E0E-ACDE-F2186A33D9F6}" dt="2023-11-08T04:54:44.697" v="1290"/>
          <ac:spMkLst>
            <pc:docMk/>
            <pc:sldMk cId="4022951401" sldId="264"/>
            <ac:spMk id="6" creationId="{74777897-6DD5-464D-B6AF-1F948C8D46CF}"/>
          </ac:spMkLst>
        </pc:spChg>
        <pc:spChg chg="add mod">
          <ac:chgData name="林俊杰" userId="dcfdc803-95d8-409b-8404-351632be86e2" providerId="ADAL" clId="{288A455D-3E43-4E0E-ACDE-F2186A33D9F6}" dt="2023-11-08T04:59:16.904" v="1455" actId="1076"/>
          <ac:spMkLst>
            <pc:docMk/>
            <pc:sldMk cId="4022951401" sldId="264"/>
            <ac:spMk id="7" creationId="{7DA17581-68DD-4044-9B7C-C21AB17087FD}"/>
          </ac:spMkLst>
        </pc:spChg>
        <pc:picChg chg="add mod">
          <ac:chgData name="林俊杰" userId="dcfdc803-95d8-409b-8404-351632be86e2" providerId="ADAL" clId="{288A455D-3E43-4E0E-ACDE-F2186A33D9F6}" dt="2023-11-08T04:54:38.698" v="1288" actId="1076"/>
          <ac:picMkLst>
            <pc:docMk/>
            <pc:sldMk cId="4022951401" sldId="264"/>
            <ac:picMk id="5" creationId="{CE3C6039-7FA0-4F68-A59F-99283005FE4F}"/>
          </ac:picMkLst>
        </pc:picChg>
        <pc:picChg chg="add mod">
          <ac:chgData name="林俊杰" userId="dcfdc803-95d8-409b-8404-351632be86e2" providerId="ADAL" clId="{288A455D-3E43-4E0E-ACDE-F2186A33D9F6}" dt="2023-11-08T04:52:29.579" v="1271" actId="1076"/>
          <ac:picMkLst>
            <pc:docMk/>
            <pc:sldMk cId="4022951401" sldId="264"/>
            <ac:picMk id="3074" creationId="{3A192770-94C4-45D2-8423-BB7439CCEB7A}"/>
          </ac:picMkLst>
        </pc:picChg>
        <pc:picChg chg="add mod">
          <ac:chgData name="林俊杰" userId="dcfdc803-95d8-409b-8404-351632be86e2" providerId="ADAL" clId="{288A455D-3E43-4E0E-ACDE-F2186A33D9F6}" dt="2023-11-08T04:55:09.082" v="1296" actId="1076"/>
          <ac:picMkLst>
            <pc:docMk/>
            <pc:sldMk cId="4022951401" sldId="264"/>
            <ac:picMk id="3076" creationId="{C881839E-2F0E-4855-A6D8-5BDB7937C433}"/>
          </ac:picMkLst>
        </pc:picChg>
        <pc:picChg chg="add del mod">
          <ac:chgData name="林俊杰" userId="dcfdc803-95d8-409b-8404-351632be86e2" providerId="ADAL" clId="{288A455D-3E43-4E0E-ACDE-F2186A33D9F6}" dt="2023-11-08T04:53:26.401" v="1281" actId="478"/>
          <ac:picMkLst>
            <pc:docMk/>
            <pc:sldMk cId="4022951401" sldId="264"/>
            <ac:picMk id="3078" creationId="{9397F8D9-BCC0-4699-90A6-2250FA0F64CC}"/>
          </ac:picMkLst>
        </pc:picChg>
        <pc:picChg chg="add del">
          <ac:chgData name="林俊杰" userId="dcfdc803-95d8-409b-8404-351632be86e2" providerId="ADAL" clId="{288A455D-3E43-4E0E-ACDE-F2186A33D9F6}" dt="2023-11-08T04:54:44.697" v="1290"/>
          <ac:picMkLst>
            <pc:docMk/>
            <pc:sldMk cId="4022951401" sldId="264"/>
            <ac:picMk id="3080" creationId="{D01B880E-628F-4F3A-9A3F-B72621DA998E}"/>
          </ac:picMkLst>
        </pc:picChg>
        <pc:picChg chg="add del">
          <ac:chgData name="林俊杰" userId="dcfdc803-95d8-409b-8404-351632be86e2" providerId="ADAL" clId="{288A455D-3E43-4E0E-ACDE-F2186A33D9F6}" dt="2023-11-08T04:54:44.697" v="1290"/>
          <ac:picMkLst>
            <pc:docMk/>
            <pc:sldMk cId="4022951401" sldId="264"/>
            <ac:picMk id="3081" creationId="{FFC5BE23-8F93-44AF-A29F-70EE603C4ABB}"/>
          </ac:picMkLst>
        </pc:picChg>
      </pc:sldChg>
    </pc:docChg>
  </pc:docChgLst>
  <pc:docChgLst>
    <pc:chgData name="林俊杰" userId="dcfdc803-95d8-409b-8404-351632be86e2" providerId="ADAL" clId="{B387A919-571B-DD4D-8168-9F880964CF84}"/>
    <pc:docChg chg="undo custSel addSld delSld modSld sldOrd">
      <pc:chgData name="林俊杰" userId="dcfdc803-95d8-409b-8404-351632be86e2" providerId="ADAL" clId="{B387A919-571B-DD4D-8168-9F880964CF84}" dt="2023-11-10T14:28:39.440" v="752" actId="14"/>
      <pc:docMkLst>
        <pc:docMk/>
      </pc:docMkLst>
      <pc:sldChg chg="modSp mod">
        <pc:chgData name="林俊杰" userId="dcfdc803-95d8-409b-8404-351632be86e2" providerId="ADAL" clId="{B387A919-571B-DD4D-8168-9F880964CF84}" dt="2023-11-10T00:55:02.754" v="32" actId="20577"/>
        <pc:sldMkLst>
          <pc:docMk/>
          <pc:sldMk cId="1533380265" sldId="256"/>
        </pc:sldMkLst>
        <pc:spChg chg="mod">
          <ac:chgData name="林俊杰" userId="dcfdc803-95d8-409b-8404-351632be86e2" providerId="ADAL" clId="{B387A919-571B-DD4D-8168-9F880964CF84}" dt="2023-11-10T00:55:02.754" v="32" actId="20577"/>
          <ac:spMkLst>
            <pc:docMk/>
            <pc:sldMk cId="1533380265" sldId="256"/>
            <ac:spMk id="3" creationId="{B1F4270D-9D7D-4379-8B40-7C2F4DAE03DD}"/>
          </ac:spMkLst>
        </pc:spChg>
      </pc:sldChg>
      <pc:sldChg chg="modSp mod">
        <pc:chgData name="林俊杰" userId="dcfdc803-95d8-409b-8404-351632be86e2" providerId="ADAL" clId="{B387A919-571B-DD4D-8168-9F880964CF84}" dt="2023-11-10T01:00:08.606" v="89" actId="27636"/>
        <pc:sldMkLst>
          <pc:docMk/>
          <pc:sldMk cId="2555303355" sldId="262"/>
        </pc:sldMkLst>
        <pc:spChg chg="mod">
          <ac:chgData name="林俊杰" userId="dcfdc803-95d8-409b-8404-351632be86e2" providerId="ADAL" clId="{B387A919-571B-DD4D-8168-9F880964CF84}" dt="2023-11-10T01:00:08.606" v="89" actId="27636"/>
          <ac:spMkLst>
            <pc:docMk/>
            <pc:sldMk cId="2555303355" sldId="262"/>
            <ac:spMk id="3" creationId="{FD508180-8E23-4C44-B4BA-A403D8E4764A}"/>
          </ac:spMkLst>
        </pc:spChg>
      </pc:sldChg>
      <pc:sldChg chg="modSp del mod">
        <pc:chgData name="林俊杰" userId="dcfdc803-95d8-409b-8404-351632be86e2" providerId="ADAL" clId="{B387A919-571B-DD4D-8168-9F880964CF84}" dt="2023-11-10T00:55:33.265" v="35" actId="2696"/>
        <pc:sldMkLst>
          <pc:docMk/>
          <pc:sldMk cId="631878155" sldId="265"/>
        </pc:sldMkLst>
        <pc:spChg chg="mod">
          <ac:chgData name="林俊杰" userId="dcfdc803-95d8-409b-8404-351632be86e2" providerId="ADAL" clId="{B387A919-571B-DD4D-8168-9F880964CF84}" dt="2023-11-10T00:54:30.491" v="0" actId="21"/>
          <ac:spMkLst>
            <pc:docMk/>
            <pc:sldMk cId="631878155" sldId="265"/>
            <ac:spMk id="3" creationId="{B6E4DD91-48FB-49B8-979A-079487AE6D30}"/>
          </ac:spMkLst>
        </pc:spChg>
      </pc:sldChg>
      <pc:sldChg chg="modSp del mod ord">
        <pc:chgData name="林俊杰" userId="dcfdc803-95d8-409b-8404-351632be86e2" providerId="ADAL" clId="{B387A919-571B-DD4D-8168-9F880964CF84}" dt="2023-11-10T12:28:04.548" v="166" actId="2696"/>
        <pc:sldMkLst>
          <pc:docMk/>
          <pc:sldMk cId="3312430005" sldId="266"/>
        </pc:sldMkLst>
        <pc:spChg chg="mod">
          <ac:chgData name="林俊杰" userId="dcfdc803-95d8-409b-8404-351632be86e2" providerId="ADAL" clId="{B387A919-571B-DD4D-8168-9F880964CF84}" dt="2023-11-10T11:06:40.803" v="92"/>
          <ac:spMkLst>
            <pc:docMk/>
            <pc:sldMk cId="3312430005" sldId="266"/>
            <ac:spMk id="2" creationId="{5A5A35FF-2B31-4A00-8E3B-7222EDB41FAA}"/>
          </ac:spMkLst>
        </pc:spChg>
        <pc:spChg chg="mod">
          <ac:chgData name="林俊杰" userId="dcfdc803-95d8-409b-8404-351632be86e2" providerId="ADAL" clId="{B387A919-571B-DD4D-8168-9F880964CF84}" dt="2023-11-10T11:48:31.394" v="165" actId="20577"/>
          <ac:spMkLst>
            <pc:docMk/>
            <pc:sldMk cId="3312430005" sldId="266"/>
            <ac:spMk id="3" creationId="{169839AE-7E05-4E55-9263-AF9A1BCAFB2E}"/>
          </ac:spMkLst>
        </pc:spChg>
      </pc:sldChg>
      <pc:sldChg chg="del">
        <pc:chgData name="林俊杰" userId="dcfdc803-95d8-409b-8404-351632be86e2" providerId="ADAL" clId="{B387A919-571B-DD4D-8168-9F880964CF84}" dt="2023-11-10T00:55:31.256" v="34" actId="2696"/>
        <pc:sldMkLst>
          <pc:docMk/>
          <pc:sldMk cId="1479287986" sldId="267"/>
        </pc:sldMkLst>
      </pc:sldChg>
      <pc:sldChg chg="modSp mod">
        <pc:chgData name="林俊杰" userId="dcfdc803-95d8-409b-8404-351632be86e2" providerId="ADAL" clId="{B387A919-571B-DD4D-8168-9F880964CF84}" dt="2023-11-10T00:56:01.434" v="47" actId="1076"/>
        <pc:sldMkLst>
          <pc:docMk/>
          <pc:sldMk cId="3353871771" sldId="268"/>
        </pc:sldMkLst>
        <pc:spChg chg="mod">
          <ac:chgData name="林俊杰" userId="dcfdc803-95d8-409b-8404-351632be86e2" providerId="ADAL" clId="{B387A919-571B-DD4D-8168-9F880964CF84}" dt="2023-11-10T00:55:49.049" v="44" actId="20577"/>
          <ac:spMkLst>
            <pc:docMk/>
            <pc:sldMk cId="3353871771" sldId="268"/>
            <ac:spMk id="3" creationId="{74312285-37DE-4B09-B98C-8D4840B0AEAE}"/>
          </ac:spMkLst>
        </pc:spChg>
        <pc:spChg chg="mod">
          <ac:chgData name="林俊杰" userId="dcfdc803-95d8-409b-8404-351632be86e2" providerId="ADAL" clId="{B387A919-571B-DD4D-8168-9F880964CF84}" dt="2023-11-10T00:56:01.434" v="47" actId="1076"/>
          <ac:spMkLst>
            <pc:docMk/>
            <pc:sldMk cId="3353871771" sldId="268"/>
            <ac:spMk id="5" creationId="{B71A5333-5E80-4F9E-8058-D77D4B58B300}"/>
          </ac:spMkLst>
        </pc:spChg>
      </pc:sldChg>
      <pc:sldChg chg="addSp delSp modSp mod ord">
        <pc:chgData name="林俊杰" userId="dcfdc803-95d8-409b-8404-351632be86e2" providerId="ADAL" clId="{B387A919-571B-DD4D-8168-9F880964CF84}" dt="2023-11-10T14:28:39.440" v="752" actId="14"/>
        <pc:sldMkLst>
          <pc:docMk/>
          <pc:sldMk cId="2879551655" sldId="270"/>
        </pc:sldMkLst>
        <pc:spChg chg="mod">
          <ac:chgData name="林俊杰" userId="dcfdc803-95d8-409b-8404-351632be86e2" providerId="ADAL" clId="{B387A919-571B-DD4D-8168-9F880964CF84}" dt="2023-11-10T14:28:39.440" v="752" actId="14"/>
          <ac:spMkLst>
            <pc:docMk/>
            <pc:sldMk cId="2879551655" sldId="270"/>
            <ac:spMk id="3" creationId="{BAA71B75-769C-46A3-B417-2A93BE9E9411}"/>
          </ac:spMkLst>
        </pc:spChg>
        <pc:spChg chg="add del">
          <ac:chgData name="林俊杰" userId="dcfdc803-95d8-409b-8404-351632be86e2" providerId="ADAL" clId="{B387A919-571B-DD4D-8168-9F880964CF84}" dt="2023-11-10T12:47:07.740" v="168" actId="22"/>
          <ac:spMkLst>
            <pc:docMk/>
            <pc:sldMk cId="2879551655" sldId="270"/>
            <ac:spMk id="5" creationId="{62BABC53-61DC-4347-DFF3-EFF33265D690}"/>
          </ac:spMkLst>
        </pc:spChg>
      </pc:sldChg>
      <pc:sldChg chg="ord">
        <pc:chgData name="林俊杰" userId="dcfdc803-95d8-409b-8404-351632be86e2" providerId="ADAL" clId="{B387A919-571B-DD4D-8168-9F880964CF84}" dt="2023-11-10T00:55:23.427" v="33" actId="20578"/>
        <pc:sldMkLst>
          <pc:docMk/>
          <pc:sldMk cId="3707435634" sldId="271"/>
        </pc:sldMkLst>
      </pc:sldChg>
      <pc:sldChg chg="modSp new del mod">
        <pc:chgData name="林俊杰" userId="dcfdc803-95d8-409b-8404-351632be86e2" providerId="ADAL" clId="{B387A919-571B-DD4D-8168-9F880964CF84}" dt="2023-11-10T12:51:43.898" v="289" actId="2696"/>
        <pc:sldMkLst>
          <pc:docMk/>
          <pc:sldMk cId="2469985701" sldId="272"/>
        </pc:sldMkLst>
        <pc:spChg chg="mod">
          <ac:chgData name="林俊杰" userId="dcfdc803-95d8-409b-8404-351632be86e2" providerId="ADAL" clId="{B387A919-571B-DD4D-8168-9F880964CF84}" dt="2023-11-10T12:49:51.121" v="265"/>
          <ac:spMkLst>
            <pc:docMk/>
            <pc:sldMk cId="2469985701" sldId="272"/>
            <ac:spMk id="2" creationId="{FFB35F3E-F311-B35D-6A54-0EBD2F7D8B6F}"/>
          </ac:spMkLst>
        </pc:spChg>
        <pc:spChg chg="mod">
          <ac:chgData name="林俊杰" userId="dcfdc803-95d8-409b-8404-351632be86e2" providerId="ADAL" clId="{B387A919-571B-DD4D-8168-9F880964CF84}" dt="2023-11-10T12:49:55.774" v="266" actId="20577"/>
          <ac:spMkLst>
            <pc:docMk/>
            <pc:sldMk cId="2469985701" sldId="272"/>
            <ac:spMk id="3" creationId="{C286F527-FF7F-236B-F4E0-271F7583B288}"/>
          </ac:spMkLst>
        </pc:spChg>
      </pc:sldChg>
      <pc:sldChg chg="modSp new mod">
        <pc:chgData name="林俊杰" userId="dcfdc803-95d8-409b-8404-351632be86e2" providerId="ADAL" clId="{B387A919-571B-DD4D-8168-9F880964CF84}" dt="2023-11-10T12:51:33.346" v="288" actId="20577"/>
        <pc:sldMkLst>
          <pc:docMk/>
          <pc:sldMk cId="580882446" sldId="273"/>
        </pc:sldMkLst>
        <pc:spChg chg="mod">
          <ac:chgData name="林俊杰" userId="dcfdc803-95d8-409b-8404-351632be86e2" providerId="ADAL" clId="{B387A919-571B-DD4D-8168-9F880964CF84}" dt="2023-11-10T12:50:26.696" v="270"/>
          <ac:spMkLst>
            <pc:docMk/>
            <pc:sldMk cId="580882446" sldId="273"/>
            <ac:spMk id="2" creationId="{CADE50E7-4E94-329B-A2CC-2B15222B2C98}"/>
          </ac:spMkLst>
        </pc:spChg>
        <pc:spChg chg="mod">
          <ac:chgData name="林俊杰" userId="dcfdc803-95d8-409b-8404-351632be86e2" providerId="ADAL" clId="{B387A919-571B-DD4D-8168-9F880964CF84}" dt="2023-11-10T12:51:33.346" v="288" actId="20577"/>
          <ac:spMkLst>
            <pc:docMk/>
            <pc:sldMk cId="580882446" sldId="273"/>
            <ac:spMk id="3" creationId="{10DF3A68-CB32-6387-371E-F0677F4594E0}"/>
          </ac:spMkLst>
        </pc:spChg>
      </pc:sldChg>
      <pc:sldChg chg="addSp modSp new mod">
        <pc:chgData name="林俊杰" userId="dcfdc803-95d8-409b-8404-351632be86e2" providerId="ADAL" clId="{B387A919-571B-DD4D-8168-9F880964CF84}" dt="2023-11-10T12:53:47.164" v="308" actId="208"/>
        <pc:sldMkLst>
          <pc:docMk/>
          <pc:sldMk cId="1777181565" sldId="274"/>
        </pc:sldMkLst>
        <pc:spChg chg="mod">
          <ac:chgData name="林俊杰" userId="dcfdc803-95d8-409b-8404-351632be86e2" providerId="ADAL" clId="{B387A919-571B-DD4D-8168-9F880964CF84}" dt="2023-11-10T12:52:54.866" v="303"/>
          <ac:spMkLst>
            <pc:docMk/>
            <pc:sldMk cId="1777181565" sldId="274"/>
            <ac:spMk id="2" creationId="{C5382ED2-862C-7BE5-4AF7-FBA27E848137}"/>
          </ac:spMkLst>
        </pc:spChg>
        <pc:spChg chg="mod">
          <ac:chgData name="林俊杰" userId="dcfdc803-95d8-409b-8404-351632be86e2" providerId="ADAL" clId="{B387A919-571B-DD4D-8168-9F880964CF84}" dt="2023-11-10T12:52:49.373" v="302" actId="5793"/>
          <ac:spMkLst>
            <pc:docMk/>
            <pc:sldMk cId="1777181565" sldId="274"/>
            <ac:spMk id="3" creationId="{02B1A75E-1508-5B9C-2409-516AB60CB5B9}"/>
          </ac:spMkLst>
        </pc:spChg>
        <pc:picChg chg="add mod">
          <ac:chgData name="林俊杰" userId="dcfdc803-95d8-409b-8404-351632be86e2" providerId="ADAL" clId="{B387A919-571B-DD4D-8168-9F880964CF84}" dt="2023-11-10T12:53:47.164" v="308" actId="208"/>
          <ac:picMkLst>
            <pc:docMk/>
            <pc:sldMk cId="1777181565" sldId="274"/>
            <ac:picMk id="4" creationId="{F9479B0D-67B1-66F0-1462-EB4755B571D0}"/>
          </ac:picMkLst>
        </pc:picChg>
      </pc:sldChg>
      <pc:sldChg chg="modSp new mod">
        <pc:chgData name="林俊杰" userId="dcfdc803-95d8-409b-8404-351632be86e2" providerId="ADAL" clId="{B387A919-571B-DD4D-8168-9F880964CF84}" dt="2023-11-10T12:57:29.284" v="357" actId="20577"/>
        <pc:sldMkLst>
          <pc:docMk/>
          <pc:sldMk cId="2773597544" sldId="275"/>
        </pc:sldMkLst>
        <pc:spChg chg="mod">
          <ac:chgData name="林俊杰" userId="dcfdc803-95d8-409b-8404-351632be86e2" providerId="ADAL" clId="{B387A919-571B-DD4D-8168-9F880964CF84}" dt="2023-11-10T12:55:12.661" v="312"/>
          <ac:spMkLst>
            <pc:docMk/>
            <pc:sldMk cId="2773597544" sldId="275"/>
            <ac:spMk id="2" creationId="{391AAB71-8C37-4DB7-AA38-05A008396F62}"/>
          </ac:spMkLst>
        </pc:spChg>
        <pc:spChg chg="mod">
          <ac:chgData name="林俊杰" userId="dcfdc803-95d8-409b-8404-351632be86e2" providerId="ADAL" clId="{B387A919-571B-DD4D-8168-9F880964CF84}" dt="2023-11-10T12:57:29.284" v="357" actId="20577"/>
          <ac:spMkLst>
            <pc:docMk/>
            <pc:sldMk cId="2773597544" sldId="275"/>
            <ac:spMk id="3" creationId="{9BD92845-57D7-6D59-FDA7-22E60EF00F38}"/>
          </ac:spMkLst>
        </pc:spChg>
      </pc:sldChg>
      <pc:sldChg chg="modSp new mod">
        <pc:chgData name="林俊杰" userId="dcfdc803-95d8-409b-8404-351632be86e2" providerId="ADAL" clId="{B387A919-571B-DD4D-8168-9F880964CF84}" dt="2023-11-10T12:58:47.838" v="361" actId="20577"/>
        <pc:sldMkLst>
          <pc:docMk/>
          <pc:sldMk cId="1764122163" sldId="276"/>
        </pc:sldMkLst>
        <pc:spChg chg="mod">
          <ac:chgData name="林俊杰" userId="dcfdc803-95d8-409b-8404-351632be86e2" providerId="ADAL" clId="{B387A919-571B-DD4D-8168-9F880964CF84}" dt="2023-11-10T12:57:34.710" v="358"/>
          <ac:spMkLst>
            <pc:docMk/>
            <pc:sldMk cId="1764122163" sldId="276"/>
            <ac:spMk id="2" creationId="{7590AAF3-E73C-5E27-BF49-920F98034EE8}"/>
          </ac:spMkLst>
        </pc:spChg>
        <pc:spChg chg="mod">
          <ac:chgData name="林俊杰" userId="dcfdc803-95d8-409b-8404-351632be86e2" providerId="ADAL" clId="{B387A919-571B-DD4D-8168-9F880964CF84}" dt="2023-11-10T12:58:47.838" v="361" actId="20577"/>
          <ac:spMkLst>
            <pc:docMk/>
            <pc:sldMk cId="1764122163" sldId="276"/>
            <ac:spMk id="3" creationId="{B8E5C587-FE75-0255-0B7F-04BF0CFA65D3}"/>
          </ac:spMkLst>
        </pc:spChg>
      </pc:sldChg>
      <pc:sldChg chg="modSp new mod">
        <pc:chgData name="林俊杰" userId="dcfdc803-95d8-409b-8404-351632be86e2" providerId="ADAL" clId="{B387A919-571B-DD4D-8168-9F880964CF84}" dt="2023-11-10T12:59:28.666" v="377" actId="27636"/>
        <pc:sldMkLst>
          <pc:docMk/>
          <pc:sldMk cId="3588482018" sldId="277"/>
        </pc:sldMkLst>
        <pc:spChg chg="mod">
          <ac:chgData name="林俊杰" userId="dcfdc803-95d8-409b-8404-351632be86e2" providerId="ADAL" clId="{B387A919-571B-DD4D-8168-9F880964CF84}" dt="2023-11-10T12:58:54.752" v="363"/>
          <ac:spMkLst>
            <pc:docMk/>
            <pc:sldMk cId="3588482018" sldId="277"/>
            <ac:spMk id="2" creationId="{918D47E1-57C7-F62C-F388-BE8A2E13E9A2}"/>
          </ac:spMkLst>
        </pc:spChg>
        <pc:spChg chg="mod">
          <ac:chgData name="林俊杰" userId="dcfdc803-95d8-409b-8404-351632be86e2" providerId="ADAL" clId="{B387A919-571B-DD4D-8168-9F880964CF84}" dt="2023-11-10T12:59:28.666" v="377" actId="27636"/>
          <ac:spMkLst>
            <pc:docMk/>
            <pc:sldMk cId="3588482018" sldId="277"/>
            <ac:spMk id="3" creationId="{65ED3F55-5699-BA52-FCDC-F3A87FD73CF9}"/>
          </ac:spMkLst>
        </pc:spChg>
      </pc:sldChg>
      <pc:sldChg chg="modSp new mod">
        <pc:chgData name="林俊杰" userId="dcfdc803-95d8-409b-8404-351632be86e2" providerId="ADAL" clId="{B387A919-571B-DD4D-8168-9F880964CF84}" dt="2023-11-10T13:02:28.290" v="438" actId="15"/>
        <pc:sldMkLst>
          <pc:docMk/>
          <pc:sldMk cId="1605047589" sldId="278"/>
        </pc:sldMkLst>
        <pc:spChg chg="mod">
          <ac:chgData name="林俊杰" userId="dcfdc803-95d8-409b-8404-351632be86e2" providerId="ADAL" clId="{B387A919-571B-DD4D-8168-9F880964CF84}" dt="2023-11-10T12:59:48.302" v="379"/>
          <ac:spMkLst>
            <pc:docMk/>
            <pc:sldMk cId="1605047589" sldId="278"/>
            <ac:spMk id="2" creationId="{C8AF96D2-820C-ACF2-C79F-F81AE6333DDA}"/>
          </ac:spMkLst>
        </pc:spChg>
        <pc:spChg chg="mod">
          <ac:chgData name="林俊杰" userId="dcfdc803-95d8-409b-8404-351632be86e2" providerId="ADAL" clId="{B387A919-571B-DD4D-8168-9F880964CF84}" dt="2023-11-10T13:02:28.290" v="438" actId="15"/>
          <ac:spMkLst>
            <pc:docMk/>
            <pc:sldMk cId="1605047589" sldId="278"/>
            <ac:spMk id="3" creationId="{EE2D45E4-2F49-07F2-AC8C-42899496E99E}"/>
          </ac:spMkLst>
        </pc:spChg>
      </pc:sldChg>
      <pc:sldChg chg="modSp new mod">
        <pc:chgData name="林俊杰" userId="dcfdc803-95d8-409b-8404-351632be86e2" providerId="ADAL" clId="{B387A919-571B-DD4D-8168-9F880964CF84}" dt="2023-11-10T14:02:43.003" v="750" actId="27636"/>
        <pc:sldMkLst>
          <pc:docMk/>
          <pc:sldMk cId="3747554994" sldId="279"/>
        </pc:sldMkLst>
        <pc:spChg chg="mod">
          <ac:chgData name="林俊杰" userId="dcfdc803-95d8-409b-8404-351632be86e2" providerId="ADAL" clId="{B387A919-571B-DD4D-8168-9F880964CF84}" dt="2023-11-10T13:02:44.132" v="440"/>
          <ac:spMkLst>
            <pc:docMk/>
            <pc:sldMk cId="3747554994" sldId="279"/>
            <ac:spMk id="2" creationId="{491D20E1-5A72-AA16-BF93-ADF218D716FF}"/>
          </ac:spMkLst>
        </pc:spChg>
        <pc:spChg chg="mod">
          <ac:chgData name="林俊杰" userId="dcfdc803-95d8-409b-8404-351632be86e2" providerId="ADAL" clId="{B387A919-571B-DD4D-8168-9F880964CF84}" dt="2023-11-10T14:02:43.003" v="750" actId="27636"/>
          <ac:spMkLst>
            <pc:docMk/>
            <pc:sldMk cId="3747554994" sldId="279"/>
            <ac:spMk id="3" creationId="{1BA0DC1D-0EA5-3621-D2CE-C1FFDCC42BE3}"/>
          </ac:spMkLst>
        </pc:spChg>
      </pc:sldChg>
      <pc:sldChg chg="addSp modSp new mod">
        <pc:chgData name="林俊杰" userId="dcfdc803-95d8-409b-8404-351632be86e2" providerId="ADAL" clId="{B387A919-571B-DD4D-8168-9F880964CF84}" dt="2023-11-10T13:20:20.499" v="660"/>
        <pc:sldMkLst>
          <pc:docMk/>
          <pc:sldMk cId="1681344317" sldId="280"/>
        </pc:sldMkLst>
        <pc:spChg chg="mod">
          <ac:chgData name="林俊杰" userId="dcfdc803-95d8-409b-8404-351632be86e2" providerId="ADAL" clId="{B387A919-571B-DD4D-8168-9F880964CF84}" dt="2023-11-10T13:06:55.308" v="461"/>
          <ac:spMkLst>
            <pc:docMk/>
            <pc:sldMk cId="1681344317" sldId="280"/>
            <ac:spMk id="2" creationId="{25786F31-34F9-D0FC-43C2-706423565D64}"/>
          </ac:spMkLst>
        </pc:spChg>
        <pc:spChg chg="mod">
          <ac:chgData name="林俊杰" userId="dcfdc803-95d8-409b-8404-351632be86e2" providerId="ADAL" clId="{B387A919-571B-DD4D-8168-9F880964CF84}" dt="2023-11-10T13:20:20.499" v="660"/>
          <ac:spMkLst>
            <pc:docMk/>
            <pc:sldMk cId="1681344317" sldId="280"/>
            <ac:spMk id="3" creationId="{D67AEE63-EDE9-B52A-9A35-5F190B021DFA}"/>
          </ac:spMkLst>
        </pc:spChg>
        <pc:spChg chg="add mod">
          <ac:chgData name="林俊杰" userId="dcfdc803-95d8-409b-8404-351632be86e2" providerId="ADAL" clId="{B387A919-571B-DD4D-8168-9F880964CF84}" dt="2023-11-10T13:09:50.323" v="545" actId="1076"/>
          <ac:spMkLst>
            <pc:docMk/>
            <pc:sldMk cId="1681344317" sldId="280"/>
            <ac:spMk id="5" creationId="{B6041BD2-EE08-9977-4949-C3F2C458E1D8}"/>
          </ac:spMkLst>
        </pc:spChg>
      </pc:sldChg>
      <pc:sldChg chg="new del">
        <pc:chgData name="林俊杰" userId="dcfdc803-95d8-409b-8404-351632be86e2" providerId="ADAL" clId="{B387A919-571B-DD4D-8168-9F880964CF84}" dt="2023-11-10T13:25:04.570" v="661" actId="2696"/>
        <pc:sldMkLst>
          <pc:docMk/>
          <pc:sldMk cId="2410233249" sldId="281"/>
        </pc:sldMkLst>
      </pc:sldChg>
      <pc:sldChg chg="addSp modSp new mod">
        <pc:chgData name="林俊杰" userId="dcfdc803-95d8-409b-8404-351632be86e2" providerId="ADAL" clId="{B387A919-571B-DD4D-8168-9F880964CF84}" dt="2023-11-10T13:36:31.310" v="691" actId="1076"/>
        <pc:sldMkLst>
          <pc:docMk/>
          <pc:sldMk cId="3357300896" sldId="281"/>
        </pc:sldMkLst>
        <pc:spChg chg="mod">
          <ac:chgData name="林俊杰" userId="dcfdc803-95d8-409b-8404-351632be86e2" providerId="ADAL" clId="{B387A919-571B-DD4D-8168-9F880964CF84}" dt="2023-11-10T13:28:28.037" v="681"/>
          <ac:spMkLst>
            <pc:docMk/>
            <pc:sldMk cId="3357300896" sldId="281"/>
            <ac:spMk id="2" creationId="{35C45721-C6F6-557B-CC7F-D62D7693238B}"/>
          </ac:spMkLst>
        </pc:spChg>
        <pc:spChg chg="mod">
          <ac:chgData name="林俊杰" userId="dcfdc803-95d8-409b-8404-351632be86e2" providerId="ADAL" clId="{B387A919-571B-DD4D-8168-9F880964CF84}" dt="2023-11-10T13:28:32.630" v="683" actId="20577"/>
          <ac:spMkLst>
            <pc:docMk/>
            <pc:sldMk cId="3357300896" sldId="281"/>
            <ac:spMk id="3" creationId="{B2E71B21-9EC6-2A5A-BF63-1E64BA0CC962}"/>
          </ac:spMkLst>
        </pc:spChg>
        <pc:picChg chg="add mod">
          <ac:chgData name="林俊杰" userId="dcfdc803-95d8-409b-8404-351632be86e2" providerId="ADAL" clId="{B387A919-571B-DD4D-8168-9F880964CF84}" dt="2023-11-10T13:36:31.310" v="691" actId="1076"/>
          <ac:picMkLst>
            <pc:docMk/>
            <pc:sldMk cId="3357300896" sldId="281"/>
            <ac:picMk id="4" creationId="{99E95863-ACD5-BB78-7F4E-1B323370465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7371FB-B6C4-4CA3-AB86-C32A52B69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255AE12-44BD-4393-ADB9-58BB24626B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2577088-F1FA-41D8-BF54-90F02F718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C03F2-0DF5-404A-B1DF-9AE80D0BAF8B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636196-039C-4DF5-8BF1-0CC5BE207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A2DCAE-C69D-4383-9961-4B73ABB7A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AB1C-7FF5-4269-83C0-61F4CB8BEA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4894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583F7F-4A4B-43FE-84FE-0921B8A30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ADC33F-D2E5-425F-98F7-5A7441A13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B546E3-D708-4678-BC23-AD34099C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C03F2-0DF5-404A-B1DF-9AE80D0BAF8B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9107FD-ED95-458E-A25F-BFEA817B9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F131AFD-3ECF-4E03-9129-CD4507AA1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AB1C-7FF5-4269-83C0-61F4CB8BEA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4490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BAF2E9-2F62-44EB-9E9C-007FA4566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7B48A36-F384-4854-9877-088D7EF0C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44D333-3048-4E4C-AC1C-8DCD77CB6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C03F2-0DF5-404A-B1DF-9AE80D0BAF8B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33398B-5066-43F7-BC5A-C4679C1E5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AB2A618-8EA6-4B16-8F44-F44890051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AB1C-7FF5-4269-83C0-61F4CB8BEA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0985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547912-CAC9-4883-8F99-AC8985521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9CDD9F-62AC-42B7-AFBC-DF468AA1AF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84542E2-4158-4CC5-B317-016D73EC3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AEB145-7122-48F6-ADA5-954C65C9B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C03F2-0DF5-404A-B1DF-9AE80D0BAF8B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1575E18-07FD-4D7F-9855-D7F220A71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10FBA2E-DC3B-4675-A001-2077633D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AB1C-7FF5-4269-83C0-61F4CB8BEA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7382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8691B4-F6B5-43AD-BBD1-82F957981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0C916C0-FB55-43C0-9811-9EE7B233B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D549B75-54B7-4A57-9133-BE9F3273F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EF462FD-EC12-4001-8AAD-674B45088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B4EBC18-BB47-4FFE-89FC-F3DC14386F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BD7B202-467D-4F8E-A9CF-BB71A0E8C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C03F2-0DF5-404A-B1DF-9AE80D0BAF8B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A3B5EFE-EDA8-4F6D-8890-A93DF8F60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51230BD-46D9-422B-8F9E-0A7BAE35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AB1C-7FF5-4269-83C0-61F4CB8BEA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8730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84B036-1C61-411C-9C06-5614B1781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22FF07F-98CF-44AD-878A-3789A8329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C03F2-0DF5-404A-B1DF-9AE80D0BAF8B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EF89748-2DCD-4A1B-930E-191827539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948CAF-EF30-4E61-A6AA-592BD33F8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AB1C-7FF5-4269-83C0-61F4CB8BEA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9716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F80B7A5-610D-4B4A-A2C8-D752C268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C03F2-0DF5-404A-B1DF-9AE80D0BAF8B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59AC810-3294-4F7C-B246-260AC977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602FE79-4412-444A-8FF7-EAE07ED8D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AB1C-7FF5-4269-83C0-61F4CB8BEA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4247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BFBD17-6CEF-4EEC-9C0D-9E51C100E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6D54A1-F6E4-48B9-A699-4E8B4844C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5528C74-BFBF-4BBC-8F50-2B8F50342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EA85926-EBF9-451E-A526-92EBE9873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C03F2-0DF5-404A-B1DF-9AE80D0BAF8B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A1B7A84-EB2E-4878-B0E6-56DE41E4B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BF1361E-FF75-4789-9429-8D00E3340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AB1C-7FF5-4269-83C0-61F4CB8BEA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8196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DCF38E-E3F9-446C-8CD6-840178976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A06C45D-E1A7-472A-AB60-0B1AC464F5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FE2966A-5012-4A25-9141-13BDFD5DA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D9E1DB6-FEAD-47C7-9FBF-B521DC8DC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C03F2-0DF5-404A-B1DF-9AE80D0BAF8B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3AF8C7-412F-4019-BD6E-FEFF2FFCA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9A699F5-6120-4E2E-B540-AFD7AC79E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AB1C-7FF5-4269-83C0-61F4CB8BEA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40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4DF4E4-64CD-440D-B947-9589C273D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8E5EC29-1315-4819-808C-BBD8F6F66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DEEC9C-A5CE-4440-BD63-2AA48B0EA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C03F2-0DF5-404A-B1DF-9AE80D0BAF8B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72FAE0-1337-46B1-91C1-43BA67DCB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7966D7-7474-44A3-9DD7-F88AE4EA5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AB1C-7FF5-4269-83C0-61F4CB8BEA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94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A5ECD19-DDCD-4CA8-A6D8-69018834C8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EEEDE17-D16C-4132-B951-3574386F4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575853-D450-4564-BAD0-515E2688F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C03F2-0DF5-404A-B1DF-9AE80D0BAF8B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9D3D22-6F3C-454D-84B3-33DE1E38E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D5E588-5BC5-4AB3-BA3A-1D174EEC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AAB1C-7FF5-4269-83C0-61F4CB8BEA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3185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45E8C42-E037-47F8-83D6-7AF4F5060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3B0E83-46DD-4CD2-953D-DAA2951F8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A63660D-2B92-4FB4-876A-F0D6850F1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C03F2-0DF5-404A-B1DF-9AE80D0BAF8B}" type="datetimeFigureOut">
              <a:rPr lang="zh-TW" altLang="en-US" smtClean="0"/>
              <a:t>2023/11/10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D9C752-3FF2-44B1-88BD-FDD8D6634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5D33A2-1F66-4A82-9967-68869483D0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AAB1C-7FF5-4269-83C0-61F4CB8BEA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2765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arxiv.org/abs/1810.04805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opus_books" TargetMode="External"/><Relationship Id="rId2" Type="http://schemas.openxmlformats.org/officeDocument/2006/relationships/hyperlink" Target="https://huggingface.co/docs/transformers/main/en/tasks/transla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5-trivia.glitch.me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openai.com/research/language-unsupervised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blog/new-models-and-developer-products-announced-at-devday" TargetMode="External"/><Relationship Id="rId2" Type="http://schemas.openxmlformats.org/officeDocument/2006/relationships/hyperlink" Target="https://openai.com/research/gpt-4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huggingface.co/spaces/HuggingFaceH4/open_llm_leaderboar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47D20E-7AC0-4285-BFB1-8F65395943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使用大型語言模型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F4270D-9D7D-4379-8B40-7C2F4DAE03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寫．程．式</a:t>
            </a:r>
            <a:endParaRPr lang="en-US" altLang="zh-TW" dirty="0"/>
          </a:p>
          <a:p>
            <a:r>
              <a:rPr lang="zh-TW" altLang="en-US" dirty="0"/>
              <a:t>透過</a:t>
            </a:r>
            <a:r>
              <a:rPr lang="en-US" altLang="zh-TW" dirty="0" err="1"/>
              <a:t>huggingface</a:t>
            </a:r>
            <a:r>
              <a:rPr lang="zh-TW" altLang="en-US" dirty="0"/>
              <a:t>取得模型</a:t>
            </a:r>
            <a:endParaRPr lang="en-US" altLang="zh-TW" dirty="0"/>
          </a:p>
          <a:p>
            <a:r>
              <a:rPr lang="zh-TW" altLang="en-US" sz="2000" dirty="0"/>
              <a:t>自然語言相關應用：機器翻譯、文本摘要、問答系統與文本生成等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33380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C00729-92C5-41C9-9E73-8555C62B8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pip</a:t>
            </a:r>
            <a:r>
              <a:rPr lang="zh-TW" altLang="en-US" dirty="0"/>
              <a:t>安裝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7975F4-E3C7-4AF7-BA8F-DFAC46D3C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安裝</a:t>
            </a:r>
            <a:r>
              <a:rPr lang="en-US" altLang="zh-TW" dirty="0"/>
              <a:t>python 3.11</a:t>
            </a:r>
            <a:r>
              <a:rPr lang="zh-TW" altLang="en-US" dirty="0"/>
              <a:t>版 </a:t>
            </a:r>
            <a:r>
              <a:rPr lang="en-US" altLang="zh-TW" dirty="0"/>
              <a:t>(2023/11/8</a:t>
            </a:r>
            <a:r>
              <a:rPr lang="zh-TW" altLang="en-US" dirty="0"/>
              <a:t>，</a:t>
            </a:r>
            <a:r>
              <a:rPr lang="en-US" altLang="zh-TW" dirty="0"/>
              <a:t>python</a:t>
            </a:r>
            <a:r>
              <a:rPr lang="zh-TW" altLang="en-US" dirty="0"/>
              <a:t>最新版本為</a:t>
            </a:r>
            <a:r>
              <a:rPr lang="en-US" altLang="zh-TW" dirty="0"/>
              <a:t>3.12)</a:t>
            </a:r>
          </a:p>
          <a:p>
            <a:r>
              <a:rPr lang="zh-TW" altLang="en-US" dirty="0"/>
              <a:t>設定虛擬環境</a:t>
            </a:r>
            <a:endParaRPr lang="en-US" altLang="zh-TW" dirty="0"/>
          </a:p>
          <a:p>
            <a:pPr lvl="1"/>
            <a:r>
              <a:rPr lang="zh-TW" altLang="en-US" dirty="0"/>
              <a:t>先透過</a:t>
            </a:r>
            <a:r>
              <a:rPr lang="en-US" altLang="zh-TW" dirty="0" err="1"/>
              <a:t>cmd</a:t>
            </a:r>
            <a:r>
              <a:rPr lang="zh-TW" altLang="en-US" dirty="0"/>
              <a:t>切換到你的工作目錄</a:t>
            </a:r>
            <a:endParaRPr lang="en-US" altLang="zh-TW" dirty="0"/>
          </a:p>
          <a:p>
            <a:pPr lvl="1"/>
            <a:r>
              <a:rPr lang="en-US" altLang="zh-TW" dirty="0"/>
              <a:t>python -m </a:t>
            </a:r>
            <a:r>
              <a:rPr lang="en-US" altLang="zh-TW" dirty="0" err="1"/>
              <a:t>venv</a:t>
            </a:r>
            <a:r>
              <a:rPr lang="en-US" altLang="zh-TW" dirty="0"/>
              <a:t> .env</a:t>
            </a:r>
          </a:p>
          <a:p>
            <a:r>
              <a:rPr lang="zh-TW" altLang="en-US" dirty="0"/>
              <a:t>啟動</a:t>
            </a:r>
            <a:endParaRPr lang="en-US" altLang="zh-TW" dirty="0"/>
          </a:p>
          <a:p>
            <a:pPr lvl="1"/>
            <a:r>
              <a:rPr lang="en-US" altLang="zh-TW" dirty="0"/>
              <a:t>.env/bin/activate (</a:t>
            </a:r>
            <a:r>
              <a:rPr lang="zh-TW" altLang="en-US" dirty="0"/>
              <a:t>這是</a:t>
            </a:r>
            <a:r>
              <a:rPr lang="en-US" altLang="zh-TW" dirty="0"/>
              <a:t>windows</a:t>
            </a:r>
            <a:r>
              <a:rPr lang="zh-TW" altLang="en-US" dirty="0"/>
              <a:t>的指令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安裝</a:t>
            </a:r>
            <a:r>
              <a:rPr lang="en-US" altLang="zh-TW" dirty="0" err="1"/>
              <a:t>pytorch</a:t>
            </a:r>
            <a:endParaRPr lang="en-US" altLang="zh-TW" dirty="0"/>
          </a:p>
          <a:p>
            <a:pPr lvl="1"/>
            <a:r>
              <a:rPr lang="en-US" altLang="zh-TW" dirty="0"/>
              <a:t>https://pytorch.org/get-started/locally/</a:t>
            </a:r>
          </a:p>
          <a:p>
            <a:pPr lvl="1"/>
            <a:r>
              <a:rPr lang="en-US" altLang="zh-TW" dirty="0"/>
              <a:t>pip3 install torch </a:t>
            </a:r>
            <a:r>
              <a:rPr lang="en-US" altLang="zh-TW" dirty="0" err="1"/>
              <a:t>torchvision</a:t>
            </a:r>
            <a:r>
              <a:rPr lang="en-US" altLang="zh-TW" dirty="0"/>
              <a:t> </a:t>
            </a:r>
            <a:r>
              <a:rPr lang="en-US" altLang="zh-TW" dirty="0" err="1"/>
              <a:t>torchaudio</a:t>
            </a:r>
            <a:r>
              <a:rPr lang="en-US" altLang="zh-TW" dirty="0"/>
              <a:t> --index-</a:t>
            </a:r>
            <a:r>
              <a:rPr lang="en-US" altLang="zh-TW" dirty="0" err="1"/>
              <a:t>url</a:t>
            </a:r>
            <a:r>
              <a:rPr lang="en-US" altLang="zh-TW" dirty="0"/>
              <a:t> https://download.pytorch.org/whl/cu121</a:t>
            </a:r>
          </a:p>
          <a:p>
            <a:pPr lvl="2"/>
            <a:r>
              <a:rPr lang="zh-TW" altLang="en-US" dirty="0"/>
              <a:t>有</a:t>
            </a:r>
            <a:r>
              <a:rPr lang="en-US" altLang="zh-TW" dirty="0"/>
              <a:t>Nvidia</a:t>
            </a:r>
            <a:r>
              <a:rPr lang="zh-TW" altLang="en-US" dirty="0"/>
              <a:t>顯卡才選</a:t>
            </a:r>
            <a:r>
              <a:rPr lang="en-US" altLang="zh-TW" dirty="0"/>
              <a:t>CUDA</a:t>
            </a:r>
            <a:r>
              <a:rPr lang="zh-TW" altLang="en-US" dirty="0"/>
              <a:t>，先使用</a:t>
            </a:r>
            <a:r>
              <a:rPr lang="en-US" altLang="zh-TW" dirty="0" err="1"/>
              <a:t>nvidia-smi</a:t>
            </a:r>
            <a:r>
              <a:rPr lang="zh-TW" altLang="en-US" dirty="0"/>
              <a:t>指令確認</a:t>
            </a:r>
            <a:r>
              <a:rPr lang="en-US" altLang="zh-TW" dirty="0" err="1"/>
              <a:t>cuda</a:t>
            </a:r>
            <a:r>
              <a:rPr lang="zh-TW" altLang="en-US" dirty="0"/>
              <a:t>版本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62D97E4-C4D8-4ACB-AEF9-1ADCA9C1D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748" y="3025084"/>
            <a:ext cx="4631377" cy="18295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17057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70DD3E-D3A4-4F76-BBF3-F81D4EBD4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安裝語言模型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682AD8-8227-4310-A58E-663180B0C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2648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安裝</a:t>
            </a:r>
            <a:r>
              <a:rPr lang="en-US" altLang="zh-TW" dirty="0"/>
              <a:t>Anaconda</a:t>
            </a:r>
            <a:r>
              <a:rPr lang="zh-TW" altLang="en-US" dirty="0"/>
              <a:t>，並建立虛擬環境</a:t>
            </a:r>
            <a:endParaRPr lang="en-US" altLang="zh-TW" dirty="0"/>
          </a:p>
          <a:p>
            <a:pPr lvl="1"/>
            <a:r>
              <a:rPr lang="en-US" altLang="zh-TW" dirty="0" err="1"/>
              <a:t>conda</a:t>
            </a:r>
            <a:r>
              <a:rPr lang="en-US" altLang="zh-TW" dirty="0"/>
              <a:t> create -n </a:t>
            </a:r>
            <a:r>
              <a:rPr lang="en-US" altLang="zh-TW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mytransformer</a:t>
            </a:r>
            <a:r>
              <a:rPr lang="en-US" altLang="zh-TW" dirty="0"/>
              <a:t> python=3.11 -c </a:t>
            </a:r>
            <a:r>
              <a:rPr lang="en-US" altLang="zh-TW" dirty="0" err="1"/>
              <a:t>conda</a:t>
            </a:r>
            <a:r>
              <a:rPr lang="en-US" altLang="zh-TW" dirty="0"/>
              <a:t>-forge –y</a:t>
            </a:r>
          </a:p>
          <a:p>
            <a:pPr lvl="1"/>
            <a:r>
              <a:rPr lang="zh-TW" altLang="en-US" dirty="0"/>
              <a:t>啟動環境：</a:t>
            </a:r>
            <a:r>
              <a:rPr lang="en-US" altLang="zh-TW" dirty="0" err="1"/>
              <a:t>conda</a:t>
            </a:r>
            <a:r>
              <a:rPr lang="en-US" altLang="zh-TW" dirty="0"/>
              <a:t> activate </a:t>
            </a:r>
            <a:r>
              <a:rPr lang="en-US" altLang="zh-TW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mytransformer</a:t>
            </a:r>
            <a:endParaRPr lang="en-US" altLang="zh-TW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zh-TW" altLang="en-US" dirty="0"/>
              <a:t>如果出現</a:t>
            </a:r>
            <a:r>
              <a:rPr lang="en-US" altLang="zh-TW" dirty="0"/>
              <a:t>OpenSSL</a:t>
            </a:r>
            <a:r>
              <a:rPr lang="zh-TW" altLang="en-US" dirty="0"/>
              <a:t>的問題</a:t>
            </a:r>
            <a:endParaRPr lang="en-US" altLang="zh-TW" dirty="0"/>
          </a:p>
          <a:p>
            <a:pPr lvl="1"/>
            <a:r>
              <a:rPr lang="zh-TW" altLang="en-US" dirty="0"/>
              <a:t>在</a:t>
            </a:r>
            <a:r>
              <a:rPr lang="en-US" altLang="zh-TW" dirty="0"/>
              <a:t>anaconda3(</a:t>
            </a:r>
            <a:r>
              <a:rPr lang="zh-TW" altLang="en-US" dirty="0"/>
              <a:t>安裝的資料夾</a:t>
            </a:r>
            <a:r>
              <a:rPr lang="en-US" altLang="zh-TW" dirty="0"/>
              <a:t>)&gt;Library&gt;bin</a:t>
            </a:r>
            <a:r>
              <a:rPr lang="zh-TW" altLang="en-US" dirty="0"/>
              <a:t>尋找這兩個檔案</a:t>
            </a:r>
          </a:p>
          <a:p>
            <a:pPr lvl="1"/>
            <a:r>
              <a:rPr lang="en-US" altLang="zh-TW" dirty="0"/>
              <a:t>libcrypto-1_1-x64.dll</a:t>
            </a:r>
          </a:p>
          <a:p>
            <a:pPr lvl="1"/>
            <a:r>
              <a:rPr lang="en-US" altLang="zh-TW" dirty="0"/>
              <a:t>libssl-1_1-x64.dll</a:t>
            </a:r>
          </a:p>
          <a:p>
            <a:pPr lvl="1"/>
            <a:r>
              <a:rPr lang="zh-TW" altLang="en-US" dirty="0"/>
              <a:t>然後複製到</a:t>
            </a:r>
            <a:r>
              <a:rPr lang="en-US" altLang="zh-TW" dirty="0"/>
              <a:t>anaconda3&gt;DLLs.</a:t>
            </a:r>
          </a:p>
          <a:p>
            <a:r>
              <a:rPr lang="zh-TW" altLang="en-US" dirty="0"/>
              <a:t>安裝</a:t>
            </a:r>
            <a:r>
              <a:rPr lang="en-US" altLang="zh-TW" dirty="0" err="1"/>
              <a:t>pytorch</a:t>
            </a:r>
            <a:endParaRPr lang="en-US" altLang="zh-TW" dirty="0"/>
          </a:p>
          <a:p>
            <a:pPr lvl="1"/>
            <a:r>
              <a:rPr lang="en-US" altLang="zh-TW" dirty="0"/>
              <a:t>https://pytorch.org/get-started/locally/</a:t>
            </a:r>
          </a:p>
          <a:p>
            <a:pPr lvl="1"/>
            <a:r>
              <a:rPr lang="en-US" altLang="zh-TW" dirty="0" err="1"/>
              <a:t>conda</a:t>
            </a:r>
            <a:r>
              <a:rPr lang="en-US" altLang="zh-TW" dirty="0"/>
              <a:t> install </a:t>
            </a:r>
            <a:r>
              <a:rPr lang="en-US" altLang="zh-TW" dirty="0" err="1"/>
              <a:t>pytorch</a:t>
            </a:r>
            <a:r>
              <a:rPr lang="en-US" altLang="zh-TW" dirty="0"/>
              <a:t> </a:t>
            </a:r>
            <a:r>
              <a:rPr lang="en-US" altLang="zh-TW" dirty="0" err="1"/>
              <a:t>torchvision</a:t>
            </a:r>
            <a:r>
              <a:rPr lang="en-US" altLang="zh-TW" dirty="0"/>
              <a:t> </a:t>
            </a:r>
            <a:r>
              <a:rPr lang="en-US" altLang="zh-TW" dirty="0" err="1"/>
              <a:t>torchaudio</a:t>
            </a:r>
            <a:r>
              <a:rPr lang="en-US" altLang="zh-TW" dirty="0"/>
              <a:t> </a:t>
            </a:r>
            <a:r>
              <a:rPr lang="en-US" altLang="zh-TW" dirty="0" err="1"/>
              <a:t>pytorch-cuda</a:t>
            </a:r>
            <a:r>
              <a:rPr lang="en-US" altLang="zh-TW" dirty="0"/>
              <a:t>=11.8 -c </a:t>
            </a:r>
            <a:r>
              <a:rPr lang="en-US" altLang="zh-TW" dirty="0" err="1"/>
              <a:t>pytorch</a:t>
            </a:r>
            <a:r>
              <a:rPr lang="en-US" altLang="zh-TW" dirty="0"/>
              <a:t> -c </a:t>
            </a:r>
            <a:r>
              <a:rPr lang="en-US" altLang="zh-TW" dirty="0" err="1"/>
              <a:t>nvidia</a:t>
            </a:r>
            <a:endParaRPr lang="en-US" altLang="zh-TW" dirty="0"/>
          </a:p>
          <a:p>
            <a:pPr lvl="2"/>
            <a:r>
              <a:rPr lang="zh-TW" altLang="en-US" dirty="0"/>
              <a:t>有</a:t>
            </a:r>
            <a:r>
              <a:rPr lang="en-US" altLang="zh-TW" dirty="0"/>
              <a:t>Nvidia</a:t>
            </a:r>
            <a:r>
              <a:rPr lang="zh-TW" altLang="en-US" dirty="0"/>
              <a:t>顯卡才選</a:t>
            </a:r>
            <a:r>
              <a:rPr lang="en-US" altLang="zh-TW" dirty="0"/>
              <a:t>CUDA</a:t>
            </a:r>
            <a:r>
              <a:rPr lang="zh-TW" altLang="en-US" dirty="0"/>
              <a:t>，先使用</a:t>
            </a:r>
            <a:r>
              <a:rPr lang="en-US" altLang="zh-TW" dirty="0" err="1"/>
              <a:t>nvidia-smi</a:t>
            </a:r>
            <a:r>
              <a:rPr lang="zh-TW" altLang="en-US" dirty="0"/>
              <a:t>指令確認</a:t>
            </a:r>
            <a:r>
              <a:rPr lang="en-US" altLang="zh-TW" dirty="0" err="1"/>
              <a:t>cuda</a:t>
            </a:r>
            <a:r>
              <a:rPr lang="zh-TW" altLang="en-US" dirty="0"/>
              <a:t>版本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1729646-A2BA-4286-81C5-D0C67903B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679" y="3829792"/>
            <a:ext cx="4362121" cy="16897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85057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95BA1B-F882-443D-8E70-9A77AEFCB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C2DEB5-E328-4037-95A8-897883F8B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有顯卡，且安裝好驅動程式跟</a:t>
            </a:r>
            <a:r>
              <a:rPr lang="en-US" altLang="zh-TW" dirty="0" err="1"/>
              <a:t>cuda</a:t>
            </a:r>
            <a:r>
              <a:rPr lang="zh-TW" altLang="en-US" dirty="0"/>
              <a:t>，可以執行</a:t>
            </a:r>
            <a:endParaRPr lang="en-US" altLang="zh-TW" dirty="0"/>
          </a:p>
          <a:p>
            <a:pPr lvl="1"/>
            <a:r>
              <a:rPr lang="en-US" altLang="zh-TW" dirty="0" err="1"/>
              <a:t>nvidia-smi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C0C514C-195C-4320-8AAD-ED083EEB9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670" y="3102142"/>
            <a:ext cx="6963747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4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F67A19-12D1-46DA-8217-ED77CACD4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安裝語言模型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2F968D-9009-467A-A792-874D8D23B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563"/>
            <a:ext cx="10515600" cy="4351338"/>
          </a:xfrm>
        </p:spPr>
        <p:txBody>
          <a:bodyPr/>
          <a:lstStyle/>
          <a:p>
            <a:r>
              <a:rPr lang="zh-TW" altLang="en-US" dirty="0"/>
              <a:t>安裝</a:t>
            </a:r>
            <a:r>
              <a:rPr lang="en-US" altLang="zh-TW" dirty="0"/>
              <a:t>transformers</a:t>
            </a:r>
            <a:r>
              <a:rPr lang="en-US" altLang="zh-TW" sz="1800" dirty="0"/>
              <a:t>(</a:t>
            </a:r>
            <a:r>
              <a:rPr lang="zh-TW" altLang="en-US" sz="1800" dirty="0"/>
              <a:t>請依照你是裝</a:t>
            </a:r>
            <a:r>
              <a:rPr lang="en-US" altLang="zh-TW" sz="1800" dirty="0" err="1"/>
              <a:t>conda</a:t>
            </a:r>
            <a:r>
              <a:rPr lang="zh-TW" altLang="en-US" sz="1800" dirty="0"/>
              <a:t>還是直裝</a:t>
            </a:r>
            <a:r>
              <a:rPr lang="en-US" altLang="zh-TW" sz="1800" dirty="0"/>
              <a:t>python)</a:t>
            </a:r>
            <a:endParaRPr lang="en-US" altLang="zh-TW" dirty="0"/>
          </a:p>
          <a:p>
            <a:pPr lvl="1"/>
            <a:r>
              <a:rPr lang="en-US" altLang="zh-TW" dirty="0" err="1"/>
              <a:t>conda</a:t>
            </a:r>
            <a:r>
              <a:rPr lang="en-US" altLang="zh-TW" dirty="0"/>
              <a:t> install -c </a:t>
            </a:r>
            <a:r>
              <a:rPr lang="en-US" altLang="zh-TW" dirty="0" err="1"/>
              <a:t>huggingface</a:t>
            </a:r>
            <a:r>
              <a:rPr lang="en-US" altLang="zh-TW" dirty="0"/>
              <a:t> transformers datasets </a:t>
            </a:r>
            <a:r>
              <a:rPr lang="en-US" altLang="zh-TW" dirty="0" err="1"/>
              <a:t>sentencepiece</a:t>
            </a:r>
            <a:endParaRPr lang="en-US" altLang="zh-TW" dirty="0"/>
          </a:p>
          <a:p>
            <a:pPr lvl="1"/>
            <a:r>
              <a:rPr lang="en-US" altLang="zh-TW" dirty="0"/>
              <a:t>pip3 install transformers datasets </a:t>
            </a:r>
            <a:r>
              <a:rPr lang="en-US" altLang="zh-TW" dirty="0" err="1"/>
              <a:t>sentencepiece</a:t>
            </a:r>
            <a:endParaRPr lang="en-US" altLang="zh-TW" dirty="0"/>
          </a:p>
          <a:p>
            <a:r>
              <a:rPr lang="zh-TW" altLang="en-US" dirty="0"/>
              <a:t>測試</a:t>
            </a:r>
            <a:endParaRPr lang="en-US" altLang="zh-TW" dirty="0"/>
          </a:p>
          <a:p>
            <a:pPr lvl="1"/>
            <a:r>
              <a:rPr lang="en-US" altLang="zh-TW" dirty="0"/>
              <a:t>python -c "from transformers import pipeline; print(pipeline('sentiment-analysis')('we love you’))”</a:t>
            </a:r>
          </a:p>
          <a:p>
            <a:pPr lvl="1"/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548CC7C-09D6-4CF8-87CF-D03ECF6112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339" b="32472"/>
          <a:stretch/>
        </p:blipFill>
        <p:spPr>
          <a:xfrm>
            <a:off x="838200" y="4419678"/>
            <a:ext cx="7651216" cy="2224566"/>
          </a:xfrm>
          <a:prstGeom prst="rect">
            <a:avLst/>
          </a:prstGeom>
        </p:spPr>
      </p:pic>
      <p:sp>
        <p:nvSpPr>
          <p:cNvPr id="9" name="圖說文字: 向左箭號 8">
            <a:extLst>
              <a:ext uri="{FF2B5EF4-FFF2-40B4-BE49-F238E27FC236}">
                <a16:creationId xmlns:a16="http://schemas.microsoft.com/office/drawing/2014/main" id="{D83C224C-9C10-4C3B-9807-CDCE72FB2D06}"/>
              </a:ext>
            </a:extLst>
          </p:cNvPr>
          <p:cNvSpPr/>
          <p:nvPr/>
        </p:nvSpPr>
        <p:spPr>
          <a:xfrm>
            <a:off x="8489416" y="4419678"/>
            <a:ext cx="2864384" cy="2165190"/>
          </a:xfrm>
          <a:prstGeom prst="leftArrowCallout">
            <a:avLst>
              <a:gd name="adj1" fmla="val 11918"/>
              <a:gd name="adj2" fmla="val 13610"/>
              <a:gd name="adj3" fmla="val 12974"/>
              <a:gd name="adj4" fmla="val 856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第一次執行會出現沒有</a:t>
            </a:r>
            <a:r>
              <a:rPr lang="en-US" altLang="zh-TW" sz="1600" dirty="0"/>
              <a:t>model</a:t>
            </a:r>
            <a:r>
              <a:rPr lang="zh-TW" altLang="en-US" sz="1600" dirty="0"/>
              <a:t>，然後開始自動下載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這個簡單的測試是</a:t>
            </a:r>
            <a:r>
              <a:rPr lang="en-US" altLang="zh-TW" sz="1600" dirty="0"/>
              <a:t>sentiment-analysis</a:t>
            </a:r>
            <a:r>
              <a:rPr lang="zh-TW" altLang="en-US" sz="1600" dirty="0"/>
              <a:t>情感分析模型，判斷”</a:t>
            </a:r>
            <a:r>
              <a:rPr lang="en-US" altLang="zh-TW" sz="1600" dirty="0"/>
              <a:t>we love you”</a:t>
            </a:r>
            <a:r>
              <a:rPr lang="zh-TW" altLang="en-US" sz="1600" dirty="0"/>
              <a:t>這句話是正向還是負向，以及分數是多少</a:t>
            </a:r>
          </a:p>
        </p:txBody>
      </p:sp>
    </p:spTree>
    <p:extLst>
      <p:ext uri="{BB962C8B-B14F-4D97-AF65-F5344CB8AC3E}">
        <p14:creationId xmlns:p14="http://schemas.microsoft.com/office/powerpoint/2010/main" val="399878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FCCE74-EABE-47F8-81E6-6AFDFF7D2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常見模型：</a:t>
            </a:r>
            <a:r>
              <a:rPr lang="en-US" altLang="zh-TW" dirty="0"/>
              <a:t>BERT</a:t>
            </a:r>
            <a:r>
              <a:rPr lang="zh-TW" altLang="en-US" dirty="0"/>
              <a:t>、</a:t>
            </a:r>
            <a:r>
              <a:rPr lang="en-US" altLang="zh-TW" dirty="0"/>
              <a:t>T5</a:t>
            </a:r>
            <a:r>
              <a:rPr lang="zh-TW" altLang="en-US" dirty="0"/>
              <a:t>與 </a:t>
            </a:r>
            <a:r>
              <a:rPr lang="en-US" altLang="zh-TW" dirty="0"/>
              <a:t>GPT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525BB2-CD61-446A-B082-4B4BFE19C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96041"/>
          </a:xfrm>
        </p:spPr>
        <p:txBody>
          <a:bodyPr/>
          <a:lstStyle/>
          <a:p>
            <a:r>
              <a:rPr lang="en-US" altLang="zh-TW" dirty="0"/>
              <a:t>BERT: Pre-training of Deep Bidirectional Transformers for Language Understanding</a:t>
            </a:r>
          </a:p>
          <a:p>
            <a:pPr lvl="1"/>
            <a:r>
              <a:rPr lang="en-US" altLang="zh-TW" dirty="0">
                <a:hlinkClick r:id="rId2"/>
              </a:rPr>
              <a:t>https://arxiv.org/abs/1810.04805</a:t>
            </a:r>
            <a:endParaRPr lang="en-US" altLang="zh-TW" dirty="0"/>
          </a:p>
          <a:p>
            <a:r>
              <a:rPr lang="en-US" altLang="zh-TW" dirty="0"/>
              <a:t>Bert</a:t>
            </a:r>
            <a:r>
              <a:rPr lang="zh-TW" altLang="en-US" dirty="0"/>
              <a:t>的訓練方式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AD853B3-BA55-4DBC-A5DF-7C8CE4742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720" y="3155354"/>
            <a:ext cx="6720161" cy="303719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圖說文字: 向右箭號 3">
            <a:extLst>
              <a:ext uri="{FF2B5EF4-FFF2-40B4-BE49-F238E27FC236}">
                <a16:creationId xmlns:a16="http://schemas.microsoft.com/office/drawing/2014/main" id="{C8205A42-AB1C-43AD-A263-BFC6A7F0FC24}"/>
              </a:ext>
            </a:extLst>
          </p:cNvPr>
          <p:cNvSpPr/>
          <p:nvPr/>
        </p:nvSpPr>
        <p:spPr>
          <a:xfrm>
            <a:off x="1595832" y="4869034"/>
            <a:ext cx="3030769" cy="1198674"/>
          </a:xfrm>
          <a:prstGeom prst="rightArrowCallout">
            <a:avLst>
              <a:gd name="adj1" fmla="val 21439"/>
              <a:gd name="adj2" fmla="val 22863"/>
              <a:gd name="adj3" fmla="val 22863"/>
              <a:gd name="adj4" fmla="val 787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US" altLang="zh-TW" dirty="0"/>
              <a:t>[MASK]</a:t>
            </a:r>
            <a:r>
              <a:rPr lang="zh-TW" altLang="en-US" dirty="0"/>
              <a:t>應該填什麼</a:t>
            </a:r>
            <a:endParaRPr lang="en-US" altLang="zh-TW" dirty="0"/>
          </a:p>
          <a:p>
            <a:pPr marL="342900" indent="-342900" algn="ctr">
              <a:buAutoNum type="arabicPeriod"/>
            </a:pPr>
            <a:r>
              <a:rPr lang="zh-TW" altLang="en-US" dirty="0"/>
              <a:t>這兩句「是不是」接著一起的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9936E39-81BE-41A0-9E54-5C9B8EA8B838}"/>
              </a:ext>
            </a:extLst>
          </p:cNvPr>
          <p:cNvSpPr txBox="1"/>
          <p:nvPr/>
        </p:nvSpPr>
        <p:spPr>
          <a:xfrm>
            <a:off x="957597" y="6361454"/>
            <a:ext cx="6450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https://leemeng.tw/attack_on_bert_transfer_learning_in_nlp.html</a:t>
            </a:r>
          </a:p>
        </p:txBody>
      </p:sp>
    </p:spTree>
    <p:extLst>
      <p:ext uri="{BB962C8B-B14F-4D97-AF65-F5344CB8AC3E}">
        <p14:creationId xmlns:p14="http://schemas.microsoft.com/office/powerpoint/2010/main" val="611564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243DDC-22EF-4F58-B354-0C2CC1926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常見模型：</a:t>
            </a:r>
            <a:r>
              <a:rPr lang="en-US" altLang="zh-TW" dirty="0"/>
              <a:t>BERT</a:t>
            </a:r>
            <a:r>
              <a:rPr lang="zh-TW" altLang="en-US" dirty="0"/>
              <a:t>、</a:t>
            </a:r>
            <a:r>
              <a:rPr lang="en-US" altLang="zh-TW" dirty="0"/>
              <a:t>T5</a:t>
            </a:r>
            <a:r>
              <a:rPr lang="zh-TW" altLang="en-US" dirty="0"/>
              <a:t>與 </a:t>
            </a:r>
            <a:r>
              <a:rPr lang="en-US" altLang="zh-TW" dirty="0"/>
              <a:t>GPT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312285-37DE-4B09-B98C-8D4840B0A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err="1"/>
              <a:t>PyTorch</a:t>
            </a:r>
            <a:r>
              <a:rPr lang="en-US" altLang="zh-TW" dirty="0"/>
              <a:t> Hub </a:t>
            </a:r>
            <a:r>
              <a:rPr lang="zh-TW" altLang="en-US" dirty="0"/>
              <a:t>載入的 </a:t>
            </a:r>
            <a:r>
              <a:rPr lang="en-US" altLang="zh-TW" dirty="0"/>
              <a:t>BERT </a:t>
            </a:r>
            <a:r>
              <a:rPr lang="zh-TW" altLang="en-US" dirty="0"/>
              <a:t>預訓練模型。有以下模型可供使用：</a:t>
            </a:r>
          </a:p>
          <a:p>
            <a:pPr lvl="1"/>
            <a:r>
              <a:rPr lang="en-US" altLang="zh-TW" dirty="0" err="1"/>
              <a:t>bert</a:t>
            </a:r>
            <a:r>
              <a:rPr lang="en-US" altLang="zh-TW" dirty="0"/>
              <a:t>-base-</a:t>
            </a:r>
            <a:r>
              <a:rPr lang="en-US" altLang="zh-TW" dirty="0" err="1"/>
              <a:t>chinese</a:t>
            </a:r>
            <a:endParaRPr lang="en-US" altLang="zh-TW" dirty="0"/>
          </a:p>
          <a:p>
            <a:pPr lvl="1"/>
            <a:r>
              <a:rPr lang="en-US" altLang="zh-TW" dirty="0" err="1"/>
              <a:t>bert</a:t>
            </a:r>
            <a:r>
              <a:rPr lang="en-US" altLang="zh-TW" dirty="0"/>
              <a:t>-base-uncased</a:t>
            </a:r>
          </a:p>
          <a:p>
            <a:pPr lvl="1"/>
            <a:r>
              <a:rPr lang="en-US" altLang="zh-TW" dirty="0" err="1"/>
              <a:t>bert</a:t>
            </a:r>
            <a:r>
              <a:rPr lang="en-US" altLang="zh-TW" dirty="0"/>
              <a:t>-base-cased</a:t>
            </a:r>
          </a:p>
          <a:p>
            <a:pPr lvl="1"/>
            <a:r>
              <a:rPr lang="en-US" altLang="zh-TW" dirty="0" err="1"/>
              <a:t>bert</a:t>
            </a:r>
            <a:r>
              <a:rPr lang="en-US" altLang="zh-TW" dirty="0"/>
              <a:t>-base-</a:t>
            </a:r>
            <a:r>
              <a:rPr lang="en-US" altLang="zh-TW" dirty="0" err="1"/>
              <a:t>german</a:t>
            </a:r>
            <a:r>
              <a:rPr lang="en-US" altLang="zh-TW" dirty="0"/>
              <a:t>-cased</a:t>
            </a:r>
          </a:p>
          <a:p>
            <a:pPr lvl="1"/>
            <a:r>
              <a:rPr lang="en-US" altLang="zh-TW" dirty="0" err="1"/>
              <a:t>bert</a:t>
            </a:r>
            <a:r>
              <a:rPr lang="en-US" altLang="zh-TW" dirty="0"/>
              <a:t>-base-multilingual-uncased</a:t>
            </a:r>
          </a:p>
          <a:p>
            <a:pPr lvl="1"/>
            <a:r>
              <a:rPr lang="en-US" altLang="zh-TW" dirty="0" err="1"/>
              <a:t>bert</a:t>
            </a:r>
            <a:r>
              <a:rPr lang="en-US" altLang="zh-TW" dirty="0"/>
              <a:t>-base-multilingual-cased</a:t>
            </a:r>
          </a:p>
          <a:p>
            <a:pPr lvl="1"/>
            <a:r>
              <a:rPr lang="en-US" altLang="zh-TW" dirty="0" err="1"/>
              <a:t>bert</a:t>
            </a:r>
            <a:r>
              <a:rPr lang="en-US" altLang="zh-TW" dirty="0"/>
              <a:t>-large-cased</a:t>
            </a:r>
          </a:p>
          <a:p>
            <a:pPr lvl="1"/>
            <a:r>
              <a:rPr lang="en-US" altLang="zh-TW" dirty="0" err="1"/>
              <a:t>bert</a:t>
            </a:r>
            <a:r>
              <a:rPr lang="en-US" altLang="zh-TW" dirty="0"/>
              <a:t>-large-uncased</a:t>
            </a:r>
          </a:p>
          <a:p>
            <a:pPr lvl="1"/>
            <a:r>
              <a:rPr lang="en-US" altLang="zh-TW" dirty="0" err="1"/>
              <a:t>bert</a:t>
            </a:r>
            <a:r>
              <a:rPr lang="en-US" altLang="zh-TW" dirty="0"/>
              <a:t>-large-uncased-whole-word-masking</a:t>
            </a:r>
          </a:p>
          <a:p>
            <a:pPr lvl="1"/>
            <a:r>
              <a:rPr lang="en-US" altLang="zh-TW" dirty="0" err="1"/>
              <a:t>bert</a:t>
            </a:r>
            <a:r>
              <a:rPr lang="en-US" altLang="zh-TW" dirty="0"/>
              <a:t>-large-cased-whole-word-masking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71A5333-5E80-4F9E-8058-D77D4B58B300}"/>
              </a:ext>
            </a:extLst>
          </p:cNvPr>
          <p:cNvSpPr txBox="1"/>
          <p:nvPr/>
        </p:nvSpPr>
        <p:spPr>
          <a:xfrm>
            <a:off x="5593275" y="2632154"/>
            <a:ext cx="6034846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4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torch</a:t>
            </a:r>
          </a:p>
          <a:p>
            <a:r>
              <a:rPr lang="en-US" altLang="zh-TW" sz="14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from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transformers </a:t>
            </a:r>
            <a:r>
              <a:rPr lang="en-US" altLang="zh-TW" sz="14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TW" sz="14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BertTokenizer</a:t>
            </a:r>
            <a:endParaRPr lang="en-US" altLang="zh-TW" sz="14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b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PRETRAINED_MODEL_NAME = </a:t>
            </a:r>
            <a:r>
              <a:rPr lang="en-US" altLang="zh-TW" sz="14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altLang="zh-TW" sz="1400" b="0" dirty="0" err="1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bert</a:t>
            </a:r>
            <a:r>
              <a:rPr lang="en-US" altLang="zh-TW" sz="14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-base-</a:t>
            </a:r>
            <a:r>
              <a:rPr lang="en-US" altLang="zh-TW" sz="1400" b="0" dirty="0" err="1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chinese</a:t>
            </a:r>
            <a:r>
              <a:rPr lang="en-US" altLang="zh-TW" sz="14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 </a:t>
            </a:r>
          </a:p>
          <a:p>
            <a:r>
              <a:rPr lang="en-US" altLang="zh-TW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TW" altLang="en-US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指定繁簡中文 </a:t>
            </a:r>
            <a:r>
              <a:rPr lang="en-US" altLang="zh-TW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BERT-BASE </a:t>
            </a:r>
            <a:r>
              <a:rPr lang="zh-TW" altLang="en-US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預訓練模型</a:t>
            </a:r>
            <a:endParaRPr lang="zh-TW" altLang="en-US" sz="14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br>
              <a:rPr lang="zh-TW" altLang="en-US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TW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TW" altLang="en-US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取得此預訓練模型所使用的 </a:t>
            </a:r>
            <a:r>
              <a:rPr lang="en-US" altLang="zh-TW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tokenizer</a:t>
            </a:r>
            <a:endParaRPr lang="en-US" altLang="zh-TW" sz="14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tokenizer = </a:t>
            </a:r>
            <a:r>
              <a:rPr lang="en-US" altLang="zh-TW" sz="14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BertTokenizer.from_pretrained</a:t>
            </a:r>
            <a:r>
              <a:rPr lang="en-US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(PRETRAINED_MODEL_NAME)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2E691DD-C808-47BF-A46B-4BD4C04F9EB4}"/>
              </a:ext>
            </a:extLst>
          </p:cNvPr>
          <p:cNvSpPr txBox="1"/>
          <p:nvPr/>
        </p:nvSpPr>
        <p:spPr>
          <a:xfrm>
            <a:off x="997395" y="6169709"/>
            <a:ext cx="57586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https://leemeng.tw/attack_on_bert_transfer_learning_in_nlp.html</a:t>
            </a:r>
          </a:p>
        </p:txBody>
      </p:sp>
    </p:spTree>
    <p:extLst>
      <p:ext uri="{BB962C8B-B14F-4D97-AF65-F5344CB8AC3E}">
        <p14:creationId xmlns:p14="http://schemas.microsoft.com/office/powerpoint/2010/main" val="3353871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9093CA-2894-44AB-BEC5-B39297F2B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常見模型：</a:t>
            </a:r>
            <a:r>
              <a:rPr lang="en-US" altLang="zh-TW" dirty="0"/>
              <a:t>BERT</a:t>
            </a:r>
            <a:r>
              <a:rPr lang="zh-TW" altLang="en-US" dirty="0"/>
              <a:t>、</a:t>
            </a:r>
            <a:r>
              <a:rPr lang="en-US" altLang="zh-TW" dirty="0"/>
              <a:t>T5</a:t>
            </a:r>
            <a:r>
              <a:rPr lang="zh-TW" altLang="en-US" dirty="0"/>
              <a:t>與 </a:t>
            </a:r>
            <a:r>
              <a:rPr lang="en-US" altLang="zh-TW" dirty="0"/>
              <a:t>GPT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38D314-8882-4564-92BA-FAA9DA2DF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除了一般的字</a:t>
            </a:r>
            <a:r>
              <a:rPr lang="en-US" altLang="zh-TW" dirty="0"/>
              <a:t>(</a:t>
            </a:r>
            <a:r>
              <a:rPr lang="en-US" altLang="zh-TW" dirty="0" err="1"/>
              <a:t>wordpieces</a:t>
            </a:r>
            <a:r>
              <a:rPr lang="en-US" altLang="zh-TW" dirty="0"/>
              <a:t> )</a:t>
            </a:r>
            <a:r>
              <a:rPr lang="zh-TW" altLang="en-US" dirty="0"/>
              <a:t>以外，</a:t>
            </a:r>
            <a:r>
              <a:rPr lang="en-US" altLang="zh-TW" dirty="0"/>
              <a:t>BERT </a:t>
            </a:r>
            <a:r>
              <a:rPr lang="zh-TW" altLang="en-US" dirty="0"/>
              <a:t>裡頭有 </a:t>
            </a:r>
            <a:r>
              <a:rPr lang="en-US" altLang="zh-TW" dirty="0"/>
              <a:t>5 </a:t>
            </a:r>
            <a:r>
              <a:rPr lang="zh-TW" altLang="en-US" dirty="0"/>
              <a:t>個特殊 </a:t>
            </a:r>
            <a:r>
              <a:rPr lang="en-US" altLang="zh-TW" dirty="0"/>
              <a:t>tokens </a:t>
            </a:r>
            <a:r>
              <a:rPr lang="zh-TW" altLang="en-US" dirty="0"/>
              <a:t>各司其職：</a:t>
            </a:r>
          </a:p>
          <a:p>
            <a:pPr lvl="1"/>
            <a:r>
              <a:rPr lang="en-US" altLang="zh-TW" dirty="0"/>
              <a:t>[CLS]</a:t>
            </a:r>
            <a:r>
              <a:rPr lang="zh-TW" altLang="en-US" dirty="0"/>
              <a:t>：在做分類任務時其最後一層的 </a:t>
            </a:r>
            <a:r>
              <a:rPr lang="en-US" altLang="zh-TW" dirty="0" err="1"/>
              <a:t>repr</a:t>
            </a:r>
            <a:r>
              <a:rPr lang="en-US" altLang="zh-TW" dirty="0"/>
              <a:t>. </a:t>
            </a:r>
            <a:r>
              <a:rPr lang="zh-TW" altLang="en-US" dirty="0"/>
              <a:t>會被視為整個輸入序列的 </a:t>
            </a:r>
            <a:r>
              <a:rPr lang="en-US" altLang="zh-TW" dirty="0" err="1"/>
              <a:t>repr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/>
              <a:t>[SEP]</a:t>
            </a:r>
            <a:r>
              <a:rPr lang="zh-TW" altLang="en-US" dirty="0"/>
              <a:t>：有兩個句子的文本會被串接成一個輸入序列，並在兩句之間插入這個 </a:t>
            </a:r>
            <a:r>
              <a:rPr lang="en-US" altLang="zh-TW" dirty="0"/>
              <a:t>token </a:t>
            </a:r>
            <a:r>
              <a:rPr lang="zh-TW" altLang="en-US" dirty="0"/>
              <a:t>以做區隔</a:t>
            </a:r>
          </a:p>
          <a:p>
            <a:pPr lvl="1"/>
            <a:r>
              <a:rPr lang="en-US" altLang="zh-TW" dirty="0"/>
              <a:t>[UNK]</a:t>
            </a:r>
            <a:r>
              <a:rPr lang="zh-TW" altLang="en-US" dirty="0"/>
              <a:t>：沒出現在 </a:t>
            </a:r>
            <a:r>
              <a:rPr lang="en-US" altLang="zh-TW" dirty="0"/>
              <a:t>BERT </a:t>
            </a:r>
            <a:r>
              <a:rPr lang="zh-TW" altLang="en-US" dirty="0"/>
              <a:t>字典裡頭的字會被這個 </a:t>
            </a:r>
            <a:r>
              <a:rPr lang="en-US" altLang="zh-TW" dirty="0"/>
              <a:t>token </a:t>
            </a:r>
            <a:r>
              <a:rPr lang="zh-TW" altLang="en-US" dirty="0"/>
              <a:t>取代</a:t>
            </a:r>
          </a:p>
          <a:p>
            <a:pPr lvl="1"/>
            <a:r>
              <a:rPr lang="en-US" altLang="zh-TW" dirty="0"/>
              <a:t>[PAD]</a:t>
            </a:r>
            <a:r>
              <a:rPr lang="zh-TW" altLang="en-US" dirty="0"/>
              <a:t>：</a:t>
            </a:r>
            <a:r>
              <a:rPr lang="en-US" altLang="zh-TW" dirty="0"/>
              <a:t>zero padding </a:t>
            </a:r>
            <a:r>
              <a:rPr lang="zh-TW" altLang="en-US" dirty="0"/>
              <a:t>遮罩，將長度不一的輸入序列補齊方便做 </a:t>
            </a:r>
            <a:r>
              <a:rPr lang="en-US" altLang="zh-TW" dirty="0"/>
              <a:t>batch </a:t>
            </a:r>
            <a:r>
              <a:rPr lang="zh-TW" altLang="en-US" dirty="0"/>
              <a:t>運算</a:t>
            </a:r>
          </a:p>
          <a:p>
            <a:pPr lvl="1"/>
            <a:r>
              <a:rPr lang="en-US" altLang="zh-TW" dirty="0"/>
              <a:t>[MASK]</a:t>
            </a:r>
            <a:r>
              <a:rPr lang="zh-TW" altLang="en-US" dirty="0"/>
              <a:t>：未知遮罩，僅在預訓練階段會用到</a:t>
            </a:r>
          </a:p>
          <a:p>
            <a:pPr lvl="1"/>
            <a:r>
              <a:rPr lang="zh-TW" altLang="en-US" dirty="0"/>
              <a:t>如上例所示，</a:t>
            </a:r>
            <a:r>
              <a:rPr lang="en-US" altLang="zh-TW" dirty="0"/>
              <a:t>[CLS] </a:t>
            </a:r>
            <a:r>
              <a:rPr lang="zh-TW" altLang="en-US" dirty="0"/>
              <a:t>一般會被放在輸入序列的最前面，而 </a:t>
            </a:r>
            <a:r>
              <a:rPr lang="en-US" altLang="zh-TW" dirty="0"/>
              <a:t>zero padding </a:t>
            </a:r>
            <a:r>
              <a:rPr lang="zh-TW" altLang="en-US" dirty="0"/>
              <a:t>在之前的 </a:t>
            </a:r>
            <a:r>
              <a:rPr lang="en-US" altLang="zh-TW" dirty="0"/>
              <a:t>Transformer </a:t>
            </a:r>
            <a:r>
              <a:rPr lang="zh-TW" altLang="en-US" dirty="0"/>
              <a:t>文章裡已經有非常詳細的介紹。</a:t>
            </a:r>
            <a:r>
              <a:rPr lang="en-US" altLang="zh-TW" dirty="0"/>
              <a:t>[MASK] token </a:t>
            </a:r>
            <a:r>
              <a:rPr lang="zh-TW" altLang="en-US" dirty="0"/>
              <a:t>一般在 </a:t>
            </a:r>
            <a:r>
              <a:rPr lang="en-US" altLang="zh-TW" dirty="0"/>
              <a:t>fine-tuning </a:t>
            </a:r>
            <a:r>
              <a:rPr lang="zh-TW" altLang="en-US" dirty="0"/>
              <a:t>或是 </a:t>
            </a:r>
            <a:r>
              <a:rPr lang="en-US" altLang="zh-TW" dirty="0"/>
              <a:t>feature extraction </a:t>
            </a:r>
            <a:r>
              <a:rPr lang="zh-TW" altLang="en-US" dirty="0"/>
              <a:t>時不會用到，這邊只是為了展示預訓練階段的克漏字任務才使用的。</a:t>
            </a:r>
          </a:p>
        </p:txBody>
      </p:sp>
    </p:spTree>
    <p:extLst>
      <p:ext uri="{BB962C8B-B14F-4D97-AF65-F5344CB8AC3E}">
        <p14:creationId xmlns:p14="http://schemas.microsoft.com/office/powerpoint/2010/main" val="1867972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221692-DCC0-451F-A33D-08CA145DF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常見模型：</a:t>
            </a:r>
            <a:r>
              <a:rPr lang="en-US" altLang="zh-TW" dirty="0"/>
              <a:t>BERT</a:t>
            </a:r>
            <a:r>
              <a:rPr lang="zh-TW" altLang="en-US" dirty="0"/>
              <a:t>、</a:t>
            </a:r>
            <a:r>
              <a:rPr lang="en-US" altLang="zh-TW" dirty="0"/>
              <a:t>T5</a:t>
            </a:r>
            <a:r>
              <a:rPr lang="zh-TW" altLang="en-US" dirty="0"/>
              <a:t>與 </a:t>
            </a:r>
            <a:r>
              <a:rPr lang="en-US" altLang="zh-TW" dirty="0"/>
              <a:t>GPT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BBA20B-1CDB-4590-956F-A04EA56B0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直接跑個</a:t>
            </a:r>
            <a:r>
              <a:rPr lang="en-US" altLang="zh-TW" dirty="0" err="1"/>
              <a:t>bert</a:t>
            </a:r>
            <a:r>
              <a:rPr lang="zh-TW" altLang="en-US" dirty="0"/>
              <a:t>試試看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5F1AAC-72A1-4C3C-BD19-FF62A4D60CE9}"/>
              </a:ext>
            </a:extLst>
          </p:cNvPr>
          <p:cNvSpPr txBox="1"/>
          <p:nvPr/>
        </p:nvSpPr>
        <p:spPr>
          <a:xfrm>
            <a:off x="5126944" y="1448629"/>
            <a:ext cx="6754201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b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TW" altLang="en-US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除了 </a:t>
            </a: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tokens </a:t>
            </a:r>
            <a:r>
              <a:rPr lang="zh-TW" altLang="en-US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以外我們還需要辨別句子的 </a:t>
            </a: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segment ids</a:t>
            </a:r>
            <a:endParaRPr lang="en-US" altLang="zh-TW" sz="12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tokens_tensor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torch.tensor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([ids])  </a:t>
            </a: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(1, </a:t>
            </a:r>
            <a:r>
              <a:rPr lang="en-US" altLang="zh-TW" sz="1200" b="0" dirty="0" err="1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seq_len</a:t>
            </a: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)</a:t>
            </a:r>
            <a:endParaRPr lang="en-US" altLang="zh-TW" sz="12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segments_tensors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torch.zeros_like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tokens_tensor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)  </a:t>
            </a: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(1, </a:t>
            </a:r>
            <a:r>
              <a:rPr lang="en-US" altLang="zh-TW" sz="1200" b="0" dirty="0" err="1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seq_len</a:t>
            </a: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)</a:t>
            </a:r>
            <a:endParaRPr lang="en-US" altLang="zh-TW" sz="12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maskedLM_model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BertForMaskedLM.from_pretrained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(PRETRAINED_MODEL_NAME)</a:t>
            </a:r>
          </a:p>
          <a:p>
            <a:b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TW" altLang="en-US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使用 </a:t>
            </a: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masked LM </a:t>
            </a:r>
            <a:r>
              <a:rPr lang="zh-TW" altLang="en-US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估計 </a:t>
            </a: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[MASK] </a:t>
            </a:r>
            <a:r>
              <a:rPr lang="zh-TW" altLang="en-US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位置所代表的實際 </a:t>
            </a: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token </a:t>
            </a:r>
            <a:endParaRPr lang="en-US" altLang="zh-TW" sz="12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maskedLM_model.eval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()</a:t>
            </a:r>
          </a:p>
          <a:p>
            <a:r>
              <a:rPr lang="en-US" altLang="zh-TW" sz="12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with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torch.no_grad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():</a:t>
            </a:r>
          </a:p>
          <a:p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outputs = 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maskedLM_model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tokens_tensor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segments_tensors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predictions = outputs[</a:t>
            </a:r>
            <a:r>
              <a:rPr lang="en-US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0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]</a:t>
            </a:r>
          </a:p>
          <a:p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</a:t>
            </a: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(1, </a:t>
            </a:r>
            <a:r>
              <a:rPr lang="en-US" altLang="zh-TW" sz="1200" b="0" dirty="0" err="1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seq_len</a:t>
            </a: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TW" sz="1200" b="0" dirty="0" err="1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num_hidden_units</a:t>
            </a: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)</a:t>
            </a:r>
            <a:endParaRPr lang="en-US" altLang="zh-TW" sz="12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altLang="zh-TW" sz="12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del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maskedLM_model</a:t>
            </a:r>
            <a:endParaRPr lang="en-US" altLang="zh-TW" sz="12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b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TW" altLang="en-US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將 </a:t>
            </a: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[MASK] </a:t>
            </a:r>
            <a:r>
              <a:rPr lang="zh-TW" altLang="en-US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位置的機率分佈取 </a:t>
            </a: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top k </a:t>
            </a:r>
            <a:r>
              <a:rPr lang="zh-TW" altLang="en-US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最有可能的 </a:t>
            </a: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tokens </a:t>
            </a:r>
            <a:r>
              <a:rPr lang="zh-TW" altLang="en-US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出來</a:t>
            </a:r>
            <a:endParaRPr lang="zh-TW" altLang="en-US" sz="12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masked_index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5</a:t>
            </a:r>
            <a:endParaRPr lang="en-US" altLang="zh-TW" sz="12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k = </a:t>
            </a:r>
            <a:r>
              <a:rPr lang="en-US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3</a:t>
            </a:r>
            <a:endParaRPr lang="en-US" altLang="zh-TW" sz="12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probs, indices = 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torch.topk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torch.softmax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(predictions[</a:t>
            </a:r>
            <a:r>
              <a:rPr lang="en-US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0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masked_index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], -</a:t>
            </a:r>
            <a:r>
              <a:rPr lang="en-US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), k)</a:t>
            </a:r>
          </a:p>
          <a:p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predicted_tokens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tokenizer.convert_ids_to_tokens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indices.tolist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())</a:t>
            </a:r>
          </a:p>
          <a:p>
            <a:b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TW" altLang="en-US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顯示 </a:t>
            </a: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top k </a:t>
            </a:r>
            <a:r>
              <a:rPr lang="zh-TW" altLang="en-US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可能的字。一般我們就是取 </a:t>
            </a: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top 1 </a:t>
            </a:r>
            <a:r>
              <a:rPr lang="zh-TW" altLang="en-US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當作預測值</a:t>
            </a:r>
            <a:endParaRPr lang="zh-TW" altLang="en-US" sz="12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print(</a:t>
            </a:r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zh-TW" altLang="en-US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輸入 </a:t>
            </a:r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tokens </a:t>
            </a:r>
            <a:r>
              <a:rPr lang="zh-TW" altLang="en-US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：</a:t>
            </a:r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, tokens[:</a:t>
            </a:r>
            <a:r>
              <a:rPr lang="en-US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10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], </a:t>
            </a:r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'...'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print(</a:t>
            </a:r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'-'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* </a:t>
            </a:r>
            <a:r>
              <a:rPr lang="en-US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50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r>
              <a:rPr lang="en-US" altLang="zh-TW" sz="12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for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i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, (t, p) </a:t>
            </a:r>
            <a:r>
              <a:rPr lang="en-US" altLang="zh-TW" sz="12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in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enumerate(zip(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predicted_tokens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, probs), </a:t>
            </a:r>
            <a:r>
              <a:rPr lang="en-US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):</a:t>
            </a:r>
          </a:p>
          <a:p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tokens[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masked_index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] = t</a:t>
            </a:r>
          </a:p>
          <a:p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    print(</a:t>
            </a:r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"Top {} ({</a:t>
            </a:r>
            <a:r>
              <a:rPr lang="en-US" altLang="zh-TW" sz="12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:2</a:t>
            </a:r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}%)</a:t>
            </a:r>
            <a:r>
              <a:rPr lang="zh-TW" altLang="en-US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：</a:t>
            </a:r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{}"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.format(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i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, int(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p.item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() * </a:t>
            </a:r>
            <a:r>
              <a:rPr lang="en-US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100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), tokens[:</a:t>
            </a:r>
            <a:r>
              <a:rPr lang="en-US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10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]), </a:t>
            </a:r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'...'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0B6E00E-2D2D-4225-B94A-F679A818A084}"/>
              </a:ext>
            </a:extLst>
          </p:cNvPr>
          <p:cNvSpPr txBox="1"/>
          <p:nvPr/>
        </p:nvSpPr>
        <p:spPr>
          <a:xfrm>
            <a:off x="310855" y="2371958"/>
            <a:ext cx="4633893" cy="4339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"""</a:t>
            </a:r>
            <a:endParaRPr lang="zh-TW" altLang="en-US" sz="12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zh-TW" altLang="en-US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這段程式碼載入已經訓練好的 </a:t>
            </a:r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masked </a:t>
            </a:r>
            <a:r>
              <a:rPr lang="zh-TW" altLang="en-US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語言模型並對有 </a:t>
            </a:r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[MASK] </a:t>
            </a:r>
            <a:r>
              <a:rPr lang="zh-TW" altLang="en-US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的句子做預測</a:t>
            </a:r>
            <a:endParaRPr lang="zh-TW" altLang="en-US" sz="12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"""</a:t>
            </a:r>
            <a:endParaRPr lang="zh-TW" altLang="en-US" sz="12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altLang="zh-TW" sz="12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torch</a:t>
            </a:r>
          </a:p>
          <a:p>
            <a:r>
              <a:rPr lang="en-US" altLang="zh-TW" sz="12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from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transformers </a:t>
            </a:r>
            <a:r>
              <a:rPr lang="en-US" altLang="zh-TW" sz="12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BertTokenizer</a:t>
            </a:r>
            <a:endParaRPr lang="en-US" altLang="zh-TW" sz="12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altLang="zh-TW" sz="12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from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transformers </a:t>
            </a:r>
            <a:r>
              <a:rPr lang="en-US" altLang="zh-TW" sz="1200" b="0" dirty="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BertForMaskedLM</a:t>
            </a:r>
            <a:endParaRPr lang="en-US" altLang="zh-TW" sz="12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b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PRETRAINED_MODEL_NAME = </a:t>
            </a:r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altLang="zh-TW" sz="1200" b="0" dirty="0" err="1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bert</a:t>
            </a:r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-base-</a:t>
            </a:r>
            <a:r>
              <a:rPr lang="en-US" altLang="zh-TW" sz="1200" b="0" dirty="0" err="1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chinese</a:t>
            </a:r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  </a:t>
            </a: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TW" altLang="en-US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指定繁簡中文 </a:t>
            </a: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BERT-BASE </a:t>
            </a:r>
            <a:r>
              <a:rPr lang="zh-TW" altLang="en-US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預訓練模型</a:t>
            </a:r>
            <a:endParaRPr lang="zh-TW" altLang="en-US" sz="12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TW" altLang="en-US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取得此預訓練模型所使用的 </a:t>
            </a:r>
            <a:r>
              <a:rPr lang="en-US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tokenizer</a:t>
            </a:r>
            <a:endParaRPr lang="en-US" altLang="zh-TW" sz="12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tokenizer = 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BertTokenizer.from_pretrained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(PRETRAINED_MODEL_NAME)</a:t>
            </a:r>
          </a:p>
          <a:p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vocab = 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tokenizer.vocab</a:t>
            </a:r>
            <a:endParaRPr lang="en-US" altLang="zh-TW" sz="12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b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text = </a:t>
            </a:r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"[CLS] </a:t>
            </a:r>
            <a:r>
              <a:rPr lang="zh-TW" altLang="en-US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等到潮水 </a:t>
            </a:r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[MASK] </a:t>
            </a:r>
            <a:r>
              <a:rPr lang="zh-TW" altLang="en-US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了，就知道誰沒穿褲子。</a:t>
            </a:r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</a:t>
            </a:r>
            <a:endParaRPr lang="zh-TW" altLang="en-US" sz="1200" b="0" dirty="0">
              <a:solidFill>
                <a:srgbClr val="000000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tokens = 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tokenizer.tokenize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(text)</a:t>
            </a:r>
          </a:p>
          <a:p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ids = </a:t>
            </a:r>
            <a:r>
              <a:rPr lang="en-US" altLang="zh-TW" sz="1200" b="0" dirty="0" err="1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tokenizer.convert_tokens_to_ids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(tokens)</a:t>
            </a:r>
          </a:p>
          <a:p>
            <a:b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print(text)</a:t>
            </a:r>
          </a:p>
          <a:p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print(tokens[:</a:t>
            </a:r>
            <a:r>
              <a:rPr lang="en-US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10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], </a:t>
            </a:r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'...'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print(ids[:</a:t>
            </a:r>
            <a:r>
              <a:rPr lang="en-US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10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], </a:t>
            </a:r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'...'</a:t>
            </a:r>
            <a:r>
              <a:rPr lang="en-US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)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E78776C-4C6B-4EE4-9B84-08FD7EC5FC89}"/>
              </a:ext>
            </a:extLst>
          </p:cNvPr>
          <p:cNvSpPr txBox="1"/>
          <p:nvPr/>
        </p:nvSpPr>
        <p:spPr>
          <a:xfrm>
            <a:off x="7682125" y="146392"/>
            <a:ext cx="42654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/>
              <a:t>輸入 tokens ： ['[CLS]', '等', '到', '潮', '水', '[MASK]', '了', '，', '就', '知'] ...</a:t>
            </a:r>
          </a:p>
          <a:p>
            <a:r>
              <a:rPr lang="zh-TW" altLang="en-US" sz="1200" dirty="0"/>
              <a:t>--------------------------------------------------</a:t>
            </a:r>
          </a:p>
          <a:p>
            <a:r>
              <a:rPr lang="zh-TW" altLang="en-US" sz="1200" dirty="0"/>
              <a:t>Top 1 ( 9%)：['[CLS]', '等', '到', '潮', '水', '等', '了', '，', '就', '知'] ...</a:t>
            </a:r>
          </a:p>
          <a:p>
            <a:r>
              <a:rPr lang="zh-TW" altLang="en-US" sz="1200" dirty="0"/>
              <a:t>Top 2 ( 4%)：['[CLS]', '等', '到', '潮', '水', '不', '了', '，', '就', '知'] ...</a:t>
            </a:r>
          </a:p>
          <a:p>
            <a:r>
              <a:rPr lang="zh-TW" altLang="en-US" sz="1200" dirty="0"/>
              <a:t>Top 3 ( 4%)：['[CLS]', '等', '到', '潮', '水', '來', '了', '，', '就', '知'] ...</a:t>
            </a:r>
          </a:p>
        </p:txBody>
      </p:sp>
    </p:spTree>
    <p:extLst>
      <p:ext uri="{BB962C8B-B14F-4D97-AF65-F5344CB8AC3E}">
        <p14:creationId xmlns:p14="http://schemas.microsoft.com/office/powerpoint/2010/main" val="3707435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4401B4-4378-4662-A379-4290BFAD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TW" altLang="en-US" dirty="0"/>
              <a:t>常見模型：</a:t>
            </a:r>
            <a:r>
              <a:rPr lang="en-US" altLang="zh-TW" dirty="0"/>
              <a:t>BERT</a:t>
            </a:r>
            <a:r>
              <a:rPr lang="zh-TW" altLang="en-US" dirty="0"/>
              <a:t>、</a:t>
            </a:r>
            <a:r>
              <a:rPr lang="en-US" altLang="zh-TW" dirty="0"/>
              <a:t>T5</a:t>
            </a:r>
            <a:r>
              <a:rPr lang="zh-TW" altLang="en-US" dirty="0"/>
              <a:t>與 </a:t>
            </a:r>
            <a:r>
              <a:rPr lang="en-US" altLang="zh-TW" dirty="0"/>
              <a:t>GPT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508180-8E23-4C44-B4BA-A403D8E47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120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TW" sz="2000" dirty="0"/>
              <a:t>T5 </a:t>
            </a:r>
            <a:r>
              <a:rPr lang="zh-TW" altLang="en-US" sz="2000" dirty="0"/>
              <a:t>，全名是 </a:t>
            </a:r>
            <a:r>
              <a:rPr lang="en-US" altLang="zh-TW" sz="2000" dirty="0"/>
              <a:t>Transfer Learning with a Unified Text-to-Text Transformer</a:t>
            </a:r>
            <a:r>
              <a:rPr lang="zh-TW" altLang="en-US" sz="2000" dirty="0"/>
              <a:t>，在 </a:t>
            </a:r>
            <a:r>
              <a:rPr lang="en-US" altLang="zh-TW" sz="2000" dirty="0"/>
              <a:t>2019 </a:t>
            </a:r>
            <a:r>
              <a:rPr lang="zh-TW" altLang="en-US" sz="2000" dirty="0"/>
              <a:t>年底提出、隔年 </a:t>
            </a:r>
            <a:r>
              <a:rPr lang="en-US" altLang="zh-TW" sz="2000" dirty="0"/>
              <a:t>2020 </a:t>
            </a:r>
            <a:r>
              <a:rPr lang="zh-TW" altLang="en-US" sz="2000" dirty="0"/>
              <a:t>年則在 </a:t>
            </a:r>
            <a:r>
              <a:rPr lang="en-US" altLang="zh-TW" sz="2000" dirty="0"/>
              <a:t>GLUE </a:t>
            </a:r>
            <a:r>
              <a:rPr lang="zh-TW" altLang="en-US" sz="2000" dirty="0"/>
              <a:t>上成為榜首，成功擠下了自家的 </a:t>
            </a:r>
            <a:r>
              <a:rPr lang="en-US" altLang="zh-TW" sz="2000" dirty="0"/>
              <a:t>ALBERT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pPr lvl="1">
              <a:lnSpc>
                <a:spcPct val="120000"/>
              </a:lnSpc>
            </a:pPr>
            <a:r>
              <a:rPr lang="en-US" altLang="zh-TW" sz="1600" i="1" dirty="0" err="1"/>
              <a:t>Raffel</a:t>
            </a:r>
            <a:r>
              <a:rPr lang="en-US" altLang="zh-TW" sz="1600" i="1" dirty="0"/>
              <a:t>, C., </a:t>
            </a:r>
            <a:r>
              <a:rPr lang="en-US" altLang="zh-TW" sz="1600" i="1" dirty="0" err="1"/>
              <a:t>Shazeer</a:t>
            </a:r>
            <a:r>
              <a:rPr lang="en-US" altLang="zh-TW" sz="1600" i="1" dirty="0"/>
              <a:t>, N., Roberts, A., Lee, K., Narang, S., </a:t>
            </a:r>
            <a:r>
              <a:rPr lang="en-US" altLang="zh-TW" sz="1600" i="1" dirty="0" err="1"/>
              <a:t>Matena</a:t>
            </a:r>
            <a:r>
              <a:rPr lang="en-US" altLang="zh-TW" sz="1600" i="1" dirty="0"/>
              <a:t>, M., ... &amp; Liu, P. J. (2020). Exploring the limits of transfer learning with a unified text-to-text transformer. The Journal of Machine Learning Research, 21(1), 5485-5551.</a:t>
            </a:r>
          </a:p>
          <a:p>
            <a:pPr lvl="1">
              <a:lnSpc>
                <a:spcPct val="120000"/>
              </a:lnSpc>
            </a:pPr>
            <a:r>
              <a:rPr lang="en-US" altLang="zh-TW" sz="1600" dirty="0"/>
              <a:t>(</a:t>
            </a:r>
            <a:r>
              <a:rPr lang="zh-TW" altLang="en-US" sz="1600" dirty="0"/>
              <a:t>使用數據集叫</a:t>
            </a:r>
            <a:r>
              <a:rPr lang="en" altLang="zh-TW" sz="1600" dirty="0"/>
              <a:t>C4 (crawl from Common Crawl</a:t>
            </a:r>
            <a:r>
              <a:rPr lang="zh-TW" altLang="en" sz="1600" dirty="0"/>
              <a:t>，</a:t>
            </a:r>
            <a:r>
              <a:rPr lang="zh-TW" altLang="en-US" sz="1600" dirty="0"/>
              <a:t>每月爬 </a:t>
            </a:r>
            <a:r>
              <a:rPr lang="en-US" altLang="zh-TW" sz="1600" dirty="0"/>
              <a:t>20</a:t>
            </a:r>
            <a:r>
              <a:rPr lang="en" altLang="zh-TW" sz="1600" dirty="0"/>
              <a:t>TB</a:t>
            </a:r>
            <a:r>
              <a:rPr lang="zh-TW" altLang="en" sz="1600" dirty="0"/>
              <a:t>，</a:t>
            </a:r>
            <a:r>
              <a:rPr lang="zh-TW" altLang="en-US" sz="1600" dirty="0"/>
              <a:t>清理成 </a:t>
            </a:r>
            <a:r>
              <a:rPr lang="en-US" altLang="zh-TW" sz="1600" dirty="0"/>
              <a:t>750</a:t>
            </a:r>
            <a:r>
              <a:rPr lang="en" altLang="zh-TW" sz="1600" dirty="0"/>
              <a:t>GB </a:t>
            </a:r>
            <a:r>
              <a:rPr lang="zh-TW" altLang="en-US" sz="1600" dirty="0"/>
              <a:t>訓練資料</a:t>
            </a:r>
            <a:r>
              <a:rPr lang="en-US" altLang="zh-TW" sz="1600" dirty="0"/>
              <a:t>)</a:t>
            </a:r>
            <a:r>
              <a:rPr lang="zh-TW" altLang="en-US" sz="1600" dirty="0"/>
              <a:t>，取名為 </a:t>
            </a:r>
            <a:r>
              <a:rPr lang="en" altLang="zh-TW" sz="1600" dirty="0"/>
              <a:t>Colossal Clean Crawled Corpus</a:t>
            </a:r>
            <a:r>
              <a:rPr lang="zh-TW" altLang="en" sz="1600" dirty="0"/>
              <a:t>（</a:t>
            </a:r>
            <a:r>
              <a:rPr lang="zh-TW" altLang="en-US" sz="1600" dirty="0"/>
              <a:t>大型乾淨爬蟲語料庫）</a:t>
            </a:r>
            <a:r>
              <a:rPr lang="en-US" altLang="zh-TW" sz="1600" dirty="0"/>
              <a:t>)</a:t>
            </a:r>
            <a:endParaRPr lang="en-US" altLang="zh-TW" sz="1600" i="1" dirty="0"/>
          </a:p>
          <a:p>
            <a:pPr>
              <a:lnSpc>
                <a:spcPct val="120000"/>
              </a:lnSpc>
            </a:pPr>
            <a:r>
              <a:rPr lang="en-US" altLang="zh-TW" sz="2000" dirty="0"/>
              <a:t>T5</a:t>
            </a:r>
            <a:r>
              <a:rPr lang="zh-TW" altLang="en-US" sz="2000" dirty="0"/>
              <a:t>模型的特點：</a:t>
            </a:r>
          </a:p>
          <a:p>
            <a:pPr lvl="1">
              <a:lnSpc>
                <a:spcPct val="120000"/>
              </a:lnSpc>
            </a:pPr>
            <a:r>
              <a:rPr lang="zh-TW" altLang="en-US" sz="1600" dirty="0"/>
              <a:t>統一框架：</a:t>
            </a:r>
            <a:r>
              <a:rPr lang="en-US" altLang="zh-TW" sz="1600" dirty="0"/>
              <a:t>T5</a:t>
            </a:r>
            <a:r>
              <a:rPr lang="zh-TW" altLang="en-US" sz="1600" dirty="0"/>
              <a:t>模型採用一種統一的框架來處理各種</a:t>
            </a:r>
            <a:r>
              <a:rPr lang="en-US" altLang="zh-TW" sz="1600" dirty="0"/>
              <a:t>NLP</a:t>
            </a:r>
            <a:r>
              <a:rPr lang="zh-TW" altLang="en-US" sz="1600" dirty="0"/>
              <a:t>任務，例如文本分類、機器翻譯、摘要生成等。這種方法使得模型可以在多種任務上共享學習的知識，從而提高效率和效能。</a:t>
            </a:r>
          </a:p>
          <a:p>
            <a:pPr lvl="1">
              <a:lnSpc>
                <a:spcPct val="120000"/>
              </a:lnSpc>
            </a:pPr>
            <a:r>
              <a:rPr lang="zh-TW" altLang="en-US" sz="1600" dirty="0"/>
              <a:t>預訓練和微調：</a:t>
            </a:r>
            <a:r>
              <a:rPr lang="en-US" altLang="zh-TW" sz="1600" dirty="0"/>
              <a:t>T5</a:t>
            </a:r>
            <a:r>
              <a:rPr lang="zh-TW" altLang="en-US" sz="1600" dirty="0"/>
              <a:t>模型首先在大規模文本資料上進行預訓練，學習語言的一般特性，然後在特定的下游任務上進行微調。這種預訓練和微調的結合可以提高模型在特定任務上的表現。</a:t>
            </a:r>
            <a:endParaRPr lang="en-US" altLang="zh-TW" sz="1600" dirty="0"/>
          </a:p>
          <a:p>
            <a:pPr lvl="1">
              <a:lnSpc>
                <a:spcPct val="120000"/>
              </a:lnSpc>
            </a:pPr>
            <a:r>
              <a:rPr lang="zh-TW" altLang="en-US" sz="1600" dirty="0"/>
              <a:t>注意力機制：</a:t>
            </a:r>
            <a:r>
              <a:rPr lang="en-US" altLang="zh-TW" sz="1600" dirty="0"/>
              <a:t>T5</a:t>
            </a:r>
            <a:r>
              <a:rPr lang="zh-TW" altLang="en-US" sz="1600" dirty="0"/>
              <a:t>模型基於</a:t>
            </a:r>
            <a:r>
              <a:rPr lang="en-US" altLang="zh-TW" sz="1600" dirty="0"/>
              <a:t>Transformer</a:t>
            </a:r>
            <a:r>
              <a:rPr lang="zh-TW" altLang="en-US" sz="1600" dirty="0"/>
              <a:t>架構，重度依賴注意力機制。這使得模型能夠有效處理長距離依賴和捕捉文本中的複雜關係。</a:t>
            </a:r>
            <a:endParaRPr lang="en-US" altLang="zh-TW" sz="1600" dirty="0"/>
          </a:p>
          <a:p>
            <a:pPr lvl="1">
              <a:lnSpc>
                <a:spcPct val="120000"/>
              </a:lnSpc>
            </a:pPr>
            <a:r>
              <a:rPr lang="zh-TW" altLang="en-US" sz="1600" dirty="0"/>
              <a:t>可擴展性：</a:t>
            </a:r>
            <a:r>
              <a:rPr lang="en-US" altLang="zh-TW" sz="1600" dirty="0"/>
              <a:t>T5</a:t>
            </a:r>
            <a:r>
              <a:rPr lang="zh-TW" altLang="en-US" sz="1600" dirty="0"/>
              <a:t>模型可根據需求調整大小，從小型模型到非常大型的模型都有。這意味著它可以根據可用資源和特定應用的需求進行調整。</a:t>
            </a:r>
            <a:endParaRPr lang="en-US" altLang="zh-TW" sz="1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E7B2A4A-99F1-4A06-92AD-C932E532C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397" y="281419"/>
            <a:ext cx="3990047" cy="1409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5303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F9BD75-B92B-46ED-A14E-2F1E4BFA5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常見模型：</a:t>
            </a:r>
            <a:r>
              <a:rPr lang="en-US" altLang="zh-TW" dirty="0"/>
              <a:t>BERT</a:t>
            </a:r>
            <a:r>
              <a:rPr lang="zh-TW" altLang="en-US" dirty="0"/>
              <a:t>、</a:t>
            </a:r>
            <a:r>
              <a:rPr lang="en-US" altLang="zh-TW" dirty="0"/>
              <a:t>T5</a:t>
            </a:r>
            <a:r>
              <a:rPr lang="zh-TW" altLang="en-US" dirty="0"/>
              <a:t>與 </a:t>
            </a:r>
            <a:r>
              <a:rPr lang="en-US" altLang="zh-TW" dirty="0"/>
              <a:t>GPT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FB88EE-533C-49BC-9B1C-09626A262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T5</a:t>
            </a:r>
            <a:r>
              <a:rPr lang="zh-TW" altLang="en-US" dirty="0"/>
              <a:t>的論文最主要的是做了許多測試</a:t>
            </a:r>
            <a:endParaRPr lang="en-US" altLang="zh-TW" dirty="0"/>
          </a:p>
          <a:p>
            <a:r>
              <a:rPr lang="zh-TW" altLang="en-US" dirty="0"/>
              <a:t>測試以下三種模型架構</a:t>
            </a:r>
            <a:r>
              <a:rPr lang="en-US" altLang="zh-TW" dirty="0"/>
              <a:t>(</a:t>
            </a:r>
            <a:r>
              <a:rPr lang="zh-TW" altLang="en-US" dirty="0"/>
              <a:t>發現</a:t>
            </a:r>
            <a:r>
              <a:rPr lang="en-US" altLang="zh-TW" dirty="0"/>
              <a:t>Encoder-Decoder</a:t>
            </a:r>
            <a:r>
              <a:rPr lang="zh-TW" altLang="en-US" dirty="0"/>
              <a:t>架構最適合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預訓練任務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C881839E-2F0E-4855-A6D8-5BDB7937C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37" y="2803993"/>
            <a:ext cx="3575401" cy="1565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3A192770-94C4-45D2-8423-BB7439CCE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776" y="468498"/>
            <a:ext cx="3348842" cy="1813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E3C6039-7FA0-4F68-A59F-99283005F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715" y="4796259"/>
            <a:ext cx="3474023" cy="1696616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DA17581-68DD-4044-9B7C-C21AB17087FD}"/>
              </a:ext>
            </a:extLst>
          </p:cNvPr>
          <p:cNvSpPr txBox="1"/>
          <p:nvPr/>
        </p:nvSpPr>
        <p:spPr>
          <a:xfrm>
            <a:off x="4785253" y="3011155"/>
            <a:ext cx="6897410" cy="35702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 dirty="0"/>
              <a:t>預訓練任務測試</a:t>
            </a:r>
            <a:endParaRPr lang="en-US" altLang="zh-TW" b="1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sz="1600" dirty="0"/>
              <a:t>高層次方法（自監督的預訓練方法）對比</a:t>
            </a:r>
            <a:endParaRPr lang="en-US" altLang="zh-TW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TW" altLang="en-US" sz="1400" dirty="0"/>
              <a:t>語言模型式，就是 </a:t>
            </a:r>
            <a:r>
              <a:rPr lang="en-US" altLang="zh-TW" sz="1400" dirty="0"/>
              <a:t>GPT-2 </a:t>
            </a:r>
            <a:r>
              <a:rPr lang="zh-TW" altLang="en-US" sz="1400" dirty="0"/>
              <a:t>那種方式，從左到右預測；</a:t>
            </a:r>
            <a:endParaRPr lang="en-US" altLang="zh-TW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1400" dirty="0"/>
              <a:t>BERT-style </a:t>
            </a:r>
            <a:r>
              <a:rPr lang="zh-TW" altLang="en-US" sz="1400" dirty="0"/>
              <a:t>式，就是像 </a:t>
            </a:r>
            <a:r>
              <a:rPr lang="en-US" altLang="zh-TW" sz="1400" dirty="0"/>
              <a:t>BERT </a:t>
            </a:r>
            <a:r>
              <a:rPr lang="zh-TW" altLang="en-US" sz="1400" dirty="0"/>
              <a:t>一樣將一部分給破壞掉，然後還原出來；</a:t>
            </a:r>
            <a:r>
              <a:rPr lang="en-US" altLang="zh-TW" sz="1400" i="1" dirty="0"/>
              <a:t>(</a:t>
            </a:r>
            <a:r>
              <a:rPr lang="zh-TW" altLang="en-US" sz="1400" i="1" dirty="0"/>
              <a:t>結果最好</a:t>
            </a:r>
            <a:r>
              <a:rPr lang="en-US" altLang="zh-TW" sz="1400" i="1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1400" dirty="0" err="1"/>
              <a:t>Deshuffling</a:t>
            </a:r>
            <a:r>
              <a:rPr lang="en-US" altLang="zh-TW" sz="1400" dirty="0"/>
              <a:t> </a:t>
            </a:r>
            <a:r>
              <a:rPr lang="zh-TW" altLang="en-US" sz="1400" dirty="0"/>
              <a:t>（順序還原）式，就是將文本打亂，然後還原出來。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1600" dirty="0"/>
              <a:t>對文本一部分進行破壞時的策略。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Mask </a:t>
            </a:r>
            <a:r>
              <a:rPr lang="zh-TW" altLang="en-US" sz="1400" dirty="0"/>
              <a:t>法，如現在大多模型的做法，將被破壞 </a:t>
            </a:r>
            <a:r>
              <a:rPr lang="en-US" altLang="zh-TW" sz="1400" dirty="0"/>
              <a:t>token </a:t>
            </a:r>
            <a:r>
              <a:rPr lang="zh-TW" altLang="en-US" sz="1400" dirty="0"/>
              <a:t>換成特殊符如 </a:t>
            </a:r>
            <a:r>
              <a:rPr lang="en-US" altLang="zh-TW" sz="1400" dirty="0"/>
              <a:t>[M]</a:t>
            </a:r>
            <a:r>
              <a:rPr lang="zh-TW" altLang="en-US" sz="1400" dirty="0"/>
              <a:t>；</a:t>
            </a:r>
            <a:endParaRPr lang="en-US" altLang="zh-TW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replace span</a:t>
            </a:r>
            <a:r>
              <a:rPr lang="zh-TW" altLang="en-US" sz="1400" dirty="0"/>
              <a:t>（小段替換）法，可以把它當作是把上面 </a:t>
            </a:r>
            <a:r>
              <a:rPr lang="en-US" altLang="zh-TW" sz="1400" dirty="0"/>
              <a:t>Mask </a:t>
            </a:r>
            <a:r>
              <a:rPr lang="zh-TW" altLang="en-US" sz="1400" dirty="0"/>
              <a:t>法中相鄰 </a:t>
            </a:r>
            <a:r>
              <a:rPr lang="en-US" altLang="zh-TW" sz="1400" dirty="0"/>
              <a:t>[M] </a:t>
            </a:r>
            <a:r>
              <a:rPr lang="zh-TW" altLang="en-US" sz="1400" dirty="0"/>
              <a:t>都合成了一個特殊符，每一小段替換一個特殊符，提高計算效率；</a:t>
            </a:r>
            <a:r>
              <a:rPr lang="en-US" altLang="zh-TW" sz="1400" i="1" dirty="0"/>
              <a:t>(</a:t>
            </a:r>
            <a:r>
              <a:rPr lang="zh-TW" altLang="en-US" sz="1400" i="1" dirty="0"/>
              <a:t>結果最好</a:t>
            </a:r>
            <a:r>
              <a:rPr lang="en-US" altLang="zh-TW" sz="1400" i="1" dirty="0"/>
              <a:t>)</a:t>
            </a:r>
            <a:endParaRPr lang="zh-TW" altLang="en-US" sz="1400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Drop </a:t>
            </a:r>
            <a:r>
              <a:rPr lang="zh-TW" altLang="en-US" sz="1400" dirty="0"/>
              <a:t>法，沒有替換操作，直接隨機丟棄一些字元。</a:t>
            </a:r>
            <a:endParaRPr lang="zh-TW" altLang="en-US" sz="1600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sz="1600" dirty="0"/>
              <a:t>第三方面，到底該對文本百分之多少進行破壞呢，挑了 </a:t>
            </a:r>
            <a:r>
              <a:rPr lang="en-US" altLang="zh-TW" sz="1600" dirty="0"/>
              <a:t>4 </a:t>
            </a:r>
            <a:r>
              <a:rPr lang="zh-TW" altLang="en-US" sz="1600" dirty="0"/>
              <a:t>個值，</a:t>
            </a:r>
            <a:r>
              <a:rPr lang="en-US" altLang="zh-TW" sz="1600" dirty="0"/>
              <a:t>10%</a:t>
            </a:r>
            <a:r>
              <a:rPr lang="zh-TW" altLang="en-US" sz="1600" dirty="0"/>
              <a:t>，</a:t>
            </a:r>
            <a:r>
              <a:rPr lang="en-US" altLang="zh-TW" sz="1600" dirty="0"/>
              <a:t>15%</a:t>
            </a:r>
            <a:r>
              <a:rPr lang="zh-TW" altLang="en-US" sz="1600" dirty="0"/>
              <a:t>，</a:t>
            </a:r>
            <a:r>
              <a:rPr lang="en-US" altLang="zh-TW" sz="1600" dirty="0"/>
              <a:t>25%</a:t>
            </a:r>
            <a:r>
              <a:rPr lang="zh-TW" altLang="en-US" sz="1600" dirty="0"/>
              <a:t>，</a:t>
            </a:r>
            <a:r>
              <a:rPr lang="en-US" altLang="zh-TW" sz="1600" dirty="0"/>
              <a:t>50%</a:t>
            </a:r>
            <a:r>
              <a:rPr lang="zh-TW" altLang="en-US" sz="1600" dirty="0"/>
              <a:t>，最後發現 </a:t>
            </a:r>
            <a:r>
              <a:rPr lang="en-US" altLang="zh-TW" sz="1600" dirty="0"/>
              <a:t>BERT </a:t>
            </a:r>
            <a:r>
              <a:rPr lang="zh-TW" altLang="en-US" sz="1600" dirty="0"/>
              <a:t>的 </a:t>
            </a:r>
            <a:r>
              <a:rPr lang="en-US" altLang="zh-TW" sz="1600" dirty="0"/>
              <a:t>15% </a:t>
            </a:r>
            <a:r>
              <a:rPr lang="zh-TW" altLang="en-US" sz="1600" dirty="0"/>
              <a:t>的結果最佳。</a:t>
            </a:r>
            <a:endParaRPr lang="en-US" altLang="zh-TW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zh-TW" sz="1600" dirty="0"/>
              <a:t>Replace Span </a:t>
            </a:r>
            <a:r>
              <a:rPr lang="zh-TW" altLang="en-US" sz="1600" dirty="0"/>
              <a:t>需要決定對大概多長的小段進行破壞，於是對不同長度進行探索，</a:t>
            </a:r>
            <a:r>
              <a:rPr lang="en-US" altLang="zh-TW" sz="1600" dirty="0"/>
              <a:t>2</a:t>
            </a:r>
            <a:r>
              <a:rPr lang="zh-TW" altLang="en-US" sz="1600" dirty="0"/>
              <a:t>，</a:t>
            </a:r>
            <a:r>
              <a:rPr lang="en-US" altLang="zh-TW" sz="1600" dirty="0"/>
              <a:t>3</a:t>
            </a:r>
            <a:r>
              <a:rPr lang="zh-TW" altLang="en-US" sz="1600" dirty="0"/>
              <a:t>，</a:t>
            </a:r>
            <a:r>
              <a:rPr lang="en-US" altLang="zh-TW" sz="1600" dirty="0"/>
              <a:t>5</a:t>
            </a:r>
            <a:r>
              <a:rPr lang="zh-TW" altLang="en-US" sz="1600" dirty="0"/>
              <a:t>，</a:t>
            </a:r>
            <a:r>
              <a:rPr lang="en-US" altLang="zh-TW" sz="1600" dirty="0"/>
              <a:t>10 </a:t>
            </a:r>
            <a:r>
              <a:rPr lang="zh-TW" altLang="en-US" sz="1600" dirty="0"/>
              <a:t>這四個值，最後發現 </a:t>
            </a:r>
            <a:r>
              <a:rPr lang="en-US" altLang="zh-TW" sz="1600" dirty="0"/>
              <a:t>3 </a:t>
            </a:r>
            <a:r>
              <a:rPr lang="zh-TW" altLang="en-US" sz="1600" dirty="0"/>
              <a:t>結果最好</a:t>
            </a:r>
          </a:p>
        </p:txBody>
      </p:sp>
    </p:spTree>
    <p:extLst>
      <p:ext uri="{BB962C8B-B14F-4D97-AF65-F5344CB8AC3E}">
        <p14:creationId xmlns:p14="http://schemas.microsoft.com/office/powerpoint/2010/main" val="4022951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6F58AD-FFCB-4137-A19B-31EA8542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常見模型：</a:t>
            </a:r>
            <a:r>
              <a:rPr lang="en-US" altLang="zh-TW" dirty="0"/>
              <a:t>BERT</a:t>
            </a:r>
            <a:r>
              <a:rPr lang="zh-TW" altLang="en-US" dirty="0"/>
              <a:t>、</a:t>
            </a:r>
            <a:r>
              <a:rPr lang="en-US" altLang="zh-TW" dirty="0"/>
              <a:t>T5</a:t>
            </a:r>
            <a:r>
              <a:rPr lang="zh-TW" altLang="en-US" dirty="0"/>
              <a:t>與 </a:t>
            </a:r>
            <a:r>
              <a:rPr lang="en-US" altLang="zh-TW" dirty="0"/>
              <a:t>GPT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A71B75-769C-46A3-B417-2A93BE9E9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翻譯的執行範例</a:t>
            </a:r>
            <a:endParaRPr lang="en-US" altLang="zh-TW" dirty="0"/>
          </a:p>
          <a:p>
            <a:pPr lvl="1"/>
            <a:r>
              <a:rPr lang="en" altLang="zh-TW" dirty="0">
                <a:hlinkClick r:id="rId2"/>
              </a:rPr>
              <a:t>https://huggingface.co/docs/transformers/main/en/tasks/translation</a:t>
            </a:r>
            <a:endParaRPr lang="en-US" altLang="zh-TW" dirty="0"/>
          </a:p>
          <a:p>
            <a:pPr lvl="1"/>
            <a:r>
              <a:rPr lang="zh-TW" altLang="en-US" dirty="0"/>
              <a:t>透過載入</a:t>
            </a:r>
            <a:r>
              <a:rPr lang="en" altLang="zh-TW" dirty="0">
                <a:hlinkClick r:id="rId3"/>
              </a:rPr>
              <a:t>https://huggingface.co/datasets/opus_books</a:t>
            </a:r>
            <a:r>
              <a:rPr lang="zh-TW" altLang="en-US" dirty="0"/>
              <a:t> 讓模型學會翻譯的語言</a:t>
            </a:r>
            <a:endParaRPr lang="en-US" altLang="zh-TW" dirty="0"/>
          </a:p>
          <a:p>
            <a:pPr lvl="1"/>
            <a:r>
              <a:rPr lang="zh-TW" altLang="en-US" dirty="0"/>
              <a:t>跟</a:t>
            </a:r>
            <a:r>
              <a:rPr lang="en-US" altLang="zh-TW" dirty="0"/>
              <a:t>T5</a:t>
            </a:r>
            <a:r>
              <a:rPr lang="zh-TW" altLang="en-US" dirty="0"/>
              <a:t>挑戰？</a:t>
            </a:r>
            <a:endParaRPr lang="en-US" altLang="zh-TW" dirty="0"/>
          </a:p>
          <a:p>
            <a:pPr lvl="2"/>
            <a:r>
              <a:rPr lang="en" altLang="zh-TW" dirty="0">
                <a:hlinkClick r:id="rId4"/>
              </a:rPr>
              <a:t>https://t5-trivia.glitch.me/</a:t>
            </a:r>
            <a:endParaRPr lang="en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9551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DE50E7-4E94-329B-A2CC-2B15222B2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常見模型：</a:t>
            </a:r>
            <a:r>
              <a:rPr lang="en-US" altLang="zh-TW" dirty="0"/>
              <a:t>BERT</a:t>
            </a:r>
            <a:r>
              <a:rPr lang="zh-TW" altLang="en-US" dirty="0"/>
              <a:t>、</a:t>
            </a:r>
            <a:r>
              <a:rPr lang="en-US" altLang="zh-TW" dirty="0"/>
              <a:t>T5</a:t>
            </a:r>
            <a:r>
              <a:rPr lang="zh-TW" altLang="en-US" dirty="0"/>
              <a:t>與 </a:t>
            </a:r>
            <a:r>
              <a:rPr lang="en-US" altLang="zh-TW" dirty="0"/>
              <a:t>GPT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DF3A68-CB32-6387-371E-F0677F459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7517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kumimoji="1" lang="en" altLang="zh-TW" dirty="0"/>
              <a:t>Generative Pre-trained Transformer</a:t>
            </a:r>
            <a:r>
              <a:rPr kumimoji="1" lang="zh-TW" altLang="en" dirty="0"/>
              <a:t>（</a:t>
            </a:r>
            <a:r>
              <a:rPr kumimoji="1" lang="en" altLang="zh-TW" dirty="0"/>
              <a:t>GPT</a:t>
            </a:r>
            <a:r>
              <a:rPr kumimoji="1" lang="zh-TW" altLang="en" dirty="0"/>
              <a:t>）</a:t>
            </a:r>
            <a:r>
              <a:rPr kumimoji="1" lang="zh-TW" altLang="en-US" dirty="0"/>
              <a:t>系列是由 </a:t>
            </a:r>
            <a:r>
              <a:rPr kumimoji="1" lang="en" altLang="zh-TW" dirty="0" err="1"/>
              <a:t>OpenAI</a:t>
            </a:r>
            <a:r>
              <a:rPr kumimoji="1" lang="en" altLang="zh-TW" dirty="0"/>
              <a:t> </a:t>
            </a:r>
            <a:r>
              <a:rPr kumimoji="1" lang="zh-TW" altLang="en-US" dirty="0"/>
              <a:t>提出的預訓練語言模型，這一系列的模型可以執行非常複雜的 </a:t>
            </a:r>
            <a:r>
              <a:rPr kumimoji="1" lang="en" altLang="zh-TW" dirty="0"/>
              <a:t>NLP </a:t>
            </a:r>
            <a:r>
              <a:rPr kumimoji="1" lang="zh-TW" altLang="en-US" dirty="0"/>
              <a:t>任務，例如回覆問題、生成文章和程式碼，或者翻譯文章內容等。</a:t>
            </a:r>
          </a:p>
          <a:p>
            <a:pPr>
              <a:lnSpc>
                <a:spcPct val="110000"/>
              </a:lnSpc>
            </a:pPr>
            <a:r>
              <a:rPr kumimoji="1" lang="en" altLang="zh-TW" dirty="0"/>
              <a:t>GPT </a:t>
            </a:r>
            <a:r>
              <a:rPr kumimoji="1" lang="zh-TW" altLang="en-US" dirty="0"/>
              <a:t>採用 </a:t>
            </a:r>
            <a:r>
              <a:rPr kumimoji="1" lang="en" altLang="zh-TW" dirty="0"/>
              <a:t>Transformer </a:t>
            </a:r>
            <a:r>
              <a:rPr kumimoji="1" lang="zh-TW" altLang="en-US" dirty="0"/>
              <a:t>作為解碼器（</a:t>
            </a:r>
            <a:r>
              <a:rPr kumimoji="1" lang="en" altLang="zh-TW" dirty="0"/>
              <a:t>decoder</a:t>
            </a:r>
            <a:r>
              <a:rPr kumimoji="1" lang="zh-TW" altLang="en" dirty="0"/>
              <a:t>），</a:t>
            </a:r>
            <a:r>
              <a:rPr kumimoji="1" lang="en" altLang="zh-TW" dirty="0"/>
              <a:t>Transformer </a:t>
            </a:r>
            <a:r>
              <a:rPr kumimoji="1" lang="zh-TW" altLang="en-US" dirty="0"/>
              <a:t>由 </a:t>
            </a:r>
            <a:r>
              <a:rPr kumimoji="1" lang="en" altLang="zh-TW" dirty="0"/>
              <a:t>Google Brain </a:t>
            </a:r>
            <a:r>
              <a:rPr kumimoji="1" lang="zh-TW" altLang="en-US" dirty="0"/>
              <a:t>所推出，主要是處理自然語言的順序輸入資料，用於翻譯、文字摘要等任務上，編碼器透過輸入逐一生成出結果。</a:t>
            </a:r>
          </a:p>
          <a:p>
            <a:pPr>
              <a:lnSpc>
                <a:spcPct val="110000"/>
              </a:lnSpc>
            </a:pPr>
            <a:r>
              <a:rPr kumimoji="1" lang="zh-TW" altLang="en-US" dirty="0"/>
              <a:t>模型的訓練需要超大的訓練語料庫、超多的模型參數以及超強的計算資源才能夠處理完成，而 </a:t>
            </a:r>
            <a:r>
              <a:rPr kumimoji="1" lang="en" altLang="zh-TW" dirty="0"/>
              <a:t>GPT </a:t>
            </a:r>
            <a:r>
              <a:rPr kumimoji="1" lang="zh-TW" altLang="en-US" dirty="0"/>
              <a:t>主要是透過大規模的語料庫做語言模型的預訓練（不須給標籤的無監督式學習），再透過微調（監督式學習）做轉移學習。</a:t>
            </a:r>
          </a:p>
        </p:txBody>
      </p:sp>
    </p:spTree>
    <p:extLst>
      <p:ext uri="{BB962C8B-B14F-4D97-AF65-F5344CB8AC3E}">
        <p14:creationId xmlns:p14="http://schemas.microsoft.com/office/powerpoint/2010/main" val="580882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382ED2-862C-7BE5-4AF7-FBA27E848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常見模型：</a:t>
            </a:r>
            <a:r>
              <a:rPr lang="en-US" altLang="zh-TW" dirty="0"/>
              <a:t>BERT</a:t>
            </a:r>
            <a:r>
              <a:rPr lang="zh-TW" altLang="en-US" dirty="0"/>
              <a:t>、</a:t>
            </a:r>
            <a:r>
              <a:rPr lang="en-US" altLang="zh-TW" dirty="0"/>
              <a:t>T5</a:t>
            </a:r>
            <a:r>
              <a:rPr lang="zh-TW" altLang="en-US" dirty="0"/>
              <a:t>與 </a:t>
            </a:r>
            <a:r>
              <a:rPr lang="en-US" altLang="zh-TW" dirty="0"/>
              <a:t>GPT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B1A75E-1508-5B9C-2409-516AB60CB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Paper:</a:t>
            </a:r>
            <a:r>
              <a:rPr kumimoji="1" lang="zh-TW" altLang="en-US" dirty="0"/>
              <a:t> </a:t>
            </a:r>
            <a:r>
              <a:rPr kumimoji="1" lang="en" altLang="zh-TW" dirty="0">
                <a:hlinkClick r:id="rId2"/>
              </a:rPr>
              <a:t>https://openai.com/research/language-unsupervised</a:t>
            </a:r>
            <a:endParaRPr kumimoji="1" lang="en" altLang="zh-TW" dirty="0"/>
          </a:p>
          <a:p>
            <a:pPr marL="0" indent="0">
              <a:buNone/>
            </a:pP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9479B0D-67B1-66F0-1462-EB4755B57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962" y="2378624"/>
            <a:ext cx="8236350" cy="42416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7181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1AAB71-8C37-4DB7-AA38-05A008396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常見模型：</a:t>
            </a:r>
            <a:r>
              <a:rPr lang="en-US" altLang="zh-TW" dirty="0"/>
              <a:t>BERT</a:t>
            </a:r>
            <a:r>
              <a:rPr lang="zh-TW" altLang="en-US" dirty="0"/>
              <a:t>、</a:t>
            </a:r>
            <a:r>
              <a:rPr lang="en-US" altLang="zh-TW" dirty="0"/>
              <a:t>T5</a:t>
            </a:r>
            <a:r>
              <a:rPr lang="zh-TW" altLang="en-US" dirty="0"/>
              <a:t>與 </a:t>
            </a:r>
            <a:r>
              <a:rPr lang="en-US" altLang="zh-TW" dirty="0"/>
              <a:t>GPT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D92845-57D7-6D59-FDA7-22E60EF00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976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" altLang="zh-TW" dirty="0"/>
              <a:t>GPT</a:t>
            </a:r>
            <a:r>
              <a:rPr kumimoji="1" lang="zh-TW" altLang="en-US" dirty="0"/>
              <a:t>模型的主要結構是一個多層的</a:t>
            </a:r>
            <a:r>
              <a:rPr kumimoji="1" lang="en" altLang="zh-TW" dirty="0"/>
              <a:t>Transformer</a:t>
            </a:r>
            <a:r>
              <a:rPr kumimoji="1" lang="zh-TW" altLang="en-US" dirty="0"/>
              <a:t>解碼器，但是它只使用了</a:t>
            </a:r>
            <a:r>
              <a:rPr kumimoji="1" lang="en" altLang="zh-TW" dirty="0"/>
              <a:t>Transformer</a:t>
            </a:r>
            <a:r>
              <a:rPr kumimoji="1" lang="zh-TW" altLang="en-US" dirty="0"/>
              <a:t>解碼器的部分，沒有使用編碼器</a:t>
            </a:r>
            <a:r>
              <a:rPr kumimoji="1" lang="en-US" altLang="zh-TW" dirty="0"/>
              <a:t>-</a:t>
            </a:r>
            <a:r>
              <a:rPr kumimoji="1" lang="zh-TW" altLang="en-US" dirty="0"/>
              <a:t>解碼器的結構。此外，為了保證生成的文本在語法和語義上的連貫性，</a:t>
            </a:r>
            <a:r>
              <a:rPr kumimoji="1" lang="en" altLang="zh-TW" dirty="0"/>
              <a:t>GPT</a:t>
            </a:r>
            <a:r>
              <a:rPr kumimoji="1" lang="zh-TW" altLang="en-US" dirty="0"/>
              <a:t>模型採用了因果掩碼（</a:t>
            </a:r>
            <a:r>
              <a:rPr kumimoji="1" lang="en" altLang="zh-TW" dirty="0"/>
              <a:t>causal mask</a:t>
            </a:r>
            <a:r>
              <a:rPr kumimoji="1" lang="zh-TW" altLang="en" dirty="0"/>
              <a:t>）</a:t>
            </a:r>
            <a:r>
              <a:rPr kumimoji="1" lang="zh-TW" altLang="en-US" dirty="0"/>
              <a:t>或者叫自回歸掩碼（</a:t>
            </a:r>
            <a:r>
              <a:rPr kumimoji="1" lang="en" altLang="zh-TW" dirty="0"/>
              <a:t>auto-regressive mask</a:t>
            </a:r>
            <a:r>
              <a:rPr kumimoji="1" lang="zh-TW" altLang="en" dirty="0"/>
              <a:t>），</a:t>
            </a:r>
            <a:r>
              <a:rPr kumimoji="1" lang="zh-TW" altLang="en-US" dirty="0"/>
              <a:t>這使得每個單詞</a:t>
            </a:r>
            <a:r>
              <a:rPr kumimoji="1" lang="zh-TW" altLang="en-US" u="sng" dirty="0"/>
              <a:t>只能看到其前面的單詞</a:t>
            </a:r>
            <a:r>
              <a:rPr kumimoji="1" lang="zh-TW" altLang="en-US" dirty="0"/>
              <a:t>，而不能看到後面的單詞。</a:t>
            </a:r>
          </a:p>
          <a:p>
            <a:pPr>
              <a:lnSpc>
                <a:spcPct val="120000"/>
              </a:lnSpc>
            </a:pPr>
            <a:r>
              <a:rPr kumimoji="1" lang="zh-TW" altLang="en-US" dirty="0"/>
              <a:t>在預訓練（</a:t>
            </a:r>
            <a:r>
              <a:rPr kumimoji="1" lang="en" altLang="zh-TW" dirty="0"/>
              <a:t>Pre-training</a:t>
            </a:r>
            <a:r>
              <a:rPr kumimoji="1" lang="zh-TW" altLang="en" dirty="0"/>
              <a:t>）</a:t>
            </a:r>
            <a:r>
              <a:rPr kumimoji="1" lang="zh-TW" altLang="en-US" dirty="0"/>
              <a:t>階段，</a:t>
            </a:r>
            <a:r>
              <a:rPr kumimoji="1" lang="en" altLang="zh-TW" dirty="0"/>
              <a:t>GPT</a:t>
            </a:r>
            <a:r>
              <a:rPr kumimoji="1" lang="zh-TW" altLang="en-US" dirty="0"/>
              <a:t>模型使用了一個被稱為”</a:t>
            </a:r>
            <a:r>
              <a:rPr kumimoji="1" lang="en" altLang="zh-TW" dirty="0"/>
              <a:t>Masked Language Model”</a:t>
            </a:r>
            <a:r>
              <a:rPr kumimoji="1" lang="zh-TW" altLang="en" dirty="0"/>
              <a:t>（</a:t>
            </a:r>
            <a:r>
              <a:rPr kumimoji="1" lang="en" altLang="zh-TW" dirty="0"/>
              <a:t>MLM</a:t>
            </a:r>
            <a:r>
              <a:rPr kumimoji="1" lang="zh-TW" altLang="en" dirty="0"/>
              <a:t>）</a:t>
            </a:r>
            <a:r>
              <a:rPr kumimoji="1" lang="zh-TW" altLang="en-US" dirty="0"/>
              <a:t>的任務，也就是預測一個句子中被遮蓋住的部分。</a:t>
            </a:r>
            <a:endParaRPr kumimoji="1" lang="en-US" altLang="zh-TW" dirty="0"/>
          </a:p>
          <a:p>
            <a:pPr>
              <a:lnSpc>
                <a:spcPct val="120000"/>
              </a:lnSpc>
            </a:pPr>
            <a:r>
              <a:rPr kumimoji="1" lang="zh-TW" altLang="en-US" dirty="0"/>
              <a:t>預訓練的目標是最大化句子中每個位置的單詞的條件概率，這個概率由模型生成的分佈和真實單詞的分佈之間的交叉熵來計算。</a:t>
            </a:r>
          </a:p>
          <a:p>
            <a:pPr>
              <a:lnSpc>
                <a:spcPct val="120000"/>
              </a:lnSpc>
            </a:pPr>
            <a:r>
              <a:rPr kumimoji="1" lang="zh-TW" altLang="en-US" dirty="0"/>
              <a:t>在微調（</a:t>
            </a:r>
            <a:r>
              <a:rPr kumimoji="1" lang="en" altLang="zh-TW" dirty="0"/>
              <a:t>fine-tuning</a:t>
            </a:r>
            <a:r>
              <a:rPr kumimoji="1" lang="zh-TW" altLang="en" dirty="0"/>
              <a:t>）</a:t>
            </a:r>
            <a:r>
              <a:rPr kumimoji="1" lang="zh-TW" altLang="en-US" dirty="0"/>
              <a:t>階段，</a:t>
            </a:r>
            <a:r>
              <a:rPr kumimoji="1" lang="en" altLang="zh-TW" dirty="0"/>
              <a:t>GPT</a:t>
            </a:r>
            <a:r>
              <a:rPr kumimoji="1" lang="zh-TW" altLang="en-US" dirty="0"/>
              <a:t>模型在特定任務的數據上進行訓練，例如情感分類、問答等。微調的目標是最小化特定任務的損失函數，例如分類任務的交叉熵損失函數。</a:t>
            </a:r>
          </a:p>
          <a:p>
            <a:pPr>
              <a:lnSpc>
                <a:spcPct val="120000"/>
              </a:lnSpc>
            </a:pPr>
            <a:r>
              <a:rPr kumimoji="1" lang="en" altLang="zh-TW" dirty="0"/>
              <a:t>GPT</a:t>
            </a:r>
            <a:r>
              <a:rPr kumimoji="1" lang="zh-TW" altLang="en-US" dirty="0"/>
              <a:t>模型的優點在於，由於其預訓練</a:t>
            </a:r>
            <a:r>
              <a:rPr kumimoji="1" lang="en-US" altLang="zh-TW" dirty="0"/>
              <a:t>-</a:t>
            </a:r>
            <a:r>
              <a:rPr kumimoji="1" lang="zh-TW" altLang="en-US" dirty="0"/>
              <a:t>微調的訓練策略，它可以有效地利用大量的無標籤數據進行學習，並且可以輕鬆地適應各種不同的任務。此外，由於其基於</a:t>
            </a:r>
            <a:r>
              <a:rPr kumimoji="1" lang="en" altLang="zh-TW" dirty="0"/>
              <a:t>Transformer</a:t>
            </a:r>
            <a:r>
              <a:rPr kumimoji="1" lang="zh-TW" altLang="en-US" dirty="0"/>
              <a:t>的結構，它可以並行處理輸入序列中的所有單詞，比基於</a:t>
            </a:r>
            <a:r>
              <a:rPr kumimoji="1" lang="en-US" altLang="zh-TW" dirty="0"/>
              <a:t>RNN</a:t>
            </a:r>
            <a:r>
              <a:rPr kumimoji="1" lang="zh-TW" altLang="en-US" dirty="0"/>
              <a:t>的模型更有效率。</a:t>
            </a:r>
          </a:p>
        </p:txBody>
      </p:sp>
    </p:spTree>
    <p:extLst>
      <p:ext uri="{BB962C8B-B14F-4D97-AF65-F5344CB8AC3E}">
        <p14:creationId xmlns:p14="http://schemas.microsoft.com/office/powerpoint/2010/main" val="2773597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90AAF3-E73C-5E27-BF49-920F98034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常見模型：</a:t>
            </a:r>
            <a:r>
              <a:rPr lang="en-US" altLang="zh-TW" dirty="0"/>
              <a:t>BERT</a:t>
            </a:r>
            <a:r>
              <a:rPr lang="zh-TW" altLang="en-US" dirty="0"/>
              <a:t>、</a:t>
            </a:r>
            <a:r>
              <a:rPr lang="en-US" altLang="zh-TW" dirty="0"/>
              <a:t>T5</a:t>
            </a:r>
            <a:r>
              <a:rPr lang="zh-TW" altLang="en-US" dirty="0"/>
              <a:t>與 </a:t>
            </a:r>
            <a:r>
              <a:rPr lang="en-US" altLang="zh-TW" dirty="0"/>
              <a:t>GPT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E5C587-FE75-0255-0B7F-04BF0CFA6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模型</a:t>
            </a:r>
            <a:r>
              <a:rPr kumimoji="1" lang="en-US" altLang="zh-TW" dirty="0"/>
              <a:t>,</a:t>
            </a:r>
            <a:r>
              <a:rPr kumimoji="1" lang="zh-TW" altLang="en-US" dirty="0"/>
              <a:t>發佈時間</a:t>
            </a:r>
            <a:r>
              <a:rPr kumimoji="1" lang="en-US" altLang="zh-TW" dirty="0"/>
              <a:t>,</a:t>
            </a:r>
            <a:r>
              <a:rPr kumimoji="1" lang="zh-TW" altLang="en-US" dirty="0"/>
              <a:t>參數量</a:t>
            </a:r>
            <a:r>
              <a:rPr kumimoji="1" lang="en-US" altLang="zh-TW" dirty="0"/>
              <a:t>,</a:t>
            </a:r>
            <a:r>
              <a:rPr kumimoji="1" lang="zh-TW" altLang="en-US" dirty="0"/>
              <a:t>預訓練數據量</a:t>
            </a:r>
          </a:p>
          <a:p>
            <a:r>
              <a:rPr kumimoji="1" lang="en" altLang="zh-TW" dirty="0"/>
              <a:t>GPT,2018</a:t>
            </a:r>
            <a:r>
              <a:rPr kumimoji="1" lang="zh-TW" altLang="en-US" dirty="0"/>
              <a:t>年</a:t>
            </a:r>
            <a:r>
              <a:rPr kumimoji="1" lang="en-US" altLang="zh-TW" dirty="0"/>
              <a:t>6</a:t>
            </a:r>
            <a:r>
              <a:rPr kumimoji="1" lang="zh-TW" altLang="en-US" dirty="0"/>
              <a:t>月</a:t>
            </a:r>
            <a:r>
              <a:rPr kumimoji="1" lang="en-US" altLang="zh-TW" dirty="0"/>
              <a:t>,1.17 </a:t>
            </a:r>
            <a:r>
              <a:rPr kumimoji="1" lang="zh-TW" altLang="en-US" dirty="0"/>
              <a:t>億</a:t>
            </a:r>
            <a:r>
              <a:rPr kumimoji="1" lang="en-US" altLang="zh-TW" dirty="0"/>
              <a:t>,</a:t>
            </a:r>
            <a:r>
              <a:rPr kumimoji="1" lang="zh-TW" altLang="en-US" dirty="0"/>
              <a:t>約</a:t>
            </a:r>
            <a:r>
              <a:rPr kumimoji="1" lang="en-US" altLang="zh-TW" dirty="0"/>
              <a:t>5</a:t>
            </a:r>
            <a:r>
              <a:rPr kumimoji="1" lang="en" altLang="zh-TW" dirty="0"/>
              <a:t>GB</a:t>
            </a:r>
          </a:p>
          <a:p>
            <a:r>
              <a:rPr kumimoji="1" lang="en" altLang="zh-TW" dirty="0"/>
              <a:t>GPT-2,2019</a:t>
            </a:r>
            <a:r>
              <a:rPr kumimoji="1" lang="zh-TW" altLang="en-US" dirty="0"/>
              <a:t>年</a:t>
            </a:r>
            <a:r>
              <a:rPr kumimoji="1" lang="en-US" altLang="zh-TW" dirty="0"/>
              <a:t>2</a:t>
            </a:r>
            <a:r>
              <a:rPr kumimoji="1" lang="zh-TW" altLang="en-US" dirty="0"/>
              <a:t>月</a:t>
            </a:r>
            <a:r>
              <a:rPr kumimoji="1" lang="en-US" altLang="zh-TW" dirty="0"/>
              <a:t>,15 </a:t>
            </a:r>
            <a:r>
              <a:rPr kumimoji="1" lang="zh-TW" altLang="en-US" dirty="0"/>
              <a:t>億</a:t>
            </a:r>
            <a:r>
              <a:rPr kumimoji="1" lang="en-US" altLang="zh-TW" dirty="0"/>
              <a:t>,40</a:t>
            </a:r>
            <a:r>
              <a:rPr kumimoji="1" lang="en" altLang="zh-TW" dirty="0"/>
              <a:t>GB</a:t>
            </a:r>
          </a:p>
          <a:p>
            <a:r>
              <a:rPr kumimoji="1" lang="en" altLang="zh-TW" dirty="0"/>
              <a:t>GPT-3,2020</a:t>
            </a:r>
            <a:r>
              <a:rPr kumimoji="1" lang="zh-TW" altLang="en-US" dirty="0"/>
              <a:t>年</a:t>
            </a:r>
            <a:r>
              <a:rPr kumimoji="1" lang="en-US" altLang="zh-TW" dirty="0"/>
              <a:t>5</a:t>
            </a:r>
            <a:r>
              <a:rPr kumimoji="1" lang="zh-TW" altLang="en-US" dirty="0"/>
              <a:t>月</a:t>
            </a:r>
            <a:r>
              <a:rPr kumimoji="1" lang="en-US" altLang="zh-TW" dirty="0"/>
              <a:t>,1750 </a:t>
            </a:r>
            <a:r>
              <a:rPr kumimoji="1" lang="zh-TW" altLang="en-US" dirty="0"/>
              <a:t>億</a:t>
            </a:r>
            <a:r>
              <a:rPr kumimoji="1" lang="en-US" altLang="zh-TW" dirty="0"/>
              <a:t>,45</a:t>
            </a:r>
            <a:r>
              <a:rPr kumimoji="1" lang="en" altLang="zh-TW" dirty="0"/>
              <a:t>TB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64122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8D47E1-57C7-F62C-F388-BE8A2E13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常見模型：</a:t>
            </a:r>
            <a:r>
              <a:rPr lang="en-US" altLang="zh-TW" dirty="0"/>
              <a:t>BERT</a:t>
            </a:r>
            <a:r>
              <a:rPr lang="zh-TW" altLang="en-US" dirty="0"/>
              <a:t>、</a:t>
            </a:r>
            <a:r>
              <a:rPr lang="en-US" altLang="zh-TW" dirty="0"/>
              <a:t>T5</a:t>
            </a:r>
            <a:r>
              <a:rPr lang="zh-TW" altLang="en-US" dirty="0"/>
              <a:t>與 </a:t>
            </a:r>
            <a:r>
              <a:rPr lang="en-US" altLang="zh-TW" dirty="0"/>
              <a:t>GPT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ED3F55-5699-BA52-FCDC-F3A87FD73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" altLang="zh-TW" dirty="0"/>
              <a:t>GPT-1: </a:t>
            </a:r>
            <a:r>
              <a:rPr kumimoji="1" lang="zh-TW" altLang="en-US" dirty="0"/>
              <a:t>第一代 </a:t>
            </a:r>
            <a:r>
              <a:rPr kumimoji="1" lang="en" altLang="zh-TW" dirty="0"/>
              <a:t>GPT </a:t>
            </a:r>
            <a:r>
              <a:rPr kumimoji="1" lang="zh-TW" altLang="en-US" dirty="0"/>
              <a:t>模型</a:t>
            </a:r>
          </a:p>
          <a:p>
            <a:pPr lvl="1">
              <a:lnSpc>
                <a:spcPct val="120000"/>
              </a:lnSpc>
            </a:pPr>
            <a:r>
              <a:rPr kumimoji="1" lang="zh-TW" altLang="en-US" dirty="0"/>
              <a:t>在</a:t>
            </a:r>
            <a:r>
              <a:rPr kumimoji="1" lang="en-US" altLang="zh-TW" dirty="0"/>
              <a:t>2018</a:t>
            </a:r>
            <a:r>
              <a:rPr kumimoji="1" lang="zh-TW" altLang="en-US" dirty="0"/>
              <a:t>年時，</a:t>
            </a:r>
            <a:r>
              <a:rPr kumimoji="1" lang="en" altLang="zh-TW" dirty="0"/>
              <a:t>GPT-1 </a:t>
            </a:r>
            <a:r>
              <a:rPr kumimoji="1" lang="zh-TW" altLang="en-US" dirty="0"/>
              <a:t>誕生，將無監督式學習模型可以學習左右有監督模型的預訓練目標，因此叫做生成式預訓練（</a:t>
            </a:r>
            <a:r>
              <a:rPr kumimoji="1" lang="en" altLang="zh-TW" dirty="0"/>
              <a:t>Generative Pre-training</a:t>
            </a:r>
            <a:r>
              <a:rPr kumimoji="1" lang="zh-TW" altLang="en" dirty="0"/>
              <a:t>，</a:t>
            </a:r>
            <a:r>
              <a:rPr kumimoji="1" lang="en" altLang="zh-TW" dirty="0"/>
              <a:t>GPT</a:t>
            </a:r>
            <a:r>
              <a:rPr kumimoji="1" lang="zh-TW" altLang="en" dirty="0"/>
              <a:t>）。</a:t>
            </a:r>
            <a:endParaRPr kumimoji="1" lang="en-US" altLang="zh-TW" dirty="0"/>
          </a:p>
          <a:p>
            <a:pPr>
              <a:lnSpc>
                <a:spcPct val="120000"/>
              </a:lnSpc>
            </a:pPr>
            <a:r>
              <a:rPr kumimoji="1" lang="en" altLang="zh-TW" dirty="0"/>
              <a:t>GPT-1 </a:t>
            </a:r>
            <a:r>
              <a:rPr kumimoji="1" lang="zh-TW" altLang="en-US" dirty="0"/>
              <a:t>能夠用於和監督任務無關的 </a:t>
            </a:r>
            <a:r>
              <a:rPr kumimoji="1" lang="en" altLang="zh-TW" dirty="0"/>
              <a:t>NLP </a:t>
            </a:r>
            <a:r>
              <a:rPr kumimoji="1" lang="zh-TW" altLang="en-US" dirty="0"/>
              <a:t>任務中。其常用任務包括：</a:t>
            </a:r>
          </a:p>
          <a:p>
            <a:pPr lvl="1">
              <a:lnSpc>
                <a:spcPct val="120000"/>
              </a:lnSpc>
            </a:pPr>
            <a:r>
              <a:rPr kumimoji="1" lang="zh-TW" altLang="en-US" dirty="0"/>
              <a:t>自然語言推理：判斷兩個句子的關係</a:t>
            </a:r>
          </a:p>
          <a:p>
            <a:pPr lvl="1">
              <a:lnSpc>
                <a:spcPct val="120000"/>
              </a:lnSpc>
            </a:pPr>
            <a:r>
              <a:rPr kumimoji="1" lang="zh-TW" altLang="en-US" dirty="0"/>
              <a:t>問答與常識推理：輸入文章及答案選項，讓模型輸出答案的準確率</a:t>
            </a:r>
          </a:p>
          <a:p>
            <a:pPr lvl="1">
              <a:lnSpc>
                <a:spcPct val="120000"/>
              </a:lnSpc>
            </a:pPr>
            <a:r>
              <a:rPr kumimoji="1" lang="zh-TW" altLang="en-US" dirty="0"/>
              <a:t>語義相似度判別：判斷兩個句子語義是否相關</a:t>
            </a:r>
          </a:p>
          <a:p>
            <a:pPr lvl="1">
              <a:lnSpc>
                <a:spcPct val="120000"/>
              </a:lnSpc>
            </a:pPr>
            <a:r>
              <a:rPr kumimoji="1" lang="zh-TW" altLang="en-US" dirty="0"/>
              <a:t>文本分類：判斷輸入句子是哪個類別</a:t>
            </a:r>
          </a:p>
          <a:p>
            <a:pPr>
              <a:lnSpc>
                <a:spcPct val="120000"/>
              </a:lnSpc>
            </a:pPr>
            <a:r>
              <a:rPr kumimoji="1" lang="zh-TW" altLang="en-US" dirty="0"/>
              <a:t>雖然 </a:t>
            </a:r>
            <a:r>
              <a:rPr kumimoji="1" lang="en" altLang="zh-TW" dirty="0"/>
              <a:t>GPT-1 </a:t>
            </a:r>
            <a:r>
              <a:rPr kumimoji="1" lang="zh-TW" altLang="en-US" dirty="0"/>
              <a:t>在未經訓練過的任務上可以有一些效果，但其泛化能力遠低於微調過後的監督式學習模型，因此 </a:t>
            </a:r>
            <a:r>
              <a:rPr kumimoji="1" lang="en" altLang="zh-TW" dirty="0"/>
              <a:t>GPT-1 </a:t>
            </a:r>
            <a:r>
              <a:rPr kumimoji="1" lang="zh-TW" altLang="en-US" dirty="0"/>
              <a:t>就是一個還算不錯的語言理解模型，但是還不是一個很好的對話式 </a:t>
            </a:r>
            <a:r>
              <a:rPr kumimoji="1" lang="en" altLang="zh-TW" dirty="0"/>
              <a:t>AI </a:t>
            </a:r>
            <a:r>
              <a:rPr kumimoji="1" lang="zh-TW" altLang="en-US" dirty="0"/>
              <a:t>模型。</a:t>
            </a:r>
          </a:p>
        </p:txBody>
      </p:sp>
    </p:spTree>
    <p:extLst>
      <p:ext uri="{BB962C8B-B14F-4D97-AF65-F5344CB8AC3E}">
        <p14:creationId xmlns:p14="http://schemas.microsoft.com/office/powerpoint/2010/main" val="3588482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AF96D2-820C-ACF2-C79F-F81AE6333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常見模型：</a:t>
            </a:r>
            <a:r>
              <a:rPr lang="en-US" altLang="zh-TW" dirty="0"/>
              <a:t>BERT</a:t>
            </a:r>
            <a:r>
              <a:rPr lang="zh-TW" altLang="en-US" dirty="0"/>
              <a:t>、</a:t>
            </a:r>
            <a:r>
              <a:rPr lang="en-US" altLang="zh-TW" dirty="0"/>
              <a:t>T5</a:t>
            </a:r>
            <a:r>
              <a:rPr lang="zh-TW" altLang="en-US" dirty="0"/>
              <a:t>與 </a:t>
            </a:r>
            <a:r>
              <a:rPr lang="en-US" altLang="zh-TW" dirty="0"/>
              <a:t>GPT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2D45E4-2F49-07F2-AC8C-42899496E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kumimoji="1" lang="en" altLang="zh-TW" dirty="0"/>
              <a:t>GPT-2: </a:t>
            </a:r>
            <a:r>
              <a:rPr kumimoji="1" lang="zh-TW" altLang="en-US" dirty="0"/>
              <a:t>第二代 </a:t>
            </a:r>
            <a:r>
              <a:rPr kumimoji="1" lang="en" altLang="zh-TW" dirty="0"/>
              <a:t>GPT </a:t>
            </a:r>
            <a:r>
              <a:rPr kumimoji="1" lang="zh-TW" altLang="en-US" dirty="0"/>
              <a:t>模型</a:t>
            </a:r>
          </a:p>
          <a:p>
            <a:pPr lvl="1">
              <a:lnSpc>
                <a:spcPct val="100000"/>
              </a:lnSpc>
            </a:pPr>
            <a:r>
              <a:rPr kumimoji="1" lang="zh-TW" altLang="en-US" dirty="0"/>
              <a:t>隔年 </a:t>
            </a:r>
            <a:r>
              <a:rPr kumimoji="1" lang="en-US" altLang="zh-TW" dirty="0"/>
              <a:t>2019 </a:t>
            </a:r>
            <a:r>
              <a:rPr kumimoji="1" lang="zh-TW" altLang="en-US" dirty="0"/>
              <a:t>年，</a:t>
            </a:r>
            <a:r>
              <a:rPr kumimoji="1" lang="en" altLang="zh-TW" dirty="0"/>
              <a:t>GPT-2 </a:t>
            </a:r>
            <a:r>
              <a:rPr kumimoji="1" lang="zh-TW" altLang="en-US" dirty="0"/>
              <a:t>發布</a:t>
            </a:r>
            <a:endParaRPr kumimoji="1" lang="en-US" altLang="zh-TW" dirty="0"/>
          </a:p>
          <a:p>
            <a:pPr lvl="1">
              <a:lnSpc>
                <a:spcPct val="100000"/>
              </a:lnSpc>
            </a:pPr>
            <a:r>
              <a:rPr kumimoji="1" lang="zh-TW" altLang="en-US" dirty="0"/>
              <a:t>論文：”</a:t>
            </a:r>
            <a:r>
              <a:rPr kumimoji="1" lang="en" altLang="zh-TW" dirty="0"/>
              <a:t>Language Models are Unsupervised Multitask Learners“</a:t>
            </a:r>
            <a:r>
              <a:rPr kumimoji="1" lang="zh-TW" altLang="en" dirty="0"/>
              <a:t>，</a:t>
            </a:r>
            <a:r>
              <a:rPr kumimoji="1" lang="zh-TW" altLang="en-US" dirty="0"/>
              <a:t>但主要改變只有使用了更多參數與數據集</a:t>
            </a:r>
            <a:endParaRPr kumimoji="1" lang="en-US" altLang="zh-TW" dirty="0"/>
          </a:p>
          <a:p>
            <a:pPr lvl="1">
              <a:lnSpc>
                <a:spcPct val="100000"/>
              </a:lnSpc>
            </a:pPr>
            <a:r>
              <a:rPr kumimoji="1" lang="zh-TW" altLang="en-US" dirty="0"/>
              <a:t>模型共計 </a:t>
            </a:r>
            <a:r>
              <a:rPr kumimoji="1" lang="en-US" altLang="zh-TW" dirty="0"/>
              <a:t>48 </a:t>
            </a:r>
            <a:r>
              <a:rPr kumimoji="1" lang="zh-TW" altLang="en-US" dirty="0"/>
              <a:t>層，</a:t>
            </a:r>
            <a:r>
              <a:rPr kumimoji="1" lang="en-US" altLang="zh-TW" dirty="0"/>
              <a:t>40G</a:t>
            </a:r>
            <a:r>
              <a:rPr kumimoji="1" lang="zh-TW" altLang="en-US" dirty="0"/>
              <a:t>的文本資料，參數量達 </a:t>
            </a:r>
            <a:r>
              <a:rPr kumimoji="1" lang="en-US" altLang="zh-TW" dirty="0"/>
              <a:t>15 </a:t>
            </a:r>
            <a:r>
              <a:rPr kumimoji="1" lang="zh-TW" altLang="en-US" dirty="0"/>
              <a:t>億，學習目標改成</a:t>
            </a:r>
            <a:r>
              <a:rPr kumimoji="1" lang="en" altLang="zh-TW" dirty="0"/>
              <a:t>unsupervised learning</a:t>
            </a:r>
            <a:r>
              <a:rPr kumimoji="1" lang="zh-TW" altLang="en" dirty="0"/>
              <a:t>。</a:t>
            </a:r>
            <a:r>
              <a:rPr kumimoji="1" lang="en" altLang="zh-TW" dirty="0"/>
              <a:t>GPT-2 </a:t>
            </a:r>
            <a:r>
              <a:rPr kumimoji="1" lang="zh-TW" altLang="en-US" dirty="0"/>
              <a:t>經過訓練過後，除了擁有原本 </a:t>
            </a:r>
            <a:r>
              <a:rPr kumimoji="1" lang="en" altLang="zh-TW" dirty="0"/>
              <a:t>GPT-1 </a:t>
            </a:r>
            <a:r>
              <a:rPr kumimoji="1" lang="zh-TW" altLang="en-US" dirty="0"/>
              <a:t>的理解能力之外，</a:t>
            </a:r>
            <a:r>
              <a:rPr kumimoji="1" lang="en" altLang="zh-TW" dirty="0"/>
              <a:t>GPT-2 </a:t>
            </a:r>
            <a:r>
              <a:rPr kumimoji="1" lang="zh-TW" altLang="en-US" dirty="0"/>
              <a:t>在生成短文方面能夠有不錯的效果，如聊天、編故事等，並在多個特定的語言建模任務上實現了當時的最佳性能。</a:t>
            </a:r>
            <a:endParaRPr kumimoji="1" lang="en-US" altLang="zh-TW" dirty="0"/>
          </a:p>
          <a:p>
            <a:pPr lvl="1">
              <a:lnSpc>
                <a:spcPct val="100000"/>
              </a:lnSpc>
            </a:pPr>
            <a:r>
              <a:rPr kumimoji="1" lang="zh-TW" altLang="en-US" dirty="0"/>
              <a:t>作者認為，當一個語言模型的容量足夠大時，它就足以覆蓋所有的有監督任務，也就是說所有的有監督學習都是無監督語言模型的一個子集。</a:t>
            </a:r>
            <a:endParaRPr kumimoji="1" lang="en-US" altLang="zh-TW" dirty="0"/>
          </a:p>
          <a:p>
            <a:pPr lvl="2">
              <a:lnSpc>
                <a:spcPct val="100000"/>
              </a:lnSpc>
            </a:pPr>
            <a:r>
              <a:rPr kumimoji="1" lang="zh-TW" altLang="en-US" dirty="0"/>
              <a:t>例如當模型訓練完“</a:t>
            </a:r>
            <a:r>
              <a:rPr kumimoji="1" lang="en" altLang="zh-TW" dirty="0" err="1"/>
              <a:t>Micheal</a:t>
            </a:r>
            <a:r>
              <a:rPr kumimoji="1" lang="en" altLang="zh-TW" dirty="0"/>
              <a:t> Jordan is the best basketball player in the history”</a:t>
            </a:r>
            <a:r>
              <a:rPr kumimoji="1" lang="zh-TW" altLang="en-US" dirty="0"/>
              <a:t>語料的語言模型之後，便也學會了</a:t>
            </a:r>
            <a:r>
              <a:rPr kumimoji="1" lang="en-US" altLang="zh-TW" dirty="0"/>
              <a:t>(</a:t>
            </a:r>
            <a:r>
              <a:rPr kumimoji="1" lang="en" altLang="zh-TW" dirty="0"/>
              <a:t>question</a:t>
            </a:r>
            <a:r>
              <a:rPr kumimoji="1" lang="zh-TW" altLang="en" dirty="0"/>
              <a:t>：“</a:t>
            </a:r>
            <a:r>
              <a:rPr kumimoji="1" lang="en" altLang="zh-TW" dirty="0"/>
              <a:t>who is the best basketball player in the history ?”</a:t>
            </a:r>
            <a:r>
              <a:rPr kumimoji="1" lang="zh-TW" altLang="en" dirty="0"/>
              <a:t>，</a:t>
            </a:r>
            <a:r>
              <a:rPr kumimoji="1" lang="en" altLang="zh-TW" dirty="0"/>
              <a:t>answer:“</a:t>
            </a:r>
            <a:r>
              <a:rPr kumimoji="1" lang="en" altLang="zh-TW" dirty="0" err="1"/>
              <a:t>Micheal</a:t>
            </a:r>
            <a:r>
              <a:rPr kumimoji="1" lang="en" altLang="zh-TW" dirty="0"/>
              <a:t> Jordan”)</a:t>
            </a:r>
            <a:r>
              <a:rPr kumimoji="1" lang="zh-TW" altLang="en-US" dirty="0"/>
              <a:t>的</a:t>
            </a:r>
            <a:r>
              <a:rPr kumimoji="1" lang="en" altLang="zh-TW" dirty="0"/>
              <a:t>Q&amp;A</a:t>
            </a:r>
            <a:r>
              <a:rPr kumimoji="1" lang="zh-TW" altLang="en-US" dirty="0"/>
              <a:t>任務。</a:t>
            </a:r>
          </a:p>
        </p:txBody>
      </p:sp>
    </p:spTree>
    <p:extLst>
      <p:ext uri="{BB962C8B-B14F-4D97-AF65-F5344CB8AC3E}">
        <p14:creationId xmlns:p14="http://schemas.microsoft.com/office/powerpoint/2010/main" val="1605047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1D20E1-5A72-AA16-BF93-ADF218D71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常見模型：</a:t>
            </a:r>
            <a:r>
              <a:rPr lang="en-US" altLang="zh-TW" dirty="0"/>
              <a:t>BERT</a:t>
            </a:r>
            <a:r>
              <a:rPr lang="zh-TW" altLang="en-US" dirty="0"/>
              <a:t>、</a:t>
            </a:r>
            <a:r>
              <a:rPr lang="en-US" altLang="zh-TW" dirty="0"/>
              <a:t>T5</a:t>
            </a:r>
            <a:r>
              <a:rPr lang="zh-TW" altLang="en-US" dirty="0"/>
              <a:t>與 </a:t>
            </a:r>
            <a:r>
              <a:rPr lang="en-US" altLang="zh-TW" dirty="0"/>
              <a:t>GPT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A0DC1D-0EA5-3621-D2CE-C1FFDCC42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54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" altLang="zh-TW" dirty="0"/>
              <a:t>GPT-3: </a:t>
            </a:r>
            <a:r>
              <a:rPr kumimoji="1" lang="zh-TW" altLang="en-US" dirty="0"/>
              <a:t>第三代 </a:t>
            </a:r>
            <a:r>
              <a:rPr kumimoji="1" lang="en" altLang="zh-TW" dirty="0"/>
              <a:t>GPT </a:t>
            </a:r>
            <a:r>
              <a:rPr kumimoji="1" lang="zh-TW" altLang="en-US" dirty="0"/>
              <a:t>模型</a:t>
            </a:r>
          </a:p>
          <a:p>
            <a:pPr lvl="1">
              <a:lnSpc>
                <a:spcPct val="100000"/>
              </a:lnSpc>
            </a:pPr>
            <a:r>
              <a:rPr kumimoji="1" lang="en-US" altLang="zh-TW" dirty="0"/>
              <a:t>2020</a:t>
            </a:r>
            <a:r>
              <a:rPr kumimoji="1" lang="zh-TW" altLang="en-US" dirty="0"/>
              <a:t>年，</a:t>
            </a:r>
            <a:r>
              <a:rPr kumimoji="1" lang="en" altLang="zh-TW" dirty="0" err="1"/>
              <a:t>OpenAI</a:t>
            </a:r>
            <a:r>
              <a:rPr kumimoji="1" lang="zh-TW" altLang="en-US" dirty="0"/>
              <a:t>發布了新的 </a:t>
            </a:r>
            <a:r>
              <a:rPr kumimoji="1" lang="en" altLang="zh-TW" dirty="0"/>
              <a:t>GPT-3 </a:t>
            </a:r>
            <a:r>
              <a:rPr kumimoji="1" lang="zh-TW" altLang="en" dirty="0"/>
              <a:t>，</a:t>
            </a:r>
            <a:r>
              <a:rPr kumimoji="1" lang="zh-TW" altLang="en-US" dirty="0"/>
              <a:t>其中概念非常簡單粗暴，就是用錢堆成的運算資源，延續過去 </a:t>
            </a:r>
            <a:r>
              <a:rPr kumimoji="1" lang="en" altLang="zh-TW" dirty="0"/>
              <a:t>GPT </a:t>
            </a:r>
            <a:r>
              <a:rPr kumimoji="1" lang="zh-TW" altLang="en-US" dirty="0"/>
              <a:t>類的單向語言模型的訓練方式，只是將模型增大到 </a:t>
            </a:r>
            <a:r>
              <a:rPr kumimoji="1" lang="en-US" altLang="zh-TW" dirty="0"/>
              <a:t>1750 </a:t>
            </a:r>
            <a:r>
              <a:rPr kumimoji="1" lang="zh-TW" altLang="en-US" dirty="0"/>
              <a:t>億參數，並且使用 </a:t>
            </a:r>
            <a:r>
              <a:rPr kumimoji="1" lang="en-US" altLang="zh-TW" dirty="0"/>
              <a:t>45</a:t>
            </a:r>
            <a:r>
              <a:rPr kumimoji="1" lang="en" altLang="zh-TW" dirty="0"/>
              <a:t>TB </a:t>
            </a:r>
            <a:r>
              <a:rPr kumimoji="1" lang="zh-TW" altLang="en-US" dirty="0"/>
              <a:t>的資料量給訓練出來，訓練費用需要數千萬美金，耗費非常多的資源和金錢，才能夠完成這個模型。</a:t>
            </a:r>
          </a:p>
          <a:p>
            <a:pPr lvl="1">
              <a:lnSpc>
                <a:spcPct val="100000"/>
              </a:lnSpc>
            </a:pPr>
            <a:r>
              <a:rPr kumimoji="1" lang="en" altLang="zh-TW" dirty="0"/>
              <a:t>GPT-3</a:t>
            </a:r>
            <a:r>
              <a:rPr kumimoji="1" lang="zh-TW" altLang="en-US" dirty="0"/>
              <a:t>表現出了強大的零樣本（</a:t>
            </a:r>
            <a:r>
              <a:rPr kumimoji="1" lang="en" altLang="zh-TW" dirty="0"/>
              <a:t>zero-shot</a:t>
            </a:r>
            <a:r>
              <a:rPr kumimoji="1" lang="zh-TW" altLang="en" dirty="0"/>
              <a:t>）</a:t>
            </a:r>
            <a:r>
              <a:rPr kumimoji="1" lang="zh-TW" altLang="en-US" dirty="0"/>
              <a:t>和少樣本（</a:t>
            </a:r>
            <a:r>
              <a:rPr kumimoji="1" lang="en" altLang="zh-TW" dirty="0"/>
              <a:t>few-shot</a:t>
            </a:r>
            <a:r>
              <a:rPr kumimoji="1" lang="zh-TW" altLang="en" dirty="0"/>
              <a:t>）</a:t>
            </a:r>
            <a:r>
              <a:rPr kumimoji="1" lang="zh-TW" altLang="en-US" dirty="0"/>
              <a:t>學習能力</a:t>
            </a:r>
            <a:endParaRPr kumimoji="1" lang="en-US" altLang="zh-TW" dirty="0"/>
          </a:p>
          <a:p>
            <a:pPr>
              <a:lnSpc>
                <a:spcPct val="100000"/>
              </a:lnSpc>
            </a:pPr>
            <a:r>
              <a:rPr kumimoji="1" lang="zh-TW" altLang="en-US" dirty="0"/>
              <a:t>雖然 </a:t>
            </a:r>
            <a:r>
              <a:rPr kumimoji="1" lang="en" altLang="zh-TW" dirty="0"/>
              <a:t>GPT-3 </a:t>
            </a:r>
            <a:r>
              <a:rPr kumimoji="1" lang="zh-TW" altLang="en-US" dirty="0"/>
              <a:t>已經可以完成模仿人類敘事、寫詩、寫歌等複雜任務，但是 </a:t>
            </a:r>
            <a:r>
              <a:rPr kumimoji="1" lang="en" altLang="zh-TW" dirty="0"/>
              <a:t>GPT-3 </a:t>
            </a:r>
            <a:r>
              <a:rPr kumimoji="1" lang="zh-TW" altLang="en-US" dirty="0"/>
              <a:t>還有可以改善的空間，最主要問題就是這類型的模型學習了作者提供的文本資訊，但是生成之後，無法判斷內容的好壞，導致無法成為後續完整落地的應用。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47554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786F31-34F9-D0FC-43C2-706423565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常見模型：</a:t>
            </a:r>
            <a:r>
              <a:rPr lang="en-US" altLang="zh-TW" dirty="0"/>
              <a:t>BERT</a:t>
            </a:r>
            <a:r>
              <a:rPr lang="zh-TW" altLang="en-US" dirty="0"/>
              <a:t>、</a:t>
            </a:r>
            <a:r>
              <a:rPr lang="en-US" altLang="zh-TW" dirty="0"/>
              <a:t>T5</a:t>
            </a:r>
            <a:r>
              <a:rPr lang="zh-TW" altLang="en-US" dirty="0"/>
              <a:t>與 </a:t>
            </a:r>
            <a:r>
              <a:rPr lang="en-US" altLang="zh-TW" dirty="0"/>
              <a:t>GPT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7AEE63-EDE9-B52A-9A35-5F190B021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GPT-4</a:t>
            </a:r>
            <a:r>
              <a:rPr kumimoji="1" lang="zh-TW" altLang="en-US" dirty="0"/>
              <a:t>模型</a:t>
            </a:r>
            <a:endParaRPr kumimoji="1" lang="en-US" altLang="zh-TW" dirty="0"/>
          </a:p>
          <a:p>
            <a:pPr lvl="1"/>
            <a:r>
              <a:rPr kumimoji="1" lang="zh-TW" altLang="en" dirty="0"/>
              <a:t>在</a:t>
            </a:r>
            <a:r>
              <a:rPr kumimoji="1" lang="zh-TW" altLang="en-US" dirty="0"/>
              <a:t>這之間發表了</a:t>
            </a:r>
            <a:r>
              <a:rPr kumimoji="1" lang="en" altLang="zh-TW" dirty="0" err="1"/>
              <a:t>InstructGPT</a:t>
            </a:r>
            <a:r>
              <a:rPr kumimoji="1" lang="zh-TW" altLang="en" dirty="0"/>
              <a:t>，</a:t>
            </a:r>
            <a:r>
              <a:rPr kumimoji="1" lang="zh-TW" altLang="en-US" dirty="0"/>
              <a:t>相對於</a:t>
            </a:r>
            <a:r>
              <a:rPr kumimoji="1" lang="en" altLang="zh-TW" dirty="0"/>
              <a:t>GPT</a:t>
            </a:r>
            <a:r>
              <a:rPr kumimoji="1" lang="zh-TW" altLang="en-US" dirty="0"/>
              <a:t>的改進主要是使用了來自人類回饋的強化學習方案 </a:t>
            </a:r>
            <a:r>
              <a:rPr kumimoji="1" lang="en-US" altLang="zh-TW" dirty="0"/>
              <a:t>— — </a:t>
            </a:r>
            <a:r>
              <a:rPr kumimoji="1" lang="en" altLang="zh-TW" dirty="0"/>
              <a:t>RLHF</a:t>
            </a:r>
            <a:r>
              <a:rPr kumimoji="1" lang="zh-TW" altLang="en" dirty="0"/>
              <a:t>（ </a:t>
            </a:r>
            <a:r>
              <a:rPr kumimoji="1" lang="en" altLang="zh-TW" dirty="0"/>
              <a:t>Reinforcement Learning with human feedback</a:t>
            </a:r>
            <a:r>
              <a:rPr kumimoji="1" lang="zh-TW" altLang="en" dirty="0"/>
              <a:t>）</a:t>
            </a:r>
            <a:r>
              <a:rPr kumimoji="1" lang="zh-TW" altLang="en-US" dirty="0"/>
              <a:t>來微調 </a:t>
            </a:r>
            <a:r>
              <a:rPr kumimoji="1" lang="en" altLang="zh-TW" dirty="0"/>
              <a:t>GPT-3</a:t>
            </a:r>
            <a:r>
              <a:rPr kumimoji="1" lang="zh-TW" altLang="en" dirty="0"/>
              <a:t>，</a:t>
            </a:r>
            <a:r>
              <a:rPr kumimoji="1" lang="zh-TW" altLang="en-US" dirty="0"/>
              <a:t>這種技術將人類的偏好作為激勵信號來微調模型。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2022</a:t>
            </a:r>
            <a:r>
              <a:rPr kumimoji="1" lang="zh-TW" altLang="en-US" dirty="0"/>
              <a:t>年</a:t>
            </a:r>
            <a:r>
              <a:rPr kumimoji="1" lang="en-US" altLang="zh-TW" dirty="0"/>
              <a:t>11</a:t>
            </a:r>
            <a:r>
              <a:rPr kumimoji="1" lang="zh-TW" altLang="en-US" dirty="0"/>
              <a:t>月發表</a:t>
            </a:r>
            <a:r>
              <a:rPr kumimoji="1" lang="en-US" altLang="zh-TW" dirty="0" err="1"/>
              <a:t>ChatGPT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2023</a:t>
            </a:r>
            <a:r>
              <a:rPr kumimoji="1" lang="zh-TW" altLang="en-US" dirty="0"/>
              <a:t>年</a:t>
            </a:r>
            <a:r>
              <a:rPr kumimoji="1" lang="en-US" altLang="zh-TW" dirty="0"/>
              <a:t>3</a:t>
            </a:r>
            <a:r>
              <a:rPr kumimoji="1" lang="zh-TW" altLang="en-US" dirty="0"/>
              <a:t>月發表</a:t>
            </a:r>
            <a:r>
              <a:rPr kumimoji="1" lang="en-US" altLang="zh-TW" dirty="0"/>
              <a:t>GPT-4</a:t>
            </a:r>
            <a:r>
              <a:rPr kumimoji="1" lang="zh-TW" altLang="en-US" dirty="0"/>
              <a:t>模型 </a:t>
            </a:r>
            <a:r>
              <a:rPr kumimoji="1" lang="en-US" altLang="zh-TW" dirty="0"/>
              <a:t>(</a:t>
            </a:r>
            <a:r>
              <a:rPr kumimoji="1" lang="en-US" altLang="zh-TW" dirty="0">
                <a:hlinkClick r:id="rId2"/>
              </a:rPr>
              <a:t>https://openai.com/research/gpt-4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/>
              <a:t>2023</a:t>
            </a:r>
            <a:r>
              <a:rPr kumimoji="1" lang="zh-TW" altLang="en-US" dirty="0"/>
              <a:t>年</a:t>
            </a:r>
            <a:r>
              <a:rPr kumimoji="1" lang="en-US" altLang="zh-TW" dirty="0"/>
              <a:t>11</a:t>
            </a:r>
            <a:r>
              <a:rPr kumimoji="1" lang="zh-TW" altLang="en-US" dirty="0"/>
              <a:t>月，</a:t>
            </a:r>
            <a:r>
              <a:rPr kumimoji="1" lang="en-US" altLang="zh-TW" dirty="0"/>
              <a:t>GPT-4</a:t>
            </a:r>
            <a:r>
              <a:rPr kumimoji="1" lang="zh-TW" altLang="en-US" dirty="0"/>
              <a:t> </a:t>
            </a:r>
            <a:r>
              <a:rPr kumimoji="1" lang="en-US" altLang="zh-TW" dirty="0"/>
              <a:t>turbo</a:t>
            </a:r>
            <a:r>
              <a:rPr kumimoji="1" lang="zh-TW" altLang="en-US" dirty="0"/>
              <a:t>發表 </a:t>
            </a:r>
            <a:r>
              <a:rPr kumimoji="1" lang="en-US" altLang="zh-TW" dirty="0"/>
              <a:t>(</a:t>
            </a:r>
            <a:r>
              <a:rPr kumimoji="1" lang="en-US" altLang="zh-TW" dirty="0">
                <a:hlinkClick r:id="rId3"/>
              </a:rPr>
              <a:t>https://openai.com/blog/new-models-and-developer-products-announced-at-devday</a:t>
            </a:r>
            <a:r>
              <a:rPr kumimoji="1" lang="en-US" altLang="zh-TW" dirty="0"/>
              <a:t>)</a:t>
            </a:r>
          </a:p>
          <a:p>
            <a:pPr lvl="2"/>
            <a:r>
              <a:rPr kumimoji="1" lang="zh-TW" altLang="en-US" dirty="0"/>
              <a:t>試用：</a:t>
            </a:r>
            <a:r>
              <a:rPr kumimoji="1" lang="en" altLang="zh-TW" dirty="0"/>
              <a:t> https://</a:t>
            </a:r>
            <a:r>
              <a:rPr kumimoji="1" lang="en" altLang="zh-TW" dirty="0" err="1"/>
              <a:t>platform.openai.com</a:t>
            </a:r>
            <a:r>
              <a:rPr kumimoji="1" lang="en" altLang="zh-TW" dirty="0"/>
              <a:t>/</a:t>
            </a:r>
            <a:r>
              <a:rPr kumimoji="1" lang="en" altLang="zh-TW" dirty="0" err="1"/>
              <a:t>playground?mode</a:t>
            </a:r>
            <a:r>
              <a:rPr kumimoji="1" lang="en" altLang="zh-TW" dirty="0"/>
              <a:t>=assistant</a:t>
            </a:r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6041BD2-EE08-9977-4949-C3F2C458E1D8}"/>
              </a:ext>
            </a:extLst>
          </p:cNvPr>
          <p:cNvSpPr txBox="1"/>
          <p:nvPr/>
        </p:nvSpPr>
        <p:spPr>
          <a:xfrm>
            <a:off x="838200" y="6308209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https://platform.openai.com/docs/models/overview</a:t>
            </a:r>
          </a:p>
        </p:txBody>
      </p:sp>
    </p:spTree>
    <p:extLst>
      <p:ext uri="{BB962C8B-B14F-4D97-AF65-F5344CB8AC3E}">
        <p14:creationId xmlns:p14="http://schemas.microsoft.com/office/powerpoint/2010/main" val="1681344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C45721-C6F6-557B-CC7F-D62D76932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Open LLM Leaderboard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E71B21-9EC6-2A5A-BF63-1E64BA0CC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>
                <a:hlinkClick r:id="rId2"/>
              </a:rPr>
              <a:t>https://huggingface.co/spaces/HuggingFaceH4/open_llm_leaderboard</a:t>
            </a:r>
            <a:endParaRPr kumimoji="1" lang="en" altLang="zh-TW" dirty="0"/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9E95863-ACD5-BB78-7F4E-1B3233704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16" y="3108086"/>
            <a:ext cx="11682984" cy="211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300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2068</TotalTime>
  <Words>3306</Words>
  <Application>Microsoft Macintosh PowerPoint</Application>
  <PresentationFormat>寬螢幕</PresentationFormat>
  <Paragraphs>198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Fira Code</vt:lpstr>
      <vt:lpstr>Office 佈景主題</vt:lpstr>
      <vt:lpstr>使用大型語言模型</vt:lpstr>
      <vt:lpstr>使用pip安裝</vt:lpstr>
      <vt:lpstr>安裝語言模型</vt:lpstr>
      <vt:lpstr>PowerPoint 簡報</vt:lpstr>
      <vt:lpstr>安裝語言模型</vt:lpstr>
      <vt:lpstr>常見模型：BERT、T5與 GPT</vt:lpstr>
      <vt:lpstr>常見模型：BERT、T5與 GPT</vt:lpstr>
      <vt:lpstr>常見模型：BERT、T5與 GPT</vt:lpstr>
      <vt:lpstr>常見模型：BERT、T5與 GPT</vt:lpstr>
      <vt:lpstr>常見模型：BERT、T5與 GPT</vt:lpstr>
      <vt:lpstr>常見模型：BERT、T5與 GPT</vt:lpstr>
      <vt:lpstr>常見模型：BERT、T5與 GPT</vt:lpstr>
      <vt:lpstr>常見模型：BERT、T5與 GPT</vt:lpstr>
      <vt:lpstr>常見模型：BERT、T5與 GPT</vt:lpstr>
      <vt:lpstr>常見模型：BERT、T5與 GPT</vt:lpstr>
      <vt:lpstr>常見模型：BERT、T5與 GPT</vt:lpstr>
      <vt:lpstr>常見模型：BERT、T5與 GPT</vt:lpstr>
      <vt:lpstr>常見模型：BERT、T5與 GPT</vt:lpstr>
      <vt:lpstr>常見模型：BERT、T5與 GPT</vt:lpstr>
      <vt:lpstr>常見模型：BERT、T5與 GPT</vt:lpstr>
      <vt:lpstr>Open LLM Leaderboard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林俊杰</dc:creator>
  <cp:lastModifiedBy>Leon Lin</cp:lastModifiedBy>
  <cp:revision>7</cp:revision>
  <dcterms:created xsi:type="dcterms:W3CDTF">2023-11-07T08:14:23Z</dcterms:created>
  <dcterms:modified xsi:type="dcterms:W3CDTF">2023-11-10T14:53:28Z</dcterms:modified>
</cp:coreProperties>
</file>
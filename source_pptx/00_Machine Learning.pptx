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363" r:id="rId6"/>
    <p:sldId id="291" r:id="rId7"/>
    <p:sldId id="379" r:id="rId8"/>
    <p:sldId id="380" r:id="rId9"/>
    <p:sldId id="364" r:id="rId10"/>
    <p:sldId id="381" r:id="rId11"/>
    <p:sldId id="382" r:id="rId12"/>
    <p:sldId id="383" r:id="rId13"/>
    <p:sldId id="384" r:id="rId14"/>
    <p:sldId id="385" r:id="rId15"/>
    <p:sldId id="386" r:id="rId16"/>
    <p:sldId id="388" r:id="rId17"/>
    <p:sldId id="389" r:id="rId18"/>
    <p:sldId id="387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65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俊杰" userId="dcfdc803-95d8-409b-8404-351632be86e2" providerId="ADAL" clId="{C19E3E9A-ECF7-447F-B2C7-EC38B3926D1B}"/>
    <pc:docChg chg="undo custSel addSld delSld modSld">
      <pc:chgData name="林俊杰" userId="dcfdc803-95d8-409b-8404-351632be86e2" providerId="ADAL" clId="{C19E3E9A-ECF7-447F-B2C7-EC38B3926D1B}" dt="2025-09-09T15:48:12.965" v="9" actId="47"/>
      <pc:docMkLst>
        <pc:docMk/>
      </pc:docMkLst>
      <pc:sldChg chg="del">
        <pc:chgData name="林俊杰" userId="dcfdc803-95d8-409b-8404-351632be86e2" providerId="ADAL" clId="{C19E3E9A-ECF7-447F-B2C7-EC38B3926D1B}" dt="2025-09-09T15:46:10.980" v="0" actId="47"/>
        <pc:sldMkLst>
          <pc:docMk/>
          <pc:sldMk cId="1038490703" sldId="261"/>
        </pc:sldMkLst>
      </pc:sldChg>
      <pc:sldChg chg="del">
        <pc:chgData name="林俊杰" userId="dcfdc803-95d8-409b-8404-351632be86e2" providerId="ADAL" clId="{C19E3E9A-ECF7-447F-B2C7-EC38B3926D1B}" dt="2025-09-09T15:46:22.605" v="2" actId="47"/>
        <pc:sldMkLst>
          <pc:docMk/>
          <pc:sldMk cId="2300621659" sldId="262"/>
        </pc:sldMkLst>
      </pc:sldChg>
      <pc:sldChg chg="del">
        <pc:chgData name="林俊杰" userId="dcfdc803-95d8-409b-8404-351632be86e2" providerId="ADAL" clId="{C19E3E9A-ECF7-447F-B2C7-EC38B3926D1B}" dt="2025-09-09T15:46:18.382" v="1" actId="47"/>
        <pc:sldMkLst>
          <pc:docMk/>
          <pc:sldMk cId="1433894554" sldId="276"/>
        </pc:sldMkLst>
      </pc:sldChg>
      <pc:sldChg chg="add">
        <pc:chgData name="林俊杰" userId="dcfdc803-95d8-409b-8404-351632be86e2" providerId="ADAL" clId="{C19E3E9A-ECF7-447F-B2C7-EC38B3926D1B}" dt="2025-09-09T15:47:15.347" v="3"/>
        <pc:sldMkLst>
          <pc:docMk/>
          <pc:sldMk cId="1589808259" sldId="379"/>
        </pc:sldMkLst>
      </pc:sldChg>
      <pc:sldChg chg="add">
        <pc:chgData name="林俊杰" userId="dcfdc803-95d8-409b-8404-351632be86e2" providerId="ADAL" clId="{C19E3E9A-ECF7-447F-B2C7-EC38B3926D1B}" dt="2025-09-09T15:47:15.347" v="3"/>
        <pc:sldMkLst>
          <pc:docMk/>
          <pc:sldMk cId="4283132538" sldId="380"/>
        </pc:sldMkLst>
      </pc:sldChg>
      <pc:sldChg chg="add">
        <pc:chgData name="林俊杰" userId="dcfdc803-95d8-409b-8404-351632be86e2" providerId="ADAL" clId="{C19E3E9A-ECF7-447F-B2C7-EC38B3926D1B}" dt="2025-09-09T15:47:15.347" v="3"/>
        <pc:sldMkLst>
          <pc:docMk/>
          <pc:sldMk cId="1466102585" sldId="381"/>
        </pc:sldMkLst>
      </pc:sldChg>
      <pc:sldChg chg="add">
        <pc:chgData name="林俊杰" userId="dcfdc803-95d8-409b-8404-351632be86e2" providerId="ADAL" clId="{C19E3E9A-ECF7-447F-B2C7-EC38B3926D1B}" dt="2025-09-09T15:47:15.347" v="3"/>
        <pc:sldMkLst>
          <pc:docMk/>
          <pc:sldMk cId="1055671510" sldId="382"/>
        </pc:sldMkLst>
      </pc:sldChg>
      <pc:sldChg chg="add">
        <pc:chgData name="林俊杰" userId="dcfdc803-95d8-409b-8404-351632be86e2" providerId="ADAL" clId="{C19E3E9A-ECF7-447F-B2C7-EC38B3926D1B}" dt="2025-09-09T15:47:15.347" v="3"/>
        <pc:sldMkLst>
          <pc:docMk/>
          <pc:sldMk cId="189087596" sldId="383"/>
        </pc:sldMkLst>
      </pc:sldChg>
      <pc:sldChg chg="add">
        <pc:chgData name="林俊杰" userId="dcfdc803-95d8-409b-8404-351632be86e2" providerId="ADAL" clId="{C19E3E9A-ECF7-447F-B2C7-EC38B3926D1B}" dt="2025-09-09T15:47:15.347" v="3"/>
        <pc:sldMkLst>
          <pc:docMk/>
          <pc:sldMk cId="3144028512" sldId="384"/>
        </pc:sldMkLst>
      </pc:sldChg>
      <pc:sldChg chg="add">
        <pc:chgData name="林俊杰" userId="dcfdc803-95d8-409b-8404-351632be86e2" providerId="ADAL" clId="{C19E3E9A-ECF7-447F-B2C7-EC38B3926D1B}" dt="2025-09-09T15:47:15.347" v="3"/>
        <pc:sldMkLst>
          <pc:docMk/>
          <pc:sldMk cId="1272443391" sldId="385"/>
        </pc:sldMkLst>
      </pc:sldChg>
      <pc:sldChg chg="add">
        <pc:chgData name="林俊杰" userId="dcfdc803-95d8-409b-8404-351632be86e2" providerId="ADAL" clId="{C19E3E9A-ECF7-447F-B2C7-EC38B3926D1B}" dt="2025-09-09T15:47:34.384" v="6"/>
        <pc:sldMkLst>
          <pc:docMk/>
          <pc:sldMk cId="626238320" sldId="386"/>
        </pc:sldMkLst>
      </pc:sldChg>
      <pc:sldChg chg="add del">
        <pc:chgData name="林俊杰" userId="dcfdc803-95d8-409b-8404-351632be86e2" providerId="ADAL" clId="{C19E3E9A-ECF7-447F-B2C7-EC38B3926D1B}" dt="2025-09-09T15:47:32.815" v="5"/>
        <pc:sldMkLst>
          <pc:docMk/>
          <pc:sldMk cId="1443716181" sldId="386"/>
        </pc:sldMkLst>
      </pc:sldChg>
      <pc:sldChg chg="add del">
        <pc:chgData name="林俊杰" userId="dcfdc803-95d8-409b-8404-351632be86e2" providerId="ADAL" clId="{C19E3E9A-ECF7-447F-B2C7-EC38B3926D1B}" dt="2025-09-09T15:48:12.965" v="9" actId="47"/>
        <pc:sldMkLst>
          <pc:docMk/>
          <pc:sldMk cId="3475652129" sldId="387"/>
        </pc:sldMkLst>
      </pc:sldChg>
    </pc:docChg>
  </pc:docChgLst>
  <pc:docChgLst>
    <pc:chgData name="林俊杰" userId="dcfdc803-95d8-409b-8404-351632be86e2" providerId="ADAL" clId="{E81E119E-C442-D240-9D92-F561386015B3}"/>
    <pc:docChg chg="undo custSel addSld delSld modSld">
      <pc:chgData name="林俊杰" userId="dcfdc803-95d8-409b-8404-351632be86e2" providerId="ADAL" clId="{E81E119E-C442-D240-9D92-F561386015B3}" dt="2024-09-04T09:13:24.082" v="355" actId="403"/>
      <pc:docMkLst>
        <pc:docMk/>
      </pc:docMkLst>
      <pc:sldChg chg="add">
        <pc:chgData name="林俊杰" userId="dcfdc803-95d8-409b-8404-351632be86e2" providerId="ADAL" clId="{E81E119E-C442-D240-9D92-F561386015B3}" dt="2024-09-04T09:04:36.864" v="5"/>
        <pc:sldMkLst>
          <pc:docMk/>
          <pc:sldMk cId="3566514635" sldId="259"/>
        </pc:sldMkLst>
      </pc:sldChg>
      <pc:sldChg chg="add">
        <pc:chgData name="林俊杰" userId="dcfdc803-95d8-409b-8404-351632be86e2" providerId="ADAL" clId="{E81E119E-C442-D240-9D92-F561386015B3}" dt="2024-09-04T09:04:36.864" v="5"/>
        <pc:sldMkLst>
          <pc:docMk/>
          <pc:sldMk cId="2596035924" sldId="263"/>
        </pc:sldMkLst>
      </pc:sldChg>
      <pc:sldChg chg="add">
        <pc:chgData name="林俊杰" userId="dcfdc803-95d8-409b-8404-351632be86e2" providerId="ADAL" clId="{E81E119E-C442-D240-9D92-F561386015B3}" dt="2024-09-04T09:08:24.516" v="344"/>
        <pc:sldMkLst>
          <pc:docMk/>
          <pc:sldMk cId="1255459944" sldId="264"/>
        </pc:sldMkLst>
      </pc:sldChg>
      <pc:sldChg chg="del">
        <pc:chgData name="林俊杰" userId="dcfdc803-95d8-409b-8404-351632be86e2" providerId="ADAL" clId="{E81E119E-C442-D240-9D92-F561386015B3}" dt="2024-09-04T08:54:05.321" v="0" actId="2696"/>
        <pc:sldMkLst>
          <pc:docMk/>
          <pc:sldMk cId="3734097031" sldId="264"/>
        </pc:sldMkLst>
      </pc:sldChg>
      <pc:sldChg chg="add">
        <pc:chgData name="林俊杰" userId="dcfdc803-95d8-409b-8404-351632be86e2" providerId="ADAL" clId="{E81E119E-C442-D240-9D92-F561386015B3}" dt="2024-09-04T09:08:37.777" v="345"/>
        <pc:sldMkLst>
          <pc:docMk/>
          <pc:sldMk cId="1550203787" sldId="269"/>
        </pc:sldMkLst>
      </pc:sldChg>
      <pc:sldChg chg="del">
        <pc:chgData name="林俊杰" userId="dcfdc803-95d8-409b-8404-351632be86e2" providerId="ADAL" clId="{E81E119E-C442-D240-9D92-F561386015B3}" dt="2024-09-04T08:54:06.380" v="1" actId="2696"/>
        <pc:sldMkLst>
          <pc:docMk/>
          <pc:sldMk cId="3665616148" sldId="269"/>
        </pc:sldMkLst>
      </pc:sldChg>
      <pc:sldChg chg="del">
        <pc:chgData name="林俊杰" userId="dcfdc803-95d8-409b-8404-351632be86e2" providerId="ADAL" clId="{E81E119E-C442-D240-9D92-F561386015B3}" dt="2024-09-04T09:12:54.050" v="346" actId="2696"/>
        <pc:sldMkLst>
          <pc:docMk/>
          <pc:sldMk cId="970889009" sldId="291"/>
        </pc:sldMkLst>
      </pc:sldChg>
      <pc:sldChg chg="modSp add mod">
        <pc:chgData name="林俊杰" userId="dcfdc803-95d8-409b-8404-351632be86e2" providerId="ADAL" clId="{E81E119E-C442-D240-9D92-F561386015B3}" dt="2024-09-04T09:13:24.082" v="355" actId="403"/>
        <pc:sldMkLst>
          <pc:docMk/>
          <pc:sldMk cId="1148213988" sldId="291"/>
        </pc:sldMkLst>
        <pc:spChg chg="mod">
          <ac:chgData name="林俊杰" userId="dcfdc803-95d8-409b-8404-351632be86e2" providerId="ADAL" clId="{E81E119E-C442-D240-9D92-F561386015B3}" dt="2024-09-04T09:13:24.082" v="355" actId="403"/>
          <ac:spMkLst>
            <pc:docMk/>
            <pc:sldMk cId="1148213988" sldId="291"/>
            <ac:spMk id="2" creationId="{C4C41E4B-0FCE-47A5-A561-819B63FF5075}"/>
          </ac:spMkLst>
        </pc:spChg>
      </pc:sldChg>
      <pc:sldChg chg="add">
        <pc:chgData name="林俊杰" userId="dcfdc803-95d8-409b-8404-351632be86e2" providerId="ADAL" clId="{E81E119E-C442-D240-9D92-F561386015B3}" dt="2024-09-04T09:08:37.777" v="345"/>
        <pc:sldMkLst>
          <pc:docMk/>
          <pc:sldMk cId="1290806946" sldId="305"/>
        </pc:sldMkLst>
      </pc:sldChg>
      <pc:sldChg chg="add">
        <pc:chgData name="林俊杰" userId="dcfdc803-95d8-409b-8404-351632be86e2" providerId="ADAL" clId="{E81E119E-C442-D240-9D92-F561386015B3}" dt="2024-09-04T09:08:24.516" v="344"/>
        <pc:sldMkLst>
          <pc:docMk/>
          <pc:sldMk cId="2375916142" sldId="306"/>
        </pc:sldMkLst>
      </pc:sldChg>
      <pc:sldChg chg="add">
        <pc:chgData name="林俊杰" userId="dcfdc803-95d8-409b-8404-351632be86e2" providerId="ADAL" clId="{E81E119E-C442-D240-9D92-F561386015B3}" dt="2024-09-04T09:08:24.516" v="344"/>
        <pc:sldMkLst>
          <pc:docMk/>
          <pc:sldMk cId="3635608601" sldId="307"/>
        </pc:sldMkLst>
      </pc:sldChg>
      <pc:sldChg chg="add">
        <pc:chgData name="林俊杰" userId="dcfdc803-95d8-409b-8404-351632be86e2" providerId="ADAL" clId="{E81E119E-C442-D240-9D92-F561386015B3}" dt="2024-09-04T09:08:24.516" v="344"/>
        <pc:sldMkLst>
          <pc:docMk/>
          <pc:sldMk cId="835918290" sldId="308"/>
        </pc:sldMkLst>
      </pc:sldChg>
      <pc:sldChg chg="add">
        <pc:chgData name="林俊杰" userId="dcfdc803-95d8-409b-8404-351632be86e2" providerId="ADAL" clId="{E81E119E-C442-D240-9D92-F561386015B3}" dt="2024-09-04T09:08:37.777" v="345"/>
        <pc:sldMkLst>
          <pc:docMk/>
          <pc:sldMk cId="127210642" sldId="309"/>
        </pc:sldMkLst>
      </pc:sldChg>
      <pc:sldChg chg="add">
        <pc:chgData name="林俊杰" userId="dcfdc803-95d8-409b-8404-351632be86e2" providerId="ADAL" clId="{E81E119E-C442-D240-9D92-F561386015B3}" dt="2024-09-04T09:04:36.864" v="5"/>
        <pc:sldMkLst>
          <pc:docMk/>
          <pc:sldMk cId="4192910336" sldId="316"/>
        </pc:sldMkLst>
      </pc:sldChg>
      <pc:sldChg chg="add">
        <pc:chgData name="林俊杰" userId="dcfdc803-95d8-409b-8404-351632be86e2" providerId="ADAL" clId="{E81E119E-C442-D240-9D92-F561386015B3}" dt="2024-09-04T09:04:36.864" v="5"/>
        <pc:sldMkLst>
          <pc:docMk/>
          <pc:sldMk cId="3985243960" sldId="318"/>
        </pc:sldMkLst>
      </pc:sldChg>
      <pc:sldChg chg="add">
        <pc:chgData name="林俊杰" userId="dcfdc803-95d8-409b-8404-351632be86e2" providerId="ADAL" clId="{E81E119E-C442-D240-9D92-F561386015B3}" dt="2024-09-04T09:04:36.864" v="5"/>
        <pc:sldMkLst>
          <pc:docMk/>
          <pc:sldMk cId="945109477" sldId="319"/>
        </pc:sldMkLst>
      </pc:sldChg>
      <pc:sldChg chg="add">
        <pc:chgData name="林俊杰" userId="dcfdc803-95d8-409b-8404-351632be86e2" providerId="ADAL" clId="{E81E119E-C442-D240-9D92-F561386015B3}" dt="2024-09-04T09:04:36.864" v="5"/>
        <pc:sldMkLst>
          <pc:docMk/>
          <pc:sldMk cId="1927199253" sldId="320"/>
        </pc:sldMkLst>
      </pc:sldChg>
      <pc:sldChg chg="add">
        <pc:chgData name="林俊杰" userId="dcfdc803-95d8-409b-8404-351632be86e2" providerId="ADAL" clId="{E81E119E-C442-D240-9D92-F561386015B3}" dt="2024-09-04T09:04:36.864" v="5"/>
        <pc:sldMkLst>
          <pc:docMk/>
          <pc:sldMk cId="862763404" sldId="321"/>
        </pc:sldMkLst>
      </pc:sldChg>
      <pc:sldChg chg="new del">
        <pc:chgData name="林俊杰" userId="dcfdc803-95d8-409b-8404-351632be86e2" providerId="ADAL" clId="{E81E119E-C442-D240-9D92-F561386015B3}" dt="2024-09-04T08:54:36.518" v="4" actId="2696"/>
        <pc:sldMkLst>
          <pc:docMk/>
          <pc:sldMk cId="448069712" sldId="365"/>
        </pc:sldMkLst>
      </pc:sldChg>
      <pc:sldChg chg="add">
        <pc:chgData name="林俊杰" userId="dcfdc803-95d8-409b-8404-351632be86e2" providerId="ADAL" clId="{E81E119E-C442-D240-9D92-F561386015B3}" dt="2024-09-04T09:04:36.864" v="5"/>
        <pc:sldMkLst>
          <pc:docMk/>
          <pc:sldMk cId="2747614277" sldId="365"/>
        </pc:sldMkLst>
      </pc:sldChg>
      <pc:sldChg chg="add">
        <pc:chgData name="林俊杰" userId="dcfdc803-95d8-409b-8404-351632be86e2" providerId="ADAL" clId="{E81E119E-C442-D240-9D92-F561386015B3}" dt="2024-09-04T08:54:34.141" v="3"/>
        <pc:sldMkLst>
          <pc:docMk/>
          <pc:sldMk cId="563589000" sldId="366"/>
        </pc:sldMkLst>
      </pc:sldChg>
      <pc:sldChg chg="add">
        <pc:chgData name="林俊杰" userId="dcfdc803-95d8-409b-8404-351632be86e2" providerId="ADAL" clId="{E81E119E-C442-D240-9D92-F561386015B3}" dt="2024-09-04T08:54:34.141" v="3"/>
        <pc:sldMkLst>
          <pc:docMk/>
          <pc:sldMk cId="362688208" sldId="367"/>
        </pc:sldMkLst>
      </pc:sldChg>
      <pc:sldChg chg="add">
        <pc:chgData name="林俊杰" userId="dcfdc803-95d8-409b-8404-351632be86e2" providerId="ADAL" clId="{E81E119E-C442-D240-9D92-F561386015B3}" dt="2024-09-04T08:54:34.141" v="3"/>
        <pc:sldMkLst>
          <pc:docMk/>
          <pc:sldMk cId="2477678142" sldId="368"/>
        </pc:sldMkLst>
      </pc:sldChg>
      <pc:sldChg chg="add">
        <pc:chgData name="林俊杰" userId="dcfdc803-95d8-409b-8404-351632be86e2" providerId="ADAL" clId="{E81E119E-C442-D240-9D92-F561386015B3}" dt="2024-09-04T09:04:36.864" v="5"/>
        <pc:sldMkLst>
          <pc:docMk/>
          <pc:sldMk cId="166924186" sldId="369"/>
        </pc:sldMkLst>
      </pc:sldChg>
      <pc:sldChg chg="modSp new mod">
        <pc:chgData name="林俊杰" userId="dcfdc803-95d8-409b-8404-351632be86e2" providerId="ADAL" clId="{E81E119E-C442-D240-9D92-F561386015B3}" dt="2024-09-04T09:08:13.023" v="343" actId="20577"/>
        <pc:sldMkLst>
          <pc:docMk/>
          <pc:sldMk cId="2181613662" sldId="370"/>
        </pc:sldMkLst>
        <pc:spChg chg="mod">
          <ac:chgData name="林俊杰" userId="dcfdc803-95d8-409b-8404-351632be86e2" providerId="ADAL" clId="{E81E119E-C442-D240-9D92-F561386015B3}" dt="2024-09-04T09:06:28.971" v="26" actId="20577"/>
          <ac:spMkLst>
            <pc:docMk/>
            <pc:sldMk cId="2181613662" sldId="370"/>
            <ac:spMk id="2" creationId="{2011251D-4827-2826-7E64-5C0FCFAA4AA4}"/>
          </ac:spMkLst>
        </pc:spChg>
        <pc:spChg chg="mod">
          <ac:chgData name="林俊杰" userId="dcfdc803-95d8-409b-8404-351632be86e2" providerId="ADAL" clId="{E81E119E-C442-D240-9D92-F561386015B3}" dt="2024-09-04T09:08:13.023" v="343" actId="20577"/>
          <ac:spMkLst>
            <pc:docMk/>
            <pc:sldMk cId="2181613662" sldId="370"/>
            <ac:spMk id="3" creationId="{5B27FC77-6555-E954-C528-8E5475583174}"/>
          </ac:spMkLst>
        </pc:spChg>
      </pc:sldChg>
      <pc:sldChg chg="add">
        <pc:chgData name="林俊杰" userId="dcfdc803-95d8-409b-8404-351632be86e2" providerId="ADAL" clId="{E81E119E-C442-D240-9D92-F561386015B3}" dt="2024-09-04T09:08:24.516" v="344"/>
        <pc:sldMkLst>
          <pc:docMk/>
          <pc:sldMk cId="2041535601" sldId="371"/>
        </pc:sldMkLst>
      </pc:sldChg>
      <pc:sldChg chg="add">
        <pc:chgData name="林俊杰" userId="dcfdc803-95d8-409b-8404-351632be86e2" providerId="ADAL" clId="{E81E119E-C442-D240-9D92-F561386015B3}" dt="2024-09-04T09:08:37.777" v="345"/>
        <pc:sldMkLst>
          <pc:docMk/>
          <pc:sldMk cId="3602143556" sldId="372"/>
        </pc:sldMkLst>
      </pc:sldChg>
      <pc:sldChg chg="add">
        <pc:chgData name="林俊杰" userId="dcfdc803-95d8-409b-8404-351632be86e2" providerId="ADAL" clId="{E81E119E-C442-D240-9D92-F561386015B3}" dt="2024-09-04T09:08:37.777" v="345"/>
        <pc:sldMkLst>
          <pc:docMk/>
          <pc:sldMk cId="1613690292" sldId="373"/>
        </pc:sldMkLst>
      </pc:sldChg>
      <pc:sldChg chg="add">
        <pc:chgData name="林俊杰" userId="dcfdc803-95d8-409b-8404-351632be86e2" providerId="ADAL" clId="{E81E119E-C442-D240-9D92-F561386015B3}" dt="2024-09-04T09:08:37.777" v="345"/>
        <pc:sldMkLst>
          <pc:docMk/>
          <pc:sldMk cId="465445303" sldId="374"/>
        </pc:sldMkLst>
      </pc:sldChg>
      <pc:sldChg chg="add">
        <pc:chgData name="林俊杰" userId="dcfdc803-95d8-409b-8404-351632be86e2" providerId="ADAL" clId="{E81E119E-C442-D240-9D92-F561386015B3}" dt="2024-09-04T09:08:37.777" v="345"/>
        <pc:sldMkLst>
          <pc:docMk/>
          <pc:sldMk cId="467857115" sldId="375"/>
        </pc:sldMkLst>
      </pc:sldChg>
      <pc:sldChg chg="add">
        <pc:chgData name="林俊杰" userId="dcfdc803-95d8-409b-8404-351632be86e2" providerId="ADAL" clId="{E81E119E-C442-D240-9D92-F561386015B3}" dt="2024-09-04T09:08:37.777" v="345"/>
        <pc:sldMkLst>
          <pc:docMk/>
          <pc:sldMk cId="364448507" sldId="376"/>
        </pc:sldMkLst>
      </pc:sldChg>
      <pc:sldChg chg="add">
        <pc:chgData name="林俊杰" userId="dcfdc803-95d8-409b-8404-351632be86e2" providerId="ADAL" clId="{E81E119E-C442-D240-9D92-F561386015B3}" dt="2024-09-04T09:08:37.777" v="345"/>
        <pc:sldMkLst>
          <pc:docMk/>
          <pc:sldMk cId="3336868223" sldId="377"/>
        </pc:sldMkLst>
      </pc:sldChg>
      <pc:sldChg chg="add">
        <pc:chgData name="林俊杰" userId="dcfdc803-95d8-409b-8404-351632be86e2" providerId="ADAL" clId="{E81E119E-C442-D240-9D92-F561386015B3}" dt="2024-09-04T09:08:37.777" v="345"/>
        <pc:sldMkLst>
          <pc:docMk/>
          <pc:sldMk cId="4151465559" sldId="378"/>
        </pc:sldMkLst>
      </pc:sldChg>
    </pc:docChg>
  </pc:docChgLst>
  <pc:docChgLst>
    <pc:chgData name="林俊杰" userId="dcfdc803-95d8-409b-8404-351632be86e2" providerId="ADAL" clId="{1BF0FD54-5223-40EF-A02D-0C1F38F0B233}"/>
    <pc:docChg chg="undo custSel addSld delSld modSld sldOrd">
      <pc:chgData name="林俊杰" userId="dcfdc803-95d8-409b-8404-351632be86e2" providerId="ADAL" clId="{1BF0FD54-5223-40EF-A02D-0C1F38F0B233}" dt="2025-09-09T16:01:34.123" v="31" actId="47"/>
      <pc:docMkLst>
        <pc:docMk/>
      </pc:docMkLst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3566514635" sldId="259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2596035924" sldId="263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1255459944" sldId="264"/>
        </pc:sldMkLst>
      </pc:sldChg>
      <pc:sldChg chg="del">
        <pc:chgData name="林俊杰" userId="dcfdc803-95d8-409b-8404-351632be86e2" providerId="ADAL" clId="{1BF0FD54-5223-40EF-A02D-0C1F38F0B233}" dt="2025-09-09T15:54:16.729" v="25" actId="47"/>
        <pc:sldMkLst>
          <pc:docMk/>
          <pc:sldMk cId="4187943050" sldId="265"/>
        </pc:sldMkLst>
      </pc:sldChg>
      <pc:sldChg chg="del">
        <pc:chgData name="林俊杰" userId="dcfdc803-95d8-409b-8404-351632be86e2" providerId="ADAL" clId="{1BF0FD54-5223-40EF-A02D-0C1F38F0B233}" dt="2025-09-09T15:54:05.875" v="23" actId="47"/>
        <pc:sldMkLst>
          <pc:docMk/>
          <pc:sldMk cId="3415398850" sldId="266"/>
        </pc:sldMkLst>
      </pc:sldChg>
      <pc:sldChg chg="del">
        <pc:chgData name="林俊杰" userId="dcfdc803-95d8-409b-8404-351632be86e2" providerId="ADAL" clId="{1BF0FD54-5223-40EF-A02D-0C1F38F0B233}" dt="2025-09-09T15:54:16.729" v="25" actId="47"/>
        <pc:sldMkLst>
          <pc:docMk/>
          <pc:sldMk cId="1019227023" sldId="267"/>
        </pc:sldMkLst>
      </pc:sldChg>
      <pc:sldChg chg="del">
        <pc:chgData name="林俊杰" userId="dcfdc803-95d8-409b-8404-351632be86e2" providerId="ADAL" clId="{1BF0FD54-5223-40EF-A02D-0C1F38F0B233}" dt="2025-09-09T15:54:16.729" v="25" actId="47"/>
        <pc:sldMkLst>
          <pc:docMk/>
          <pc:sldMk cId="1548553015" sldId="268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1550203787" sldId="269"/>
        </pc:sldMkLst>
      </pc:sldChg>
      <pc:sldChg chg="del">
        <pc:chgData name="林俊杰" userId="dcfdc803-95d8-409b-8404-351632be86e2" providerId="ADAL" clId="{1BF0FD54-5223-40EF-A02D-0C1F38F0B233}" dt="2025-09-09T15:54:16.729" v="25" actId="47"/>
        <pc:sldMkLst>
          <pc:docMk/>
          <pc:sldMk cId="2987697034" sldId="270"/>
        </pc:sldMkLst>
      </pc:sldChg>
      <pc:sldChg chg="del">
        <pc:chgData name="林俊杰" userId="dcfdc803-95d8-409b-8404-351632be86e2" providerId="ADAL" clId="{1BF0FD54-5223-40EF-A02D-0C1F38F0B233}" dt="2025-09-09T15:54:16.729" v="25" actId="47"/>
        <pc:sldMkLst>
          <pc:docMk/>
          <pc:sldMk cId="2402853906" sldId="271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515996398" sldId="271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3269785509" sldId="272"/>
        </pc:sldMkLst>
      </pc:sldChg>
      <pc:sldChg chg="del">
        <pc:chgData name="林俊杰" userId="dcfdc803-95d8-409b-8404-351632be86e2" providerId="ADAL" clId="{1BF0FD54-5223-40EF-A02D-0C1F38F0B233}" dt="2025-09-09T15:54:08.833" v="24" actId="47"/>
        <pc:sldMkLst>
          <pc:docMk/>
          <pc:sldMk cId="3363500928" sldId="272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226915618" sldId="273"/>
        </pc:sldMkLst>
      </pc:sldChg>
      <pc:sldChg chg="del">
        <pc:chgData name="林俊杰" userId="dcfdc803-95d8-409b-8404-351632be86e2" providerId="ADAL" clId="{1BF0FD54-5223-40EF-A02D-0C1F38F0B233}" dt="2025-09-09T15:54:05.875" v="23" actId="47"/>
        <pc:sldMkLst>
          <pc:docMk/>
          <pc:sldMk cId="2913484199" sldId="273"/>
        </pc:sldMkLst>
      </pc:sldChg>
      <pc:sldChg chg="del">
        <pc:chgData name="林俊杰" userId="dcfdc803-95d8-409b-8404-351632be86e2" providerId="ADAL" clId="{1BF0FD54-5223-40EF-A02D-0C1F38F0B233}" dt="2025-09-09T15:54:05.875" v="23" actId="47"/>
        <pc:sldMkLst>
          <pc:docMk/>
          <pc:sldMk cId="1849502041" sldId="274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3150561958" sldId="274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653747346" sldId="275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3798260344" sldId="276"/>
        </pc:sldMkLst>
      </pc:sldChg>
      <pc:sldChg chg="del">
        <pc:chgData name="林俊杰" userId="dcfdc803-95d8-409b-8404-351632be86e2" providerId="ADAL" clId="{1BF0FD54-5223-40EF-A02D-0C1F38F0B233}" dt="2025-09-09T15:54:08.833" v="24" actId="47"/>
        <pc:sldMkLst>
          <pc:docMk/>
          <pc:sldMk cId="2393804839" sldId="278"/>
        </pc:sldMkLst>
      </pc:sldChg>
      <pc:sldChg chg="del">
        <pc:chgData name="林俊杰" userId="dcfdc803-95d8-409b-8404-351632be86e2" providerId="ADAL" clId="{1BF0FD54-5223-40EF-A02D-0C1F38F0B233}" dt="2025-09-09T15:54:08.833" v="24" actId="47"/>
        <pc:sldMkLst>
          <pc:docMk/>
          <pc:sldMk cId="97775548" sldId="279"/>
        </pc:sldMkLst>
      </pc:sldChg>
      <pc:sldChg chg="del">
        <pc:chgData name="林俊杰" userId="dcfdc803-95d8-409b-8404-351632be86e2" providerId="ADAL" clId="{1BF0FD54-5223-40EF-A02D-0C1F38F0B233}" dt="2025-09-09T15:54:16.729" v="25" actId="47"/>
        <pc:sldMkLst>
          <pc:docMk/>
          <pc:sldMk cId="1128836850" sldId="280"/>
        </pc:sldMkLst>
      </pc:sldChg>
      <pc:sldChg chg="del">
        <pc:chgData name="林俊杰" userId="dcfdc803-95d8-409b-8404-351632be86e2" providerId="ADAL" clId="{1BF0FD54-5223-40EF-A02D-0C1F38F0B233}" dt="2025-09-09T15:54:16.729" v="25" actId="47"/>
        <pc:sldMkLst>
          <pc:docMk/>
          <pc:sldMk cId="726571080" sldId="281"/>
        </pc:sldMkLst>
      </pc:sldChg>
      <pc:sldChg chg="del">
        <pc:chgData name="林俊杰" userId="dcfdc803-95d8-409b-8404-351632be86e2" providerId="ADAL" clId="{1BF0FD54-5223-40EF-A02D-0C1F38F0B233}" dt="2025-09-09T15:54:16.729" v="25" actId="47"/>
        <pc:sldMkLst>
          <pc:docMk/>
          <pc:sldMk cId="4031524539" sldId="282"/>
        </pc:sldMkLst>
      </pc:sldChg>
      <pc:sldChg chg="del">
        <pc:chgData name="林俊杰" userId="dcfdc803-95d8-409b-8404-351632be86e2" providerId="ADAL" clId="{1BF0FD54-5223-40EF-A02D-0C1F38F0B233}" dt="2025-09-09T15:54:16.729" v="25" actId="47"/>
        <pc:sldMkLst>
          <pc:docMk/>
          <pc:sldMk cId="1008331202" sldId="283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02688831" sldId="284"/>
        </pc:sldMkLst>
      </pc:sldChg>
      <pc:sldChg chg="del">
        <pc:chgData name="林俊杰" userId="dcfdc803-95d8-409b-8404-351632be86e2" providerId="ADAL" clId="{1BF0FD54-5223-40EF-A02D-0C1F38F0B233}" dt="2025-09-09T15:54:05.875" v="23" actId="47"/>
        <pc:sldMkLst>
          <pc:docMk/>
          <pc:sldMk cId="3754840768" sldId="284"/>
        </pc:sldMkLst>
      </pc:sldChg>
      <pc:sldChg chg="del">
        <pc:chgData name="林俊杰" userId="dcfdc803-95d8-409b-8404-351632be86e2" providerId="ADAL" clId="{1BF0FD54-5223-40EF-A02D-0C1F38F0B233}" dt="2025-09-09T15:54:01.466" v="22" actId="47"/>
        <pc:sldMkLst>
          <pc:docMk/>
          <pc:sldMk cId="2640177347" sldId="285"/>
        </pc:sldMkLst>
      </pc:sldChg>
      <pc:sldChg chg="del">
        <pc:chgData name="林俊杰" userId="dcfdc803-95d8-409b-8404-351632be86e2" providerId="ADAL" clId="{1BF0FD54-5223-40EF-A02D-0C1F38F0B233}" dt="2025-09-09T15:53:59.637" v="21" actId="47"/>
        <pc:sldMkLst>
          <pc:docMk/>
          <pc:sldMk cId="811244604" sldId="286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3731786508" sldId="286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4252944821" sldId="287"/>
        </pc:sldMkLst>
      </pc:sldChg>
      <pc:sldChg chg="del">
        <pc:chgData name="林俊杰" userId="dcfdc803-95d8-409b-8404-351632be86e2" providerId="ADAL" clId="{1BF0FD54-5223-40EF-A02D-0C1F38F0B233}" dt="2025-09-09T15:53:59.637" v="21" actId="47"/>
        <pc:sldMkLst>
          <pc:docMk/>
          <pc:sldMk cId="3953079553" sldId="288"/>
        </pc:sldMkLst>
      </pc:sldChg>
      <pc:sldChg chg="del">
        <pc:chgData name="林俊杰" userId="dcfdc803-95d8-409b-8404-351632be86e2" providerId="ADAL" clId="{1BF0FD54-5223-40EF-A02D-0C1F38F0B233}" dt="2025-09-09T15:54:16.729" v="25" actId="47"/>
        <pc:sldMkLst>
          <pc:docMk/>
          <pc:sldMk cId="2065909444" sldId="289"/>
        </pc:sldMkLst>
      </pc:sldChg>
      <pc:sldChg chg="del">
        <pc:chgData name="林俊杰" userId="dcfdc803-95d8-409b-8404-351632be86e2" providerId="ADAL" clId="{1BF0FD54-5223-40EF-A02D-0C1F38F0B233}" dt="2025-09-09T15:53:59.637" v="21" actId="47"/>
        <pc:sldMkLst>
          <pc:docMk/>
          <pc:sldMk cId="359898548" sldId="290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68234029" sldId="292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197561521" sldId="293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304718250" sldId="294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4127080239" sldId="295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341854350" sldId="296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529440149" sldId="297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783587929" sldId="298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4143024494" sldId="299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3379064701" sldId="300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3661611035" sldId="301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657164801" sldId="302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018913616" sldId="303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3898000539" sldId="304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1290806946" sldId="305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2375916142" sldId="306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3635608601" sldId="307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835918290" sldId="308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127210642" sldId="309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651578829" sldId="315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4192910336" sldId="316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3985243960" sldId="318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945109477" sldId="319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1927199253" sldId="320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862763404" sldId="321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3463477200" sldId="322"/>
        </pc:sldMkLst>
      </pc:sldChg>
      <pc:sldChg chg="ord">
        <pc:chgData name="林俊杰" userId="dcfdc803-95d8-409b-8404-351632be86e2" providerId="ADAL" clId="{1BF0FD54-5223-40EF-A02D-0C1F38F0B233}" dt="2025-09-09T15:48:50.032" v="1"/>
        <pc:sldMkLst>
          <pc:docMk/>
          <pc:sldMk cId="197300963" sldId="364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2747614277" sldId="365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563589000" sldId="366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362688208" sldId="367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2477678142" sldId="368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166924186" sldId="369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2181613662" sldId="370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2041535601" sldId="371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3602143556" sldId="372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1613690292" sldId="373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465445303" sldId="374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467857115" sldId="375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364448507" sldId="376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3336868223" sldId="377"/>
        </pc:sldMkLst>
      </pc:sldChg>
      <pc:sldChg chg="del">
        <pc:chgData name="林俊杰" userId="dcfdc803-95d8-409b-8404-351632be86e2" providerId="ADAL" clId="{1BF0FD54-5223-40EF-A02D-0C1F38F0B233}" dt="2025-09-09T16:01:34.123" v="31" actId="47"/>
        <pc:sldMkLst>
          <pc:docMk/>
          <pc:sldMk cId="4151465559" sldId="378"/>
        </pc:sldMkLst>
      </pc:sldChg>
      <pc:sldChg chg="addSp delSp modSp add mod chgLayout">
        <pc:chgData name="林俊杰" userId="dcfdc803-95d8-409b-8404-351632be86e2" providerId="ADAL" clId="{1BF0FD54-5223-40EF-A02D-0C1F38F0B233}" dt="2025-09-09T15:50:45.115" v="18" actId="20577"/>
        <pc:sldMkLst>
          <pc:docMk/>
          <pc:sldMk cId="203399742" sldId="388"/>
        </pc:sldMkLst>
        <pc:spChg chg="mod ord">
          <ac:chgData name="林俊杰" userId="dcfdc803-95d8-409b-8404-351632be86e2" providerId="ADAL" clId="{1BF0FD54-5223-40EF-A02D-0C1F38F0B233}" dt="2025-09-09T15:50:35.721" v="15" actId="6264"/>
          <ac:spMkLst>
            <pc:docMk/>
            <pc:sldMk cId="203399742" sldId="388"/>
            <ac:spMk id="2" creationId="{FE808468-4CB4-474C-80A5-F6AF2C50B56B}"/>
          </ac:spMkLst>
        </pc:spChg>
        <pc:spChg chg="mod ord">
          <ac:chgData name="林俊杰" userId="dcfdc803-95d8-409b-8404-351632be86e2" providerId="ADAL" clId="{1BF0FD54-5223-40EF-A02D-0C1F38F0B233}" dt="2025-09-09T15:50:45.115" v="18" actId="20577"/>
          <ac:spMkLst>
            <pc:docMk/>
            <pc:sldMk cId="203399742" sldId="388"/>
            <ac:spMk id="3" creationId="{B6EE2F97-49E9-F043-8A93-BA05E217C8CC}"/>
          </ac:spMkLst>
        </pc:spChg>
        <pc:spChg chg="add del mod">
          <ac:chgData name="林俊杰" userId="dcfdc803-95d8-409b-8404-351632be86e2" providerId="ADAL" clId="{1BF0FD54-5223-40EF-A02D-0C1F38F0B233}" dt="2025-09-09T15:50:35.721" v="15" actId="6264"/>
          <ac:spMkLst>
            <pc:docMk/>
            <pc:sldMk cId="203399742" sldId="388"/>
            <ac:spMk id="4" creationId="{8ED6B2A6-9B6B-F531-EEC4-C3FE61FD22CE}"/>
          </ac:spMkLst>
        </pc:spChg>
        <pc:spChg chg="add del mod">
          <ac:chgData name="林俊杰" userId="dcfdc803-95d8-409b-8404-351632be86e2" providerId="ADAL" clId="{1BF0FD54-5223-40EF-A02D-0C1F38F0B233}" dt="2025-09-09T15:50:35.721" v="15" actId="6264"/>
          <ac:spMkLst>
            <pc:docMk/>
            <pc:sldMk cId="203399742" sldId="388"/>
            <ac:spMk id="5" creationId="{D4D365BD-D83E-7DCC-7CCE-DE39B8E3A66F}"/>
          </ac:spMkLst>
        </pc:spChg>
      </pc:sldChg>
      <pc:sldChg chg="addSp delSp modSp add mod chgLayout">
        <pc:chgData name="林俊杰" userId="dcfdc803-95d8-409b-8404-351632be86e2" providerId="ADAL" clId="{1BF0FD54-5223-40EF-A02D-0C1F38F0B233}" dt="2025-09-09T15:50:53.804" v="20" actId="14"/>
        <pc:sldMkLst>
          <pc:docMk/>
          <pc:sldMk cId="1864936903" sldId="389"/>
        </pc:sldMkLst>
        <pc:spChg chg="mod ord">
          <ac:chgData name="林俊杰" userId="dcfdc803-95d8-409b-8404-351632be86e2" providerId="ADAL" clId="{1BF0FD54-5223-40EF-A02D-0C1F38F0B233}" dt="2025-09-09T15:50:50.882" v="19" actId="6264"/>
          <ac:spMkLst>
            <pc:docMk/>
            <pc:sldMk cId="1864936903" sldId="389"/>
            <ac:spMk id="2" creationId="{E7318B05-EF9A-3C40-9FC8-AB67341C5FAB}"/>
          </ac:spMkLst>
        </pc:spChg>
        <pc:spChg chg="mod ord">
          <ac:chgData name="林俊杰" userId="dcfdc803-95d8-409b-8404-351632be86e2" providerId="ADAL" clId="{1BF0FD54-5223-40EF-A02D-0C1F38F0B233}" dt="2025-09-09T15:50:53.804" v="20" actId="14"/>
          <ac:spMkLst>
            <pc:docMk/>
            <pc:sldMk cId="1864936903" sldId="389"/>
            <ac:spMk id="3" creationId="{74818AB9-86D2-3241-A252-5BC44F0927C8}"/>
          </ac:spMkLst>
        </pc:spChg>
        <pc:spChg chg="add del mod">
          <ac:chgData name="林俊杰" userId="dcfdc803-95d8-409b-8404-351632be86e2" providerId="ADAL" clId="{1BF0FD54-5223-40EF-A02D-0C1F38F0B233}" dt="2025-09-09T15:50:50.882" v="19" actId="6264"/>
          <ac:spMkLst>
            <pc:docMk/>
            <pc:sldMk cId="1864936903" sldId="389"/>
            <ac:spMk id="4" creationId="{6FD8105F-E4AA-2A31-1E9C-7E732929A7D8}"/>
          </ac:spMkLst>
        </pc:spChg>
        <pc:spChg chg="add del mod">
          <ac:chgData name="林俊杰" userId="dcfdc803-95d8-409b-8404-351632be86e2" providerId="ADAL" clId="{1BF0FD54-5223-40EF-A02D-0C1F38F0B233}" dt="2025-09-09T15:50:50.882" v="19" actId="6264"/>
          <ac:spMkLst>
            <pc:docMk/>
            <pc:sldMk cId="1864936903" sldId="389"/>
            <ac:spMk id="5" creationId="{10AD2E38-328F-EA60-C9BE-190489CD1247}"/>
          </ac:spMkLst>
        </pc:spChg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992340701" sldId="392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272907679" sldId="393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3244395050" sldId="394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731892537" sldId="395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699544900" sldId="396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139998883" sldId="397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919315522" sldId="398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700695503" sldId="399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843193729" sldId="400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628235409" sldId="401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273740782" sldId="402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826187799" sldId="403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3983627338" sldId="404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2738561549" sldId="405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4206997013" sldId="406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206132973" sldId="407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87169001" sldId="408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1082185715" sldId="409"/>
        </pc:sldMkLst>
      </pc:sldChg>
      <pc:sldChg chg="add del">
        <pc:chgData name="林俊杰" userId="dcfdc803-95d8-409b-8404-351632be86e2" providerId="ADAL" clId="{1BF0FD54-5223-40EF-A02D-0C1F38F0B233}" dt="2025-09-09T16:01:34.123" v="31" actId="47"/>
        <pc:sldMkLst>
          <pc:docMk/>
          <pc:sldMk cId="4268798325" sldId="4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C3260-20B9-9A47-B16D-EE3F6B74629D}" type="datetimeFigureOut">
              <a:rPr kumimoji="1" lang="zh-TW" altLang="en-US" smtClean="0"/>
              <a:t>2025/9/10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533E2-F76F-C34D-940F-D0CBAA197F4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87205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45D79-463A-364A-977B-8E8D52F0B8DA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39505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45D79-463A-364A-977B-8E8D52F0B8DA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7140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E7DB66-CCA6-4C6A-9BC6-3C3289A1C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8B92EBF-EC0D-4D82-932A-9FA8EFC24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4B4327-6B02-4F81-AE32-FD7619727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8E9E-1AAA-4E06-8C9B-8980570B9756}" type="datetimeFigureOut">
              <a:rPr lang="zh-TW" altLang="en-US" smtClean="0"/>
              <a:t>2025/9/10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979BE7-9988-46B0-B166-0DA27BFA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032928-11A6-4E99-A3BE-72B9F8DE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A92-C23F-4E1D-919E-954E117792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32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1A3899-A925-4D37-ACCE-C4EAE55E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3E88DB-CD42-438E-BDD3-194EA9702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BDF9C8-2B0B-47E9-AD88-A8DF364BF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8E9E-1AAA-4E06-8C9B-8980570B9756}" type="datetimeFigureOut">
              <a:rPr lang="zh-TW" altLang="en-US" smtClean="0"/>
              <a:t>2025/9/10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54FA90-6CF8-45E5-B84C-8906D87B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21805C-CDC8-4D27-9317-95E332E2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A92-C23F-4E1D-919E-954E117792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968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37F7FF-9802-4928-ADDB-732A70DD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9D73FF-2F16-4739-9BD6-C695A6803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89F1BB-598F-42A0-8B12-03F68B7F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8E9E-1AAA-4E06-8C9B-8980570B9756}" type="datetimeFigureOut">
              <a:rPr lang="zh-TW" altLang="en-US" smtClean="0"/>
              <a:t>2025/9/10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80903D-8CB0-4351-B0D7-2A11B2822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5F9730-CE85-4322-ADA8-8FF27E85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A92-C23F-4E1D-919E-954E117792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5564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790413-06AE-4715-A48F-24CA9B4C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4C7441-DEAD-4A7D-97EE-EAF8F97D78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7599C7-0739-47E3-A480-3E6DED474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70EFDB9-5BD3-418C-9067-B0A74A5B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8E9E-1AAA-4E06-8C9B-8980570B9756}" type="datetimeFigureOut">
              <a:rPr lang="zh-TW" altLang="en-US" smtClean="0"/>
              <a:t>2025/9/10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B544DB-01CA-44FF-AC30-8B8F72C8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C42383-F1F5-4AB1-8082-F5A8B2075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A92-C23F-4E1D-919E-954E117792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182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8CC3DE-ACCF-45E8-A9EB-737A6FD18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1626A5-4EAC-4723-BD69-EFB0F8B77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A4226A-A650-463D-A397-410173D95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ED20B27-C654-4A93-8924-3A6C835A2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0DC62AF-0794-4811-92ED-CE345A2AE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5182561-7EED-484F-9305-38F7D1AD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8E9E-1AAA-4E06-8C9B-8980570B9756}" type="datetimeFigureOut">
              <a:rPr lang="zh-TW" altLang="en-US" smtClean="0"/>
              <a:t>2025/9/10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F7DE7D3-A399-475D-8E4D-3922B91E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317843D-57DF-4B68-BBB3-B31D08B0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A92-C23F-4E1D-919E-954E117792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304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BD1CE6-F3DA-4BB5-B8A7-DDCC863C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034E61-4960-4A10-89F2-063058D0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8E9E-1AAA-4E06-8C9B-8980570B9756}" type="datetimeFigureOut">
              <a:rPr lang="zh-TW" altLang="en-US" smtClean="0"/>
              <a:t>2025/9/10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387A5A0-8425-4BDA-A377-5F8344103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335FFD-670E-4A87-842E-DE6D3A4A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A92-C23F-4E1D-919E-954E117792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9686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A54B0F8-4D43-420E-BE8D-DCE490B5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8E9E-1AAA-4E06-8C9B-8980570B9756}" type="datetimeFigureOut">
              <a:rPr lang="zh-TW" altLang="en-US" smtClean="0"/>
              <a:t>2025/9/10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B83E43-4483-4039-B5D3-FFF4167E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0476D3-7E12-40B6-8031-05FA09EF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A92-C23F-4E1D-919E-954E117792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73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45BE88-140A-42B6-884A-FF0FDAF79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B38B41-15F9-4610-9C28-1C7F70E76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11CE891-9A5F-4BF1-96BD-A9480376C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64386A-EB01-4433-80B8-8C0F5ABA2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8E9E-1AAA-4E06-8C9B-8980570B9756}" type="datetimeFigureOut">
              <a:rPr lang="zh-TW" altLang="en-US" smtClean="0"/>
              <a:t>2025/9/10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D2D993-DA04-4A09-AF25-DEA9D139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503A65-88D4-4342-BCB7-C675BC14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A92-C23F-4E1D-919E-954E117792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097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505EE3-D0F4-4738-8683-4333F17E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B85F0E5-D0F3-421D-8A9C-513348446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FD50FF3-CE3A-464F-ABD2-E1E800770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14D6A4-16A5-4363-8E97-00E2B710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8E9E-1AAA-4E06-8C9B-8980570B9756}" type="datetimeFigureOut">
              <a:rPr lang="zh-TW" altLang="en-US" smtClean="0"/>
              <a:t>2025/9/10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AEDACD4-B952-4716-85D6-0CF8EABC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783FE8-DEC9-482C-96EC-47B83599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A92-C23F-4E1D-919E-954E117792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11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E1BC2E-B200-48AF-BD5F-0C9FF018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6EF018A-6955-48F0-A5D5-2DF6CE722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B41665-9C25-415D-A5B3-27F7CD37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8E9E-1AAA-4E06-8C9B-8980570B9756}" type="datetimeFigureOut">
              <a:rPr lang="zh-TW" altLang="en-US" smtClean="0"/>
              <a:t>2025/9/10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4CE769-BE91-4374-9CF3-1249CEEC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F8D44C-BBCF-4ACF-A898-D9A65153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A92-C23F-4E1D-919E-954E117792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016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C2FE701-C7AE-4874-9168-D2775656B1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09066C-95C8-4D31-8258-71E7A1D2F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D6F161-37B9-4958-8675-CD6218C0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8E9E-1AAA-4E06-8C9B-8980570B9756}" type="datetimeFigureOut">
              <a:rPr lang="zh-TW" altLang="en-US" smtClean="0"/>
              <a:t>2025/9/10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0427CE-C4BF-4BBF-9F40-C728153E3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75C859-DF24-4493-BACC-4019DB2D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A1A92-C23F-4E1D-919E-954E117792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040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08A3611-0A61-497B-B522-DB490B63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EC43FC-553D-4A05-A5AE-03B81DF6B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1D7FF4-30B5-49A0-9C7E-3AC0F40B4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C87F8E9E-1AAA-4E06-8C9B-8980570B9756}" type="datetimeFigureOut">
              <a:rPr lang="zh-TW" altLang="en-US" smtClean="0"/>
              <a:pPr/>
              <a:t>2025/9/10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2BA33F-D2AD-430F-A2F2-A6280617A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242994-0A2E-484E-BCED-47CFD07D0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fld id="{887A1A92-C23F-4E1D-919E-954E1177927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87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nvidia.com/blog/2016/07/29/whats-difference-artificial-intelligence-machine-learning-deep-learning-ai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peech.ee.ntu.edu.tw/~tlkagk/courses/ML_2017_2/Lecture/introduction.pdf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hyperlink" Target="https://www.packtpub.com/product/machine-learning-with-pytorch-and-scikit-learn/978180181931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8CDD7A-0A5F-48FD-84D0-6191BCEA2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Machine Learning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93108D2-8072-4AC0-A04F-50F789DEB6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5303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's the difference between Artificial Intelligence (AI), Machine Learning, and Deep Learning?">
            <a:extLst>
              <a:ext uri="{FF2B5EF4-FFF2-40B4-BE49-F238E27FC236}">
                <a16:creationId xmlns:a16="http://schemas.microsoft.com/office/drawing/2014/main" id="{ED61AAF0-E5DF-4579-8A08-FC9FB01CA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705" y="314325"/>
            <a:ext cx="9339736" cy="594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142852B-556D-45E7-B5D1-BD4FADF93C72}"/>
              </a:ext>
            </a:extLst>
          </p:cNvPr>
          <p:cNvSpPr/>
          <p:nvPr/>
        </p:nvSpPr>
        <p:spPr>
          <a:xfrm>
            <a:off x="1778578" y="6070769"/>
            <a:ext cx="7993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3"/>
              </a:rPr>
              <a:t>The Difference Between AI, Machine Learning, and Deep Learning? | NVIDIA Blog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6275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46F7DB-5C80-41D7-B496-2EF18C0B7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什麼是人工智慧？​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A2835C-B4C6-479E-BCAE-5E99B86FE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zh-TW" altLang="en-US" dirty="0"/>
              <a:t>許多領域對於人工智慧的定義與見解都不大相同，但核心層面的定義是一樣的。 </a:t>
            </a:r>
            <a:endParaRPr lang="en-US" altLang="zh-TW" dirty="0"/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zh-TW" altLang="en-US" dirty="0"/>
              <a:t>任何讓電腦能夠表現出「類似人類智慧行為」的科技；更具體一點的說法，人工智慧是一種可以感知、學習、推理、協助決策，並採取行動幫助我們解決問題的科技。</a:t>
            </a:r>
            <a:endParaRPr lang="en-US" altLang="zh-TW" dirty="0"/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endParaRPr lang="en-US" altLang="zh-TW" dirty="0"/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r>
              <a:rPr lang="zh-TW" altLang="en-US" dirty="0"/>
              <a:t>傳統的程式是用一系列的指令以及規範來讓整個程式運作</a:t>
            </a:r>
            <a:endParaRPr lang="en-US" altLang="zh-TW" dirty="0"/>
          </a:p>
          <a:p>
            <a:pPr indent="0">
              <a:lnSpc>
                <a:spcPct val="120000"/>
              </a:lnSpc>
              <a:spcBef>
                <a:spcPts val="600"/>
              </a:spcBef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5330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74AB314-67F9-154C-816E-A2C6EDE95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0"/>
            <a:ext cx="73675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495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991AB-7CBB-4594-9AB6-C55662260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機器學習（</a:t>
            </a:r>
            <a:r>
              <a:rPr lang="en" altLang="zh-TW" dirty="0"/>
              <a:t>Machine Learning</a:t>
            </a:r>
            <a:r>
              <a:rPr lang="zh-TW" altLang="en" dirty="0"/>
              <a:t>）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AE83C1-9EA0-464E-AC6D-A565C574C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問題是：到底在學什麼？</a:t>
            </a: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5A0608CC-2A91-9067-FAFD-6654008599F5}"/>
              </a:ext>
            </a:extLst>
          </p:cNvPr>
          <p:cNvGrpSpPr/>
          <p:nvPr/>
        </p:nvGrpSpPr>
        <p:grpSpPr>
          <a:xfrm>
            <a:off x="5476853" y="2066990"/>
            <a:ext cx="6287295" cy="1169551"/>
            <a:chOff x="2679569" y="2889470"/>
            <a:chExt cx="6287295" cy="1169551"/>
          </a:xfrm>
        </p:grpSpPr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632FD90F-8BAB-4AF0-D0F9-EEB89644E07C}"/>
                </a:ext>
              </a:extLst>
            </p:cNvPr>
            <p:cNvSpPr txBox="1"/>
            <p:nvPr/>
          </p:nvSpPr>
          <p:spPr>
            <a:xfrm>
              <a:off x="6999724" y="3207866"/>
              <a:ext cx="19671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TW" sz="18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Mpg</a:t>
              </a:r>
              <a:r>
                <a:rPr lang="en-US" altLang="zh-TW" sz="18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(</a:t>
              </a:r>
              <a:r>
                <a:rPr lang="zh-TW" altLang="en-US" sz="18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英里</a:t>
              </a:r>
              <a:r>
                <a:rPr lang="en-US" altLang="zh-TW" sz="18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/</a:t>
              </a:r>
              <a:r>
                <a:rPr lang="zh-TW" altLang="en-US" sz="18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每加侖</a:t>
              </a:r>
              <a:r>
                <a:rPr lang="en-US" altLang="zh-TW" sz="18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)</a:t>
              </a:r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圓角矩形 8">
                  <a:extLst>
                    <a:ext uri="{FF2B5EF4-FFF2-40B4-BE49-F238E27FC236}">
                      <a16:creationId xmlns:a16="http://schemas.microsoft.com/office/drawing/2014/main" id="{D75B3535-19AB-8BAB-E073-07212427E7D0}"/>
                    </a:ext>
                  </a:extLst>
                </p:cNvPr>
                <p:cNvSpPr/>
                <p:nvPr/>
              </p:nvSpPr>
              <p:spPr>
                <a:xfrm>
                  <a:off x="5087533" y="2889470"/>
                  <a:ext cx="1079136" cy="1006124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kumimoji="1" lang="zh-TW" altLang="en-US" sz="4000" dirty="0"/>
                </a:p>
              </p:txBody>
            </p:sp>
          </mc:Choice>
          <mc:Fallback xmlns="">
            <p:sp>
              <p:nvSpPr>
                <p:cNvPr id="9" name="圓角矩形 8">
                  <a:extLst>
                    <a:ext uri="{FF2B5EF4-FFF2-40B4-BE49-F238E27FC236}">
                      <a16:creationId xmlns:a16="http://schemas.microsoft.com/office/drawing/2014/main" id="{D75B3535-19AB-8BAB-E073-07212427E7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7533" y="2889470"/>
                  <a:ext cx="1079136" cy="1006124"/>
                </a:xfrm>
                <a:prstGeom prst="roundRect">
                  <a:avLst/>
                </a:prstGeom>
                <a:blipFill>
                  <a:blip r:embed="rId3"/>
                  <a:stretch>
                    <a:fillRect b="-246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BC9FDE94-D890-4582-DCCE-308231E39720}"/>
                </a:ext>
              </a:extLst>
            </p:cNvPr>
            <p:cNvSpPr txBox="1"/>
            <p:nvPr/>
          </p:nvSpPr>
          <p:spPr>
            <a:xfrm>
              <a:off x="2679569" y="2889470"/>
              <a:ext cx="2047854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>
                <a:buFont typeface="Wingdings" pitchFamily="2" charset="2"/>
                <a:buChar char="l"/>
              </a:pPr>
              <a:r>
                <a:rPr lang="en" altLang="zh-TW" sz="14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Cylinders</a:t>
              </a:r>
            </a:p>
            <a:p>
              <a:pPr marL="285750" indent="-285750" algn="l">
                <a:buFont typeface="Wingdings" pitchFamily="2" charset="2"/>
                <a:buChar char="l"/>
              </a:pPr>
              <a:r>
                <a:rPr lang="en" altLang="zh-TW" sz="14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Displacement</a:t>
              </a:r>
              <a:endParaRPr lang="en" altLang="zh-TW" sz="1400" dirty="0">
                <a:solidFill>
                  <a:srgbClr val="123654"/>
                </a:solidFill>
                <a:latin typeface="Arial" panose="020B0604020202020204" pitchFamily="34" charset="0"/>
              </a:endParaRPr>
            </a:p>
            <a:p>
              <a:pPr marL="285750" indent="-285750" algn="l">
                <a:buFont typeface="Wingdings" pitchFamily="2" charset="2"/>
                <a:buChar char="l"/>
              </a:pPr>
              <a:r>
                <a:rPr lang="en" altLang="zh-TW" sz="14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Horsepower</a:t>
              </a:r>
              <a:endParaRPr lang="en" altLang="zh-TW" sz="1400" dirty="0">
                <a:solidFill>
                  <a:srgbClr val="123654"/>
                </a:solidFill>
                <a:latin typeface="Arial" panose="020B0604020202020204" pitchFamily="34" charset="0"/>
              </a:endParaRPr>
            </a:p>
            <a:p>
              <a:pPr marL="285750" indent="-285750" algn="l">
                <a:buFont typeface="Wingdings" pitchFamily="2" charset="2"/>
                <a:buChar char="l"/>
              </a:pPr>
              <a:r>
                <a:rPr lang="en" altLang="zh-TW" sz="14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Weight</a:t>
              </a:r>
              <a:endParaRPr lang="en" altLang="zh-TW" sz="1400" dirty="0">
                <a:solidFill>
                  <a:srgbClr val="123654"/>
                </a:solidFill>
                <a:latin typeface="Arial" panose="020B0604020202020204" pitchFamily="34" charset="0"/>
              </a:endParaRPr>
            </a:p>
            <a:p>
              <a:pPr marL="285750" indent="-285750" algn="l">
                <a:buFont typeface="Wingdings" pitchFamily="2" charset="2"/>
                <a:buChar char="l"/>
              </a:pPr>
              <a:r>
                <a:rPr lang="en" altLang="zh-TW" sz="14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acceleration</a:t>
              </a:r>
              <a:endParaRPr kumimoji="1" lang="zh-TW" altLang="en-US" sz="1400" dirty="0"/>
            </a:p>
          </p:txBody>
        </p:sp>
        <p:sp>
          <p:nvSpPr>
            <p:cNvPr id="12" name="向右箭號 11">
              <a:extLst>
                <a:ext uri="{FF2B5EF4-FFF2-40B4-BE49-F238E27FC236}">
                  <a16:creationId xmlns:a16="http://schemas.microsoft.com/office/drawing/2014/main" id="{43858BEA-00F1-4159-FC13-A87CAE8EB5B1}"/>
                </a:ext>
              </a:extLst>
            </p:cNvPr>
            <p:cNvSpPr/>
            <p:nvPr/>
          </p:nvSpPr>
          <p:spPr>
            <a:xfrm>
              <a:off x="4368212" y="3225472"/>
              <a:ext cx="443061" cy="3693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向右箭號 12">
              <a:extLst>
                <a:ext uri="{FF2B5EF4-FFF2-40B4-BE49-F238E27FC236}">
                  <a16:creationId xmlns:a16="http://schemas.microsoft.com/office/drawing/2014/main" id="{D1BF2EFE-EC6E-101B-3B23-584F88D798DA}"/>
                </a:ext>
              </a:extLst>
            </p:cNvPr>
            <p:cNvSpPr/>
            <p:nvPr/>
          </p:nvSpPr>
          <p:spPr>
            <a:xfrm>
              <a:off x="6409704" y="3207866"/>
              <a:ext cx="443061" cy="3693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C1132F10-7179-7FFA-455B-94DFE4DD073C}"/>
              </a:ext>
            </a:extLst>
          </p:cNvPr>
          <p:cNvGrpSpPr/>
          <p:nvPr/>
        </p:nvGrpSpPr>
        <p:grpSpPr>
          <a:xfrm>
            <a:off x="970164" y="3192541"/>
            <a:ext cx="7296462" cy="1680176"/>
            <a:chOff x="1000968" y="4365293"/>
            <a:chExt cx="7296462" cy="1680176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770A931-CC6C-7153-4693-7DD59EA8C074}"/>
                </a:ext>
              </a:extLst>
            </p:cNvPr>
            <p:cNvSpPr txBox="1"/>
            <p:nvPr/>
          </p:nvSpPr>
          <p:spPr>
            <a:xfrm>
              <a:off x="6249576" y="4674417"/>
              <a:ext cx="204785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800" b="0" i="0" dirty="0">
                  <a:solidFill>
                    <a:srgbClr val="123654"/>
                  </a:solidFill>
                  <a:effectLst/>
                  <a:latin typeface="Arial" panose="020B0604020202020204" pitchFamily="34" charset="0"/>
                </a:rPr>
                <a:t>Yes/No</a:t>
              </a:r>
            </a:p>
            <a:p>
              <a:r>
                <a:rPr lang="en-US" altLang="zh-TW" dirty="0">
                  <a:solidFill>
                    <a:srgbClr val="123654"/>
                  </a:solidFill>
                  <a:latin typeface="Arial" panose="020B0604020202020204" pitchFamily="34" charset="0"/>
                </a:rPr>
                <a:t>(</a:t>
              </a:r>
              <a:r>
                <a:rPr lang="zh-TW" altLang="en-US" dirty="0">
                  <a:solidFill>
                    <a:srgbClr val="123654"/>
                  </a:solidFill>
                  <a:latin typeface="Arial" panose="020B0604020202020204" pitchFamily="34" charset="0"/>
                </a:rPr>
                <a:t>訂房取消預測</a:t>
              </a:r>
              <a:r>
                <a:rPr lang="en-US" altLang="zh-TW" dirty="0">
                  <a:solidFill>
                    <a:srgbClr val="123654"/>
                  </a:solidFill>
                  <a:latin typeface="Arial" panose="020B0604020202020204" pitchFamily="34" charset="0"/>
                </a:rPr>
                <a:t>)</a:t>
              </a:r>
            </a:p>
            <a:p>
              <a:r>
                <a:rPr lang="en-US" altLang="zh-TW" dirty="0">
                  <a:solidFill>
                    <a:srgbClr val="123654"/>
                  </a:solidFill>
                  <a:latin typeface="Arial" panose="020B0604020202020204" pitchFamily="34" charset="0"/>
                </a:rPr>
                <a:t>(</a:t>
              </a:r>
              <a:r>
                <a:rPr lang="zh-TW" altLang="en-US" dirty="0">
                  <a:solidFill>
                    <a:srgbClr val="123654"/>
                  </a:solidFill>
                  <a:latin typeface="Arial" panose="020B0604020202020204" pitchFamily="34" charset="0"/>
                </a:rPr>
                <a:t>是不是垃圾郵件</a:t>
              </a:r>
              <a:r>
                <a:rPr lang="en-US" altLang="zh-TW" dirty="0">
                  <a:solidFill>
                    <a:srgbClr val="123654"/>
                  </a:solidFill>
                  <a:latin typeface="Arial" panose="020B0604020202020204" pitchFamily="34" charset="0"/>
                </a:rPr>
                <a:t>)</a:t>
              </a:r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圓角矩形 14">
                  <a:extLst>
                    <a:ext uri="{FF2B5EF4-FFF2-40B4-BE49-F238E27FC236}">
                      <a16:creationId xmlns:a16="http://schemas.microsoft.com/office/drawing/2014/main" id="{E723CB04-02AC-2274-5DE0-84A6757591EF}"/>
                    </a:ext>
                  </a:extLst>
                </p:cNvPr>
                <p:cNvSpPr/>
                <p:nvPr/>
              </p:nvSpPr>
              <p:spPr>
                <a:xfrm>
                  <a:off x="4360287" y="4585675"/>
                  <a:ext cx="987236" cy="884757"/>
                </a:xfrm>
                <a:prstGeom prst="round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kumimoji="1" lang="zh-TW" altLang="en-US" sz="4000" dirty="0"/>
                </a:p>
              </p:txBody>
            </p:sp>
          </mc:Choice>
          <mc:Fallback xmlns="">
            <p:sp>
              <p:nvSpPr>
                <p:cNvPr id="15" name="圓角矩形 14">
                  <a:extLst>
                    <a:ext uri="{FF2B5EF4-FFF2-40B4-BE49-F238E27FC236}">
                      <a16:creationId xmlns:a16="http://schemas.microsoft.com/office/drawing/2014/main" id="{E723CB04-02AC-2274-5DE0-84A6757591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0287" y="4585675"/>
                  <a:ext cx="987236" cy="884757"/>
                </a:xfrm>
                <a:prstGeom prst="roundRect">
                  <a:avLst/>
                </a:prstGeom>
                <a:blipFill>
                  <a:blip r:embed="rId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向右箭號 16">
              <a:extLst>
                <a:ext uri="{FF2B5EF4-FFF2-40B4-BE49-F238E27FC236}">
                  <a16:creationId xmlns:a16="http://schemas.microsoft.com/office/drawing/2014/main" id="{EA9C3CC5-9D4B-688C-A451-382382C02005}"/>
                </a:ext>
              </a:extLst>
            </p:cNvPr>
            <p:cNvSpPr/>
            <p:nvPr/>
          </p:nvSpPr>
          <p:spPr>
            <a:xfrm>
              <a:off x="3724492" y="4938523"/>
              <a:ext cx="443061" cy="369332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" name="向右箭號 17">
              <a:extLst>
                <a:ext uri="{FF2B5EF4-FFF2-40B4-BE49-F238E27FC236}">
                  <a16:creationId xmlns:a16="http://schemas.microsoft.com/office/drawing/2014/main" id="{B791AA87-62FA-B3AC-15D0-29E52CFE3E0B}"/>
                </a:ext>
              </a:extLst>
            </p:cNvPr>
            <p:cNvSpPr/>
            <p:nvPr/>
          </p:nvSpPr>
          <p:spPr>
            <a:xfrm>
              <a:off x="5626489" y="4903105"/>
              <a:ext cx="443061" cy="369332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FA6DDBD3-5B13-7262-9F8F-ADE82BF84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0968" y="4365293"/>
              <a:ext cx="2530791" cy="1680176"/>
            </a:xfrm>
            <a:prstGeom prst="rect">
              <a:avLst/>
            </a:prstGeom>
          </p:spPr>
        </p:pic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C2FB58DF-9B29-6ECF-2733-EAD0E7AB13AF}"/>
              </a:ext>
            </a:extLst>
          </p:cNvPr>
          <p:cNvGrpSpPr/>
          <p:nvPr/>
        </p:nvGrpSpPr>
        <p:grpSpPr>
          <a:xfrm>
            <a:off x="3789575" y="4596057"/>
            <a:ext cx="6409934" cy="2339102"/>
            <a:chOff x="3789575" y="4596057"/>
            <a:chExt cx="6409934" cy="2339102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1A599B08-D4F7-B647-2CC4-EE1702290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89575" y="4892791"/>
              <a:ext cx="1973017" cy="192641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圓角矩形 23">
                  <a:extLst>
                    <a:ext uri="{FF2B5EF4-FFF2-40B4-BE49-F238E27FC236}">
                      <a16:creationId xmlns:a16="http://schemas.microsoft.com/office/drawing/2014/main" id="{D90CFE99-697B-249C-5F16-CB5F10273700}"/>
                    </a:ext>
                  </a:extLst>
                </p:cNvPr>
                <p:cNvSpPr/>
                <p:nvPr/>
              </p:nvSpPr>
              <p:spPr>
                <a:xfrm>
                  <a:off x="6652323" y="5323230"/>
                  <a:ext cx="987236" cy="884757"/>
                </a:xfrm>
                <a:prstGeom prst="round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kumimoji="1" lang="zh-TW" altLang="en-US" sz="4000" dirty="0"/>
                </a:p>
              </p:txBody>
            </p:sp>
          </mc:Choice>
          <mc:Fallback xmlns="">
            <p:sp>
              <p:nvSpPr>
                <p:cNvPr id="24" name="圓角矩形 23">
                  <a:extLst>
                    <a:ext uri="{FF2B5EF4-FFF2-40B4-BE49-F238E27FC236}">
                      <a16:creationId xmlns:a16="http://schemas.microsoft.com/office/drawing/2014/main" id="{D90CFE99-697B-249C-5F16-CB5F102737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2323" y="5323230"/>
                  <a:ext cx="987236" cy="884757"/>
                </a:xfrm>
                <a:prstGeom prst="roundRect">
                  <a:avLst/>
                </a:prstGeom>
                <a:blipFill>
                  <a:blip r:embed="rId7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向右箭號 24">
              <a:extLst>
                <a:ext uri="{FF2B5EF4-FFF2-40B4-BE49-F238E27FC236}">
                  <a16:creationId xmlns:a16="http://schemas.microsoft.com/office/drawing/2014/main" id="{3AAEBF3C-CD85-D73B-71E8-E6A220FD8087}"/>
                </a:ext>
              </a:extLst>
            </p:cNvPr>
            <p:cNvSpPr/>
            <p:nvPr/>
          </p:nvSpPr>
          <p:spPr>
            <a:xfrm>
              <a:off x="6016528" y="5676078"/>
              <a:ext cx="443061" cy="369332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6" name="向右箭號 25">
              <a:extLst>
                <a:ext uri="{FF2B5EF4-FFF2-40B4-BE49-F238E27FC236}">
                  <a16:creationId xmlns:a16="http://schemas.microsoft.com/office/drawing/2014/main" id="{3FEDF708-FF6B-BAC2-20FB-206674467F39}"/>
                </a:ext>
              </a:extLst>
            </p:cNvPr>
            <p:cNvSpPr/>
            <p:nvPr/>
          </p:nvSpPr>
          <p:spPr>
            <a:xfrm>
              <a:off x="7918525" y="5640660"/>
              <a:ext cx="443061" cy="369332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EA980E1F-1869-18BD-D0E4-AEB0955684DE}"/>
                </a:ext>
              </a:extLst>
            </p:cNvPr>
            <p:cNvSpPr txBox="1"/>
            <p:nvPr/>
          </p:nvSpPr>
          <p:spPr>
            <a:xfrm>
              <a:off x="8691047" y="4596057"/>
              <a:ext cx="1508462" cy="2339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itchFamily="2" charset="2"/>
                <a:buChar char="l"/>
              </a:pPr>
              <a:r>
                <a:rPr lang="en" altLang="zh-TW" sz="1600" dirty="0"/>
                <a:t>Airplane</a:t>
              </a:r>
            </a:p>
            <a:p>
              <a:pPr marL="285750" indent="-285750">
                <a:buFont typeface="Wingdings" pitchFamily="2" charset="2"/>
                <a:buChar char="l"/>
              </a:pPr>
              <a:r>
                <a:rPr lang="en" altLang="zh-TW" sz="1600" dirty="0"/>
                <a:t>Automobile</a:t>
              </a:r>
            </a:p>
            <a:p>
              <a:pPr marL="285750" indent="-285750">
                <a:buFont typeface="Wingdings" pitchFamily="2" charset="2"/>
                <a:buChar char="l"/>
              </a:pPr>
              <a:r>
                <a:rPr lang="en" altLang="zh-TW" sz="1600" dirty="0"/>
                <a:t>Bird</a:t>
              </a:r>
            </a:p>
            <a:p>
              <a:pPr marL="285750" indent="-285750">
                <a:buFont typeface="Wingdings" pitchFamily="2" charset="2"/>
                <a:buChar char="l"/>
              </a:pPr>
              <a:r>
                <a:rPr lang="en" altLang="zh-TW" sz="1600" dirty="0"/>
                <a:t>Cat</a:t>
              </a:r>
            </a:p>
            <a:p>
              <a:pPr marL="285750" indent="-285750">
                <a:buFont typeface="Wingdings" pitchFamily="2" charset="2"/>
                <a:buChar char="l"/>
              </a:pPr>
              <a:r>
                <a:rPr lang="en" altLang="zh-TW" sz="1600" dirty="0"/>
                <a:t>deer	</a:t>
              </a:r>
            </a:p>
            <a:p>
              <a:pPr marL="285750" indent="-285750">
                <a:buFont typeface="Wingdings" pitchFamily="2" charset="2"/>
                <a:buChar char="l"/>
              </a:pPr>
              <a:r>
                <a:rPr lang="en" altLang="zh-TW" sz="1600" dirty="0"/>
                <a:t>Dog</a:t>
              </a:r>
            </a:p>
            <a:p>
              <a:pPr marL="285750" indent="-285750">
                <a:buFont typeface="Wingdings" pitchFamily="2" charset="2"/>
                <a:buChar char="l"/>
              </a:pPr>
              <a:r>
                <a:rPr lang="en" altLang="zh-TW" sz="1600" dirty="0"/>
                <a:t>Frog</a:t>
              </a:r>
            </a:p>
            <a:p>
              <a:pPr marL="285750" indent="-285750">
                <a:buFont typeface="Wingdings" pitchFamily="2" charset="2"/>
                <a:buChar char="l"/>
              </a:pPr>
              <a:r>
                <a:rPr lang="en" altLang="zh-TW" sz="1600" dirty="0"/>
                <a:t>Horse</a:t>
              </a:r>
            </a:p>
            <a:p>
              <a:pPr marL="285750" indent="-285750">
                <a:buFont typeface="Wingdings" pitchFamily="2" charset="2"/>
                <a:buChar char="l"/>
              </a:pPr>
              <a:r>
                <a:rPr lang="en" altLang="zh-TW" sz="1600" dirty="0" err="1"/>
                <a:t>shiptruck</a:t>
              </a:r>
              <a:endParaRPr lang="zh-TW" altLang="en-US" sz="1600" dirty="0"/>
            </a:p>
          </p:txBody>
        </p:sp>
      </p:grpSp>
      <p:sp>
        <p:nvSpPr>
          <p:cNvPr id="30" name="向下箭號圖說文字 29">
            <a:extLst>
              <a:ext uri="{FF2B5EF4-FFF2-40B4-BE49-F238E27FC236}">
                <a16:creationId xmlns:a16="http://schemas.microsoft.com/office/drawing/2014/main" id="{918EC70D-4523-F370-E9C2-E0A2EBC110E7}"/>
              </a:ext>
            </a:extLst>
          </p:cNvPr>
          <p:cNvSpPr/>
          <p:nvPr/>
        </p:nvSpPr>
        <p:spPr>
          <a:xfrm>
            <a:off x="9650049" y="1079517"/>
            <a:ext cx="1370411" cy="1088796"/>
          </a:xfrm>
          <a:prstGeom prst="downArrowCallou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Regression</a:t>
            </a:r>
            <a:endParaRPr kumimoji="1" lang="zh-TW" altLang="en-US" dirty="0"/>
          </a:p>
        </p:txBody>
      </p:sp>
      <p:sp>
        <p:nvSpPr>
          <p:cNvPr id="31" name="向左箭號圖說文字 30">
            <a:extLst>
              <a:ext uri="{FF2B5EF4-FFF2-40B4-BE49-F238E27FC236}">
                <a16:creationId xmlns:a16="http://schemas.microsoft.com/office/drawing/2014/main" id="{6362869A-1563-6077-84A8-CDD298ABE4E3}"/>
              </a:ext>
            </a:extLst>
          </p:cNvPr>
          <p:cNvSpPr/>
          <p:nvPr/>
        </p:nvSpPr>
        <p:spPr>
          <a:xfrm rot="20400009">
            <a:off x="9722011" y="3626125"/>
            <a:ext cx="2044378" cy="1017954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210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Classification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930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C41E4B-0FCE-47A5-A561-819B63FF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zh-TW" sz="4000" dirty="0"/>
              <a:t>Machine Learning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0D64F5-5C09-48FF-9157-16A71DB21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 descr="AI Art Generator: Create AI Artwork Online for Free | Fotor">
            <a:extLst>
              <a:ext uri="{FF2B5EF4-FFF2-40B4-BE49-F238E27FC236}">
                <a16:creationId xmlns:a16="http://schemas.microsoft.com/office/drawing/2014/main" id="{AF1754F0-3F2D-48B8-8322-A6DE67545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0932" y="2839381"/>
            <a:ext cx="3050006" cy="197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power of prediction markets | Nature">
            <a:extLst>
              <a:ext uri="{FF2B5EF4-FFF2-40B4-BE49-F238E27FC236}">
                <a16:creationId xmlns:a16="http://schemas.microsoft.com/office/drawing/2014/main" id="{DA2FEC3E-F233-4EA9-A970-0B752F93E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622" y="348291"/>
            <a:ext cx="285750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06B95A0-F2D2-4133-BAD9-60D654F15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66" y="1458850"/>
            <a:ext cx="4377418" cy="2614778"/>
          </a:xfrm>
          <a:prstGeom prst="rect">
            <a:avLst/>
          </a:prstGeom>
        </p:spPr>
      </p:pic>
      <p:pic>
        <p:nvPicPr>
          <p:cNvPr id="2060" name="Picture 12" descr="text-generation · GitHub Topics · GitHub">
            <a:extLst>
              <a:ext uri="{FF2B5EF4-FFF2-40B4-BE49-F238E27FC236}">
                <a16:creationId xmlns:a16="http://schemas.microsoft.com/office/drawing/2014/main" id="{5AE6C3B1-06B7-4D1E-87FE-F0C74290E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017" y="4456394"/>
            <a:ext cx="3880915" cy="199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Speech Recognition using Deep Learning Part 1 - YouTube">
            <a:extLst>
              <a:ext uri="{FF2B5EF4-FFF2-40B4-BE49-F238E27FC236}">
                <a16:creationId xmlns:a16="http://schemas.microsoft.com/office/drawing/2014/main" id="{AD6EECE9-4286-49C5-9F18-32E84E9AF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932" y="551656"/>
            <a:ext cx="3368633" cy="252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Intelligent Video Analytics for Smart Cities | NVIDIA Deep Learning AI">
            <a:extLst>
              <a:ext uri="{FF2B5EF4-FFF2-40B4-BE49-F238E27FC236}">
                <a16:creationId xmlns:a16="http://schemas.microsoft.com/office/drawing/2014/main" id="{8794FB88-BEF4-4095-8589-EFD779F31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830" y="4979848"/>
            <a:ext cx="3135704" cy="168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0C6026FD-AAC5-4E7D-A441-53B0C880BD59}"/>
              </a:ext>
            </a:extLst>
          </p:cNvPr>
          <p:cNvGrpSpPr/>
          <p:nvPr/>
        </p:nvGrpSpPr>
        <p:grpSpPr>
          <a:xfrm>
            <a:off x="5844450" y="3611759"/>
            <a:ext cx="1875240" cy="1689269"/>
            <a:chOff x="5876394" y="3628722"/>
            <a:chExt cx="1875240" cy="1689269"/>
          </a:xfrm>
        </p:grpSpPr>
        <p:sp>
          <p:nvSpPr>
            <p:cNvPr id="10" name="箭號: 弧形左彎 9">
              <a:extLst>
                <a:ext uri="{FF2B5EF4-FFF2-40B4-BE49-F238E27FC236}">
                  <a16:creationId xmlns:a16="http://schemas.microsoft.com/office/drawing/2014/main" id="{BF0D4776-04F3-439B-8B03-BC1D4A7D3A55}"/>
                </a:ext>
              </a:extLst>
            </p:cNvPr>
            <p:cNvSpPr/>
            <p:nvPr/>
          </p:nvSpPr>
          <p:spPr>
            <a:xfrm>
              <a:off x="6814014" y="3628723"/>
              <a:ext cx="937620" cy="168926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箭號: 弧形左彎 15">
              <a:extLst>
                <a:ext uri="{FF2B5EF4-FFF2-40B4-BE49-F238E27FC236}">
                  <a16:creationId xmlns:a16="http://schemas.microsoft.com/office/drawing/2014/main" id="{EC844B4E-400D-4738-B6C2-20A0308658F3}"/>
                </a:ext>
              </a:extLst>
            </p:cNvPr>
            <p:cNvSpPr/>
            <p:nvPr/>
          </p:nvSpPr>
          <p:spPr>
            <a:xfrm rot="10800000">
              <a:off x="5876394" y="3628722"/>
              <a:ext cx="937620" cy="168926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8213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08646D-0EF2-CF4D-ADE8-C3F65903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監督式學習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88225A-0EDA-8645-AC87-D3D39A683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00964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1" lang="zh-TW" altLang="en-US" dirty="0"/>
              <a:t>監督式學習最常處理的兩個問題：迴歸、分類。</a:t>
            </a:r>
            <a:endParaRPr kumimoji="1" lang="en-US" altLang="zh-TW" dirty="0"/>
          </a:p>
          <a:p>
            <a:pPr lvl="1">
              <a:lnSpc>
                <a:spcPct val="100000"/>
              </a:lnSpc>
            </a:pPr>
            <a:r>
              <a:rPr kumimoji="1" lang="zh-TW" altLang="en-US" dirty="0"/>
              <a:t>當你預測的目標為連續的數值，我們稱其為迴歸</a:t>
            </a:r>
            <a:endParaRPr kumimoji="1" lang="en-US" altLang="zh-TW" dirty="0"/>
          </a:p>
          <a:p>
            <a:pPr lvl="1">
              <a:lnSpc>
                <a:spcPct val="100000"/>
              </a:lnSpc>
            </a:pPr>
            <a:r>
              <a:rPr kumimoji="1" lang="zh-TW" altLang="en-US" dirty="0"/>
              <a:t>若目標為離散的，稱其為分類。</a:t>
            </a:r>
          </a:p>
          <a:p>
            <a:pPr fontAlgn="base">
              <a:lnSpc>
                <a:spcPct val="100000"/>
              </a:lnSpc>
            </a:pPr>
            <a:r>
              <a:rPr lang="zh-TW" altLang="en-US" dirty="0"/>
              <a:t>迴歸</a:t>
            </a:r>
            <a:r>
              <a:rPr lang="zh-TW" altLang="en-US" b="1" dirty="0"/>
              <a:t>：</a:t>
            </a:r>
            <a:r>
              <a:rPr lang="zh-TW" altLang="en-US" i="1" dirty="0"/>
              <a:t>「畫出一條盡量通過這些點的線」</a:t>
            </a:r>
            <a:endParaRPr lang="zh-TW" altLang="en-US" dirty="0"/>
          </a:p>
          <a:p>
            <a:pPr lvl="1" fontAlgn="base">
              <a:lnSpc>
                <a:spcPct val="100000"/>
              </a:lnSpc>
            </a:pPr>
            <a:r>
              <a:rPr lang="zh-TW" altLang="en-US" dirty="0"/>
              <a:t>如：股票走勢預測</a:t>
            </a:r>
            <a:br>
              <a:rPr lang="en-US" altLang="zh-TW" dirty="0"/>
            </a:br>
            <a:r>
              <a:rPr lang="zh-TW" altLang="en-US" dirty="0"/>
              <a:t>原物料價格變化對消費的影響。</a:t>
            </a:r>
            <a:endParaRPr lang="en-US" altLang="zh-TW" dirty="0"/>
          </a:p>
        </p:txBody>
      </p:sp>
      <p:pic>
        <p:nvPicPr>
          <p:cNvPr id="1028" name="Picture 4" descr="Python 實作] 迴歸模型Regression | PyInvest">
            <a:extLst>
              <a:ext uri="{FF2B5EF4-FFF2-40B4-BE49-F238E27FC236}">
                <a16:creationId xmlns:a16="http://schemas.microsoft.com/office/drawing/2014/main" id="{F13B74BA-CC49-4F89-B301-7E5FD2C47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102" y="3705074"/>
            <a:ext cx="4498586" cy="293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808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12D8D2-18A2-9840-A3AE-E5799C0B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監督式學習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A1F4CB-9488-DB46-8FB3-975403B25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zh-TW" altLang="en-US" dirty="0"/>
              <a:t>分類</a:t>
            </a:r>
            <a:r>
              <a:rPr lang="zh-TW" altLang="en-US" b="1" dirty="0"/>
              <a:t>：</a:t>
            </a:r>
            <a:r>
              <a:rPr lang="zh-TW" altLang="en-US" i="1" dirty="0"/>
              <a:t>「把資料分到我</a:t>
            </a:r>
            <a:br>
              <a:rPr lang="en-US" altLang="zh-TW" i="1" dirty="0"/>
            </a:br>
            <a:r>
              <a:rPr lang="zh-TW" altLang="en-US" i="1" dirty="0"/>
              <a:t>指定的幾個類別中」</a:t>
            </a:r>
            <a:endParaRPr lang="zh-TW" altLang="en-US" dirty="0"/>
          </a:p>
          <a:p>
            <a:pPr fontAlgn="base"/>
            <a:r>
              <a:rPr lang="zh-TW" altLang="en-US" dirty="0"/>
              <a:t>情緒正向負向</a:t>
            </a:r>
            <a:endParaRPr lang="en-US" altLang="zh-TW" dirty="0"/>
          </a:p>
          <a:p>
            <a:pPr lvl="1" fontAlgn="base"/>
            <a:r>
              <a:rPr lang="zh-TW" altLang="en-US" dirty="0"/>
              <a:t>商品留言討論</a:t>
            </a:r>
            <a:endParaRPr lang="en-US" altLang="zh-TW" dirty="0"/>
          </a:p>
          <a:p>
            <a:pPr fontAlgn="base"/>
            <a:r>
              <a:rPr lang="zh-TW" altLang="en-US" dirty="0"/>
              <a:t>圖形分類問題</a:t>
            </a:r>
            <a:endParaRPr lang="en-US" altLang="zh-TW" dirty="0"/>
          </a:p>
          <a:p>
            <a:pPr fontAlgn="base"/>
            <a:r>
              <a:rPr lang="zh-TW" altLang="en-US" dirty="0"/>
              <a:t>手寫數字辨識</a:t>
            </a:r>
          </a:p>
          <a:p>
            <a:r>
              <a:rPr kumimoji="1" lang="zh-TW" altLang="en-US" dirty="0"/>
              <a:t>演算法可能包含：</a:t>
            </a:r>
            <a:r>
              <a:rPr kumimoji="1" lang="en" altLang="zh-TW" dirty="0"/>
              <a:t>k nearest neighbors, convolutional neural networks, random forests, support vector machines, linear and logistic regression……</a:t>
            </a:r>
            <a:endParaRPr kumimoji="1" lang="zh-TW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064F47E-03F8-422A-B53E-34F6BA4E4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464" y="681037"/>
            <a:ext cx="6664982" cy="33569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3132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66147C-91C8-E2FB-8B3B-D773634C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機器學習（</a:t>
            </a:r>
            <a:r>
              <a:rPr lang="en" altLang="zh-TW" dirty="0"/>
              <a:t>Machine Learning</a:t>
            </a:r>
            <a:r>
              <a:rPr lang="zh-TW" altLang="en" dirty="0"/>
              <a:t>）</a:t>
            </a:r>
            <a:endParaRPr kumimoji="1" lang="zh-TW" altLang="en-US" dirty="0"/>
          </a:p>
        </p:txBody>
      </p:sp>
      <p:pic>
        <p:nvPicPr>
          <p:cNvPr id="2050" name="Picture 2" descr="Regression vs. Classification">
            <a:extLst>
              <a:ext uri="{FF2B5EF4-FFF2-40B4-BE49-F238E27FC236}">
                <a16:creationId xmlns:a16="http://schemas.microsoft.com/office/drawing/2014/main" id="{1B945FA0-E0C1-AF6F-547C-B32011FD7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239" y="2084832"/>
            <a:ext cx="7596733" cy="4229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60909C3-53BD-A319-7573-66C414A773A8}"/>
              </a:ext>
            </a:extLst>
          </p:cNvPr>
          <p:cNvSpPr txBox="1"/>
          <p:nvPr/>
        </p:nvSpPr>
        <p:spPr>
          <a:xfrm>
            <a:off x="4744041" y="6325862"/>
            <a:ext cx="7162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https://www.javatpoint.com/regression-vs-classification-in-machine-learning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19730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048EBF-396A-57CF-B00A-AACC6B852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Regression </a:t>
            </a:r>
            <a:r>
              <a:rPr kumimoji="1" lang="en-US" altLang="zh-TW" dirty="0" err="1"/>
              <a:t>v.s</a:t>
            </a:r>
            <a:r>
              <a:rPr kumimoji="1" lang="en-US" altLang="zh-TW" dirty="0"/>
              <a:t>. Classification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369083E-04BE-6BA6-7A71-0EB8FB90B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Linear Regression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3BFFD26-BD36-4F53-CBE8-441B5A3D73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07356AB9-0B1D-C8FC-780A-F387F0959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Multi-classification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61D5AB2C-287C-3B1E-DF6E-7FD45392D5C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Line of Best Fit for Linear Regression on a Dataset with Outliers">
            <a:extLst>
              <a:ext uri="{FF2B5EF4-FFF2-40B4-BE49-F238E27FC236}">
                <a16:creationId xmlns:a16="http://schemas.microsoft.com/office/drawing/2014/main" id="{D51E2330-4AB0-3D22-73FD-53BA11F4C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2" y="2510853"/>
            <a:ext cx="4905080" cy="367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ter image description here">
            <a:extLst>
              <a:ext uri="{FF2B5EF4-FFF2-40B4-BE49-F238E27FC236}">
                <a16:creationId xmlns:a16="http://schemas.microsoft.com/office/drawing/2014/main" id="{B2362635-BFE8-C95A-4F28-CC5F47A77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853" y="2457840"/>
            <a:ext cx="4048656" cy="394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atter Plot of Multi-Class Classification Dataset">
            <a:extLst>
              <a:ext uri="{FF2B5EF4-FFF2-40B4-BE49-F238E27FC236}">
                <a16:creationId xmlns:a16="http://schemas.microsoft.com/office/drawing/2014/main" id="{47B85D44-E214-9D63-2DE0-CCA768507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522" y="2542967"/>
            <a:ext cx="5153042" cy="386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SNE representation of MNIST dataset: 28x28 grayscale handwritten digits, preprocessed using PCA (first 30 components used). Perplexity = 30.">
            <a:extLst>
              <a:ext uri="{FF2B5EF4-FFF2-40B4-BE49-F238E27FC236}">
                <a16:creationId xmlns:a16="http://schemas.microsoft.com/office/drawing/2014/main" id="{FC3CDC5A-C475-72D1-F0B6-348F3A832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457840"/>
            <a:ext cx="4896909" cy="413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10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03 非監督式">
            <a:extLst>
              <a:ext uri="{FF2B5EF4-FFF2-40B4-BE49-F238E27FC236}">
                <a16:creationId xmlns:a16="http://schemas.microsoft.com/office/drawing/2014/main" id="{89047EC2-D60E-F042-B33C-830DA0EFD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1" y="3217863"/>
            <a:ext cx="7683500" cy="29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E3FA507-1C42-8040-A6D2-FE1519CC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非監督式學習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3036F6-2D76-D54B-883F-13CCC4DB9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非監督式學習 </a:t>
            </a:r>
            <a:r>
              <a:rPr lang="en-US" altLang="zh-TW" dirty="0"/>
              <a:t>(</a:t>
            </a:r>
            <a:r>
              <a:rPr lang="en" altLang="zh-TW" dirty="0"/>
              <a:t>Unsupervised Learning) </a:t>
            </a:r>
            <a:r>
              <a:rPr lang="zh-TW" altLang="en-US" dirty="0"/>
              <a:t>的訓練資料不需要事先以人力處理標籤，機器面對資料時，做的處理是依照關聯性去歸類 </a:t>
            </a:r>
            <a:r>
              <a:rPr lang="en-US" altLang="zh-TW" dirty="0"/>
              <a:t>(</a:t>
            </a:r>
            <a:r>
              <a:rPr lang="en" altLang="zh-TW" dirty="0"/>
              <a:t>Co-</a:t>
            </a:r>
            <a:r>
              <a:rPr lang="en" altLang="zh-TW" dirty="0" err="1"/>
              <a:t>occurance</a:t>
            </a:r>
            <a:r>
              <a:rPr lang="en" altLang="zh-TW" dirty="0"/>
              <a:t> Grouping)</a:t>
            </a:r>
            <a:r>
              <a:rPr lang="zh-TW" altLang="en" dirty="0"/>
              <a:t>、</a:t>
            </a:r>
            <a:r>
              <a:rPr lang="zh-TW" altLang="en-US" dirty="0"/>
              <a:t>找出潛在規則與套路 </a:t>
            </a:r>
            <a:r>
              <a:rPr lang="en-US" altLang="zh-TW" dirty="0"/>
              <a:t>(</a:t>
            </a:r>
            <a:r>
              <a:rPr lang="en" altLang="zh-TW" dirty="0"/>
              <a:t>Association Rule Discovery)</a:t>
            </a:r>
            <a:r>
              <a:rPr lang="zh-TW" altLang="en" dirty="0"/>
              <a:t>、</a:t>
            </a:r>
            <a:r>
              <a:rPr lang="zh-TW" altLang="en-US" dirty="0"/>
              <a:t>形成集群 </a:t>
            </a:r>
            <a:r>
              <a:rPr lang="en-US" altLang="zh-TW" dirty="0"/>
              <a:t>(</a:t>
            </a:r>
            <a:r>
              <a:rPr lang="en" altLang="zh-TW" dirty="0"/>
              <a:t>Clustering)</a:t>
            </a:r>
            <a:r>
              <a:rPr lang="zh-TW" altLang="en" dirty="0"/>
              <a:t>，</a:t>
            </a:r>
            <a:r>
              <a:rPr lang="zh-TW" altLang="en-US" dirty="0"/>
              <a:t>不對資訊有正確或不正確的判別。</a:t>
            </a:r>
            <a:br>
              <a:rPr lang="zh-TW" altLang="en-US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55671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D16DAC-6698-1A44-A517-1B64BBCD9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/>
              <a:t>非監督式學習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0AB829-1B8E-704F-8921-BB774C81A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TW" altLang="en-US" dirty="0"/>
              <a:t>主要問題領域：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分群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相似的商品或資料分成數群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k-means, </a:t>
            </a:r>
            <a:r>
              <a:rPr lang="en" altLang="zh-TW" dirty="0"/>
              <a:t>hierarchical clustering, DBSCAN….</a:t>
            </a:r>
          </a:p>
          <a:p>
            <a:pPr lvl="1"/>
            <a:r>
              <a:rPr kumimoji="1" lang="zh-TW" altLang="en-US" dirty="0"/>
              <a:t>異常偵測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One-class SVM</a:t>
            </a:r>
          </a:p>
          <a:p>
            <a:pPr lvl="1"/>
            <a:r>
              <a:rPr kumimoji="1" lang="zh-TW" altLang="en-US" dirty="0"/>
              <a:t>降維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把具有很多維度的資料轉換</a:t>
            </a:r>
            <a:r>
              <a:rPr kumimoji="1" lang="en-US" altLang="zh-TW" dirty="0"/>
              <a:t>(</a:t>
            </a:r>
            <a:r>
              <a:rPr kumimoji="1" lang="zh-TW" altLang="en-US" dirty="0"/>
              <a:t>投影</a:t>
            </a:r>
            <a:r>
              <a:rPr kumimoji="1" lang="en-US" altLang="zh-TW" dirty="0"/>
              <a:t>)</a:t>
            </a:r>
            <a:r>
              <a:rPr kumimoji="1" lang="zh-TW" altLang="en-US" dirty="0"/>
              <a:t>到維度較少的空間中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自然語言處理中很有名的</a:t>
            </a:r>
            <a:r>
              <a:rPr kumimoji="1" lang="en-US" altLang="zh-TW" dirty="0"/>
              <a:t>word2Vec</a:t>
            </a:r>
          </a:p>
          <a:p>
            <a:pPr lvl="2"/>
            <a:r>
              <a:rPr kumimoji="1" lang="zh-TW" altLang="en-US" dirty="0"/>
              <a:t>常用的</a:t>
            </a:r>
            <a:r>
              <a:rPr kumimoji="1" lang="en-US" altLang="zh-TW" dirty="0"/>
              <a:t>PCA, </a:t>
            </a:r>
            <a:r>
              <a:rPr lang="en" altLang="zh-TW" dirty="0"/>
              <a:t>Singular Value Decomposition</a:t>
            </a:r>
          </a:p>
          <a:p>
            <a:pPr lvl="2"/>
            <a:r>
              <a:rPr kumimoji="1" lang="en" altLang="zh-TW" dirty="0"/>
              <a:t>LLE</a:t>
            </a:r>
            <a:r>
              <a:rPr kumimoji="1" lang="zh-TW" altLang="en-US" dirty="0"/>
              <a:t>、</a:t>
            </a:r>
            <a:r>
              <a:rPr kumimoji="1" lang="en-US" altLang="zh-TW" dirty="0"/>
              <a:t>t-SNE</a:t>
            </a:r>
          </a:p>
          <a:p>
            <a:pPr lvl="1"/>
            <a:r>
              <a:rPr kumimoji="1" lang="zh-TW" altLang="en-US" dirty="0"/>
              <a:t>生成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Variational Autoencoders, and Generative Adversarial Networks (GANs)</a:t>
            </a:r>
          </a:p>
        </p:txBody>
      </p:sp>
    </p:spTree>
    <p:extLst>
      <p:ext uri="{BB962C8B-B14F-4D97-AF65-F5344CB8AC3E}">
        <p14:creationId xmlns:p14="http://schemas.microsoft.com/office/powerpoint/2010/main" val="189087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BAAF7A1-31EE-FD4A-BC0C-D2F376E80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427" y="4393181"/>
            <a:ext cx="5178879" cy="223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91B7930-E684-944B-8847-4777066D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強化式學習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BFA276-4C25-AA46-B922-3C3876DE9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771"/>
            <a:ext cx="10515600" cy="4631192"/>
          </a:xfrm>
        </p:spPr>
        <p:txBody>
          <a:bodyPr>
            <a:normAutofit/>
          </a:bodyPr>
          <a:lstStyle/>
          <a:p>
            <a:pPr indent="0">
              <a:lnSpc>
                <a:spcPct val="110000"/>
              </a:lnSpc>
            </a:pPr>
            <a:r>
              <a:rPr lang="zh-TW" altLang="en-US" dirty="0"/>
              <a:t>強化式學習 </a:t>
            </a:r>
            <a:r>
              <a:rPr lang="en-US" altLang="zh-TW" dirty="0"/>
              <a:t>(</a:t>
            </a:r>
            <a:r>
              <a:rPr lang="en" altLang="zh-TW" dirty="0"/>
              <a:t>Reinforcement Learning) </a:t>
            </a:r>
            <a:r>
              <a:rPr lang="zh-TW" altLang="en-US" dirty="0"/>
              <a:t>的特徵是不需給機器任何的資料，讓機器直接從互動中去學習，這是最接近大自然與人類原本的學習方式</a:t>
            </a:r>
            <a:r>
              <a:rPr lang="en-US" altLang="zh-TW" dirty="0"/>
              <a:t>(</a:t>
            </a:r>
            <a:r>
              <a:rPr lang="zh-TW" altLang="en-US" dirty="0"/>
              <a:t>要學很久就是</a:t>
            </a:r>
            <a:r>
              <a:rPr lang="en-US" altLang="zh-TW" dirty="0"/>
              <a:t>…….)</a:t>
            </a:r>
            <a:r>
              <a:rPr lang="zh-TW" altLang="en-US" dirty="0"/>
              <a:t>。</a:t>
            </a:r>
            <a:endParaRPr lang="en-US" altLang="zh-TW" dirty="0"/>
          </a:p>
          <a:p>
            <a:pPr indent="0">
              <a:lnSpc>
                <a:spcPct val="110000"/>
              </a:lnSpc>
            </a:pPr>
            <a:r>
              <a:rPr lang="zh-TW" altLang="en-US" dirty="0"/>
              <a:t>機器透過環境的正向、負向回饋 </a:t>
            </a:r>
            <a:r>
              <a:rPr lang="en-US" altLang="zh-TW" dirty="0"/>
              <a:t>(</a:t>
            </a:r>
            <a:r>
              <a:rPr lang="en" altLang="zh-TW" dirty="0"/>
              <a:t>positive / negative reward)</a:t>
            </a:r>
            <a:r>
              <a:rPr lang="zh-TW" altLang="en" dirty="0"/>
              <a:t>，</a:t>
            </a:r>
            <a:r>
              <a:rPr lang="zh-TW" altLang="en-US" dirty="0"/>
              <a:t>從中自我學習，並逐步形成對回饋刺激 </a:t>
            </a:r>
            <a:r>
              <a:rPr lang="en-US" altLang="zh-TW" dirty="0"/>
              <a:t>(</a:t>
            </a:r>
            <a:r>
              <a:rPr lang="en" altLang="zh-TW" dirty="0"/>
              <a:t>stimulus) </a:t>
            </a:r>
            <a:r>
              <a:rPr lang="zh-TW" altLang="en-US" dirty="0"/>
              <a:t>的預期，做出越來越有效率達成目標的行動 </a:t>
            </a:r>
            <a:r>
              <a:rPr lang="en-US" altLang="zh-TW" dirty="0"/>
              <a:t>(</a:t>
            </a:r>
            <a:r>
              <a:rPr lang="en" altLang="zh-TW" dirty="0"/>
              <a:t>action)</a:t>
            </a:r>
            <a:r>
              <a:rPr lang="zh-TW" altLang="en" dirty="0"/>
              <a:t>，</a:t>
            </a:r>
            <a:r>
              <a:rPr lang="zh-TW" altLang="en-US" dirty="0"/>
              <a:t>這個訓練過程的目標是獲取最大利益。</a:t>
            </a:r>
          </a:p>
        </p:txBody>
      </p:sp>
    </p:spTree>
    <p:extLst>
      <p:ext uri="{BB962C8B-B14F-4D97-AF65-F5344CB8AC3E}">
        <p14:creationId xmlns:p14="http://schemas.microsoft.com/office/powerpoint/2010/main" val="3144028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75433-F75D-8A45-8A49-9ED8DE5D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還有</a:t>
            </a:r>
            <a:r>
              <a:rPr kumimoji="1" lang="en-US" altLang="zh-TW" dirty="0"/>
              <a:t>..</a:t>
            </a:r>
            <a:r>
              <a:rPr kumimoji="1" lang="zh-TW" altLang="en-US" dirty="0"/>
              <a:t>半監督式學習</a:t>
            </a:r>
            <a:r>
              <a:rPr kumimoji="1" lang="en-US" altLang="zh-TW" dirty="0"/>
              <a:t>(semi-supervised learning)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E50AC-3E9C-4145-AA31-6F7B9B339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lnSpc>
                <a:spcPct val="100000"/>
              </a:lnSpc>
            </a:pPr>
            <a:r>
              <a:rPr lang="zh-TW" altLang="zh-TW" dirty="0"/>
              <a:t>就像在監督學習中一樣，用少量標記的訓練數據訓練模型，直到得到好的結果。 </a:t>
            </a:r>
            <a:endParaRPr lang="en-US" altLang="zh-TW" dirty="0"/>
          </a:p>
          <a:p>
            <a:pPr indent="0">
              <a:lnSpc>
                <a:spcPct val="100000"/>
              </a:lnSpc>
            </a:pPr>
            <a:r>
              <a:rPr lang="zh-TW" altLang="zh-TW" dirty="0"/>
              <a:t>然後將它與</a:t>
            </a:r>
            <a:r>
              <a:rPr lang="zh-TW" altLang="zh-TW" dirty="0">
                <a:solidFill>
                  <a:srgbClr val="FF0000"/>
                </a:solidFill>
              </a:rPr>
              <a:t>未標記的訓練數據集一起</a:t>
            </a:r>
            <a:r>
              <a:rPr lang="zh-TW" altLang="zh-TW" dirty="0"/>
              <a:t>使用來預測輸出，這些輸出是偽標籤</a:t>
            </a:r>
            <a:r>
              <a:rPr lang="en-US" altLang="zh-TW" dirty="0"/>
              <a:t>(pseudo labels)</a:t>
            </a:r>
            <a:r>
              <a:rPr lang="zh-TW" altLang="zh-TW" dirty="0"/>
              <a:t>，因為它們可能不太準確。 </a:t>
            </a:r>
            <a:endParaRPr lang="en-US" altLang="zh-TW" dirty="0"/>
          </a:p>
          <a:p>
            <a:pPr indent="0">
              <a:lnSpc>
                <a:spcPct val="100000"/>
              </a:lnSpc>
            </a:pPr>
            <a:r>
              <a:rPr lang="zh-TW" altLang="zh-TW" dirty="0"/>
              <a:t>將標記訓練數據中的標籤與上一步中創建的偽標籤鏈接起來。</a:t>
            </a:r>
            <a:endParaRPr lang="en-US" altLang="zh-TW" dirty="0"/>
          </a:p>
          <a:p>
            <a:pPr indent="0">
              <a:lnSpc>
                <a:spcPct val="100000"/>
              </a:lnSpc>
            </a:pPr>
            <a:r>
              <a:rPr lang="zh-TW" altLang="zh-TW" dirty="0"/>
              <a:t>將標記訓練數據中的數據輸入與未標記數據中的輸入聯繫起來</a:t>
            </a:r>
            <a:endParaRPr lang="en-US" altLang="zh-TW" dirty="0"/>
          </a:p>
          <a:p>
            <a:pPr indent="0">
              <a:lnSpc>
                <a:spcPct val="100000"/>
              </a:lnSpc>
            </a:pPr>
            <a:r>
              <a:rPr lang="zh-TW" altLang="zh-TW" dirty="0"/>
              <a:t>與開始時使用標記集相同的方式訓練模型，以減少錯誤並提高模型的準確性。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2443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2DF572-F6F7-6C43-B8B3-1F8D3D7D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E4DD109D-BA4B-DF4B-8CCE-1E09584F3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28" y="234065"/>
            <a:ext cx="8381680" cy="6258810"/>
          </a:xfr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EF1E113-AA76-9341-BD3D-11DC0F5BA506}"/>
              </a:ext>
            </a:extLst>
          </p:cNvPr>
          <p:cNvSpPr/>
          <p:nvPr/>
        </p:nvSpPr>
        <p:spPr>
          <a:xfrm>
            <a:off x="2270402" y="6308209"/>
            <a:ext cx="6862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TW" dirty="0">
                <a:hlinkClick r:id="rId3"/>
              </a:rPr>
              <a:t>Introduction of Machine Learning (ntu.edu.tw)</a:t>
            </a:r>
            <a:r>
              <a:rPr lang="zh-TW" altLang="en-US" dirty="0"/>
              <a:t>，李宏毅教授投影片</a:t>
            </a:r>
          </a:p>
        </p:txBody>
      </p:sp>
    </p:spTree>
    <p:extLst>
      <p:ext uri="{BB962C8B-B14F-4D97-AF65-F5344CB8AC3E}">
        <p14:creationId xmlns:p14="http://schemas.microsoft.com/office/powerpoint/2010/main" val="626238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808468-4CB4-474C-80A5-F6AF2C50B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Transfer learning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EE2F97-49E9-F043-8A93-BA05E217C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dirty="0"/>
              <a:t>轉移學習就是把已經訓練好的模型、參數，轉移至另外的一個新模型上使得我們不需要從零開始，重新訓練一個新</a:t>
            </a:r>
            <a:r>
              <a:rPr lang="en" altLang="zh-TW" dirty="0"/>
              <a:t>model</a:t>
            </a:r>
          </a:p>
          <a:p>
            <a:r>
              <a:rPr lang="zh-TW" altLang="en-US" dirty="0"/>
              <a:t>舉例來說，你可以</a:t>
            </a:r>
            <a:r>
              <a:rPr lang="en" altLang="zh-TW" dirty="0"/>
              <a:t>train</a:t>
            </a:r>
            <a:r>
              <a:rPr lang="zh-TW" altLang="en-US" dirty="0"/>
              <a:t>好一個</a:t>
            </a:r>
            <a:r>
              <a:rPr lang="en" altLang="zh-TW" dirty="0"/>
              <a:t>based on </a:t>
            </a:r>
            <a:r>
              <a:rPr lang="en" altLang="zh-TW" dirty="0" err="1"/>
              <a:t>Cifar</a:t>
            </a:r>
            <a:r>
              <a:rPr lang="en" altLang="zh-TW" dirty="0"/>
              <a:t> 10</a:t>
            </a:r>
            <a:r>
              <a:rPr lang="zh-TW" altLang="en-US" dirty="0"/>
              <a:t>的</a:t>
            </a:r>
            <a:r>
              <a:rPr lang="en" altLang="zh-TW" dirty="0"/>
              <a:t>CNN</a:t>
            </a:r>
            <a:r>
              <a:rPr lang="zh-TW" altLang="en-US" dirty="0"/>
              <a:t>，然後把這個訓練出來的模型套用至其他影像辨識的數據上、甚至是使用這個模型成為一個特徵萃取機制，串接傳統的方法。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399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318B05-EF9A-3C40-9FC8-AB67341C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Structured learning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818AB9-86D2-3241-A252-5BC44F092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dirty="0"/>
              <a:t>語音辨識 </a:t>
            </a:r>
            <a:r>
              <a:rPr lang="en-US" altLang="zh-TW" dirty="0"/>
              <a:t>(</a:t>
            </a:r>
            <a:r>
              <a:rPr lang="en" altLang="zh-TW" dirty="0"/>
              <a:t>Speech recognition) </a:t>
            </a:r>
            <a:r>
              <a:rPr lang="zh-TW" altLang="en-US" dirty="0"/>
              <a:t>的 </a:t>
            </a:r>
            <a:r>
              <a:rPr lang="en" altLang="zh-TW" dirty="0"/>
              <a:t>input-output </a:t>
            </a:r>
            <a:r>
              <a:rPr lang="zh-TW" altLang="en-US" dirty="0"/>
              <a:t>分別都是 </a:t>
            </a:r>
            <a:r>
              <a:rPr lang="en" altLang="zh-TW" dirty="0"/>
              <a:t>sequence</a:t>
            </a:r>
            <a:r>
              <a:rPr lang="zh-TW" altLang="en" dirty="0"/>
              <a:t>；</a:t>
            </a:r>
          </a:p>
          <a:p>
            <a:r>
              <a:rPr lang="zh-TW" altLang="en-US" dirty="0"/>
              <a:t>翻譯 </a:t>
            </a:r>
            <a:r>
              <a:rPr lang="en-US" altLang="zh-TW" dirty="0"/>
              <a:t>(</a:t>
            </a:r>
            <a:r>
              <a:rPr lang="en" altLang="zh-TW" dirty="0"/>
              <a:t>Translation)- </a:t>
            </a:r>
            <a:r>
              <a:rPr lang="zh-TW" altLang="en-US" dirty="0"/>
              <a:t>以中翻英為例， </a:t>
            </a:r>
            <a:r>
              <a:rPr lang="en" altLang="zh-TW" dirty="0"/>
              <a:t>input </a:t>
            </a:r>
            <a:r>
              <a:rPr lang="zh-TW" altLang="en-US" dirty="0"/>
              <a:t>中文和 </a:t>
            </a:r>
            <a:r>
              <a:rPr lang="en" altLang="zh-TW" dirty="0"/>
              <a:t>output </a:t>
            </a:r>
            <a:r>
              <a:rPr lang="zh-TW" altLang="en-US" dirty="0"/>
              <a:t>英文分別都是 </a:t>
            </a:r>
            <a:r>
              <a:rPr lang="en" altLang="zh-TW" dirty="0"/>
              <a:t>sequence</a:t>
            </a:r>
            <a:r>
              <a:rPr lang="zh-TW" altLang="en" dirty="0"/>
              <a:t>；</a:t>
            </a:r>
            <a:endParaRPr lang="en-US" altLang="zh-TW" dirty="0"/>
          </a:p>
          <a:p>
            <a:r>
              <a:rPr lang="zh-TW" altLang="en-US" dirty="0"/>
              <a:t>作文法剖析 </a:t>
            </a:r>
            <a:r>
              <a:rPr lang="en-US" altLang="zh-TW" dirty="0"/>
              <a:t>(</a:t>
            </a:r>
            <a:r>
              <a:rPr lang="en" altLang="zh-TW" dirty="0"/>
              <a:t>Syntactic parsing) </a:t>
            </a:r>
            <a:r>
              <a:rPr lang="zh-TW" altLang="en-US" dirty="0"/>
              <a:t>的 </a:t>
            </a:r>
            <a:r>
              <a:rPr lang="en" altLang="zh-TW" dirty="0"/>
              <a:t>input-output </a:t>
            </a:r>
            <a:r>
              <a:rPr lang="zh-TW" altLang="en-US" dirty="0"/>
              <a:t>分別 </a:t>
            </a:r>
            <a:r>
              <a:rPr lang="en" altLang="zh-TW" dirty="0"/>
              <a:t>sentence </a:t>
            </a:r>
            <a:r>
              <a:rPr lang="zh-TW" altLang="en-US" dirty="0"/>
              <a:t>和 </a:t>
            </a:r>
            <a:r>
              <a:rPr lang="en" altLang="zh-TW" dirty="0"/>
              <a:t>tree structure</a:t>
            </a:r>
            <a:r>
              <a:rPr lang="zh-TW" altLang="en" dirty="0"/>
              <a:t>；</a:t>
            </a:r>
            <a:endParaRPr lang="en-US" altLang="zh-TW" dirty="0"/>
          </a:p>
          <a:p>
            <a:r>
              <a:rPr lang="zh-TW" altLang="en-US" dirty="0"/>
              <a:t>物件偵測 </a:t>
            </a:r>
            <a:r>
              <a:rPr lang="en-US" altLang="zh-TW" dirty="0"/>
              <a:t>(</a:t>
            </a:r>
            <a:r>
              <a:rPr lang="en" altLang="zh-TW" dirty="0"/>
              <a:t>Object detection)  </a:t>
            </a:r>
            <a:r>
              <a:rPr lang="zh-TW" altLang="en-US" dirty="0"/>
              <a:t>的 </a:t>
            </a:r>
            <a:r>
              <a:rPr lang="en" altLang="zh-TW" dirty="0"/>
              <a:t>input </a:t>
            </a:r>
            <a:r>
              <a:rPr lang="zh-TW" altLang="en-US" dirty="0"/>
              <a:t>是一張 </a:t>
            </a:r>
            <a:r>
              <a:rPr lang="en" altLang="zh-TW" dirty="0"/>
              <a:t>image</a:t>
            </a:r>
            <a:r>
              <a:rPr lang="zh-TW" altLang="en" dirty="0"/>
              <a:t>，</a:t>
            </a:r>
            <a:r>
              <a:rPr lang="en" altLang="zh-TW" dirty="0"/>
              <a:t>output </a:t>
            </a:r>
            <a:r>
              <a:rPr lang="zh-TW" altLang="en-US" dirty="0"/>
              <a:t>則是一個 </a:t>
            </a:r>
            <a:r>
              <a:rPr lang="en" altLang="zh-TW" dirty="0"/>
              <a:t>bounding box</a:t>
            </a:r>
            <a:r>
              <a:rPr lang="zh-TW" altLang="en" dirty="0"/>
              <a:t>，</a:t>
            </a:r>
            <a:r>
              <a:rPr lang="zh-TW" altLang="en-US" dirty="0"/>
              <a:t>以</a:t>
            </a:r>
            <a:r>
              <a:rPr lang="en" altLang="zh-TW" dirty="0"/>
              <a:t>bounding box </a:t>
            </a:r>
            <a:r>
              <a:rPr lang="zh-TW" altLang="en-US" dirty="0"/>
              <a:t>框出 </a:t>
            </a:r>
            <a:r>
              <a:rPr lang="en" altLang="zh-TW" dirty="0"/>
              <a:t>object </a:t>
            </a:r>
            <a:r>
              <a:rPr lang="zh-TW" altLang="en-US" dirty="0"/>
              <a:t>的位置</a:t>
            </a:r>
          </a:p>
        </p:txBody>
      </p:sp>
    </p:spTree>
    <p:extLst>
      <p:ext uri="{BB962C8B-B14F-4D97-AF65-F5344CB8AC3E}">
        <p14:creationId xmlns:p14="http://schemas.microsoft.com/office/powerpoint/2010/main" val="1864936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06C441-675E-4003-8D62-6BBA27825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參考內容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A31E3C-BF33-404A-9BB3-A874052EE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03868" cy="4351338"/>
          </a:xfrm>
        </p:spPr>
        <p:txBody>
          <a:bodyPr/>
          <a:lstStyle/>
          <a:p>
            <a:r>
              <a:rPr lang="en-US" altLang="zh-TW" dirty="0"/>
              <a:t>Machine Learning with </a:t>
            </a:r>
            <a:r>
              <a:rPr lang="en-US" altLang="zh-TW" dirty="0" err="1"/>
              <a:t>PyTorch</a:t>
            </a:r>
            <a:r>
              <a:rPr lang="en-US" altLang="zh-TW" dirty="0"/>
              <a:t> and Scikit-Learn</a:t>
            </a:r>
          </a:p>
          <a:p>
            <a:pPr lvl="1"/>
            <a:r>
              <a:rPr lang="en-US" altLang="zh-TW" dirty="0">
                <a:hlinkClick r:id="rId2"/>
              </a:rPr>
              <a:t>https://www.packtpub.com/product/machine-learning-with-pytorch-and-scikit-learn/9781801819312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D1239F9-4789-40AE-8542-A1E306A0B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384" y="1104404"/>
            <a:ext cx="4026725" cy="4967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652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2246</TotalTime>
  <Words>934</Words>
  <Application>Microsoft Office PowerPoint</Application>
  <PresentationFormat>寬螢幕</PresentationFormat>
  <Paragraphs>90</Paragraphs>
  <Slides>18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4" baseType="lpstr">
      <vt:lpstr>Microsoft JhengHei</vt:lpstr>
      <vt:lpstr>Arial</vt:lpstr>
      <vt:lpstr>Calibri</vt:lpstr>
      <vt:lpstr>Cambria Math</vt:lpstr>
      <vt:lpstr>Wingdings</vt:lpstr>
      <vt:lpstr>Office 佈景主題</vt:lpstr>
      <vt:lpstr>Machine Learning</vt:lpstr>
      <vt:lpstr>PowerPoint 簡報</vt:lpstr>
      <vt:lpstr>什麼是人工智慧？​</vt:lpstr>
      <vt:lpstr>PowerPoint 簡報</vt:lpstr>
      <vt:lpstr>機器學習（Machine Learning）</vt:lpstr>
      <vt:lpstr>Machine Learning</vt:lpstr>
      <vt:lpstr>監督式學習</vt:lpstr>
      <vt:lpstr>監督式學習</vt:lpstr>
      <vt:lpstr>機器學習（Machine Learning）</vt:lpstr>
      <vt:lpstr>Regression v.s. Classification</vt:lpstr>
      <vt:lpstr>非監督式學習</vt:lpstr>
      <vt:lpstr>非監督式學習</vt:lpstr>
      <vt:lpstr>強化式學習</vt:lpstr>
      <vt:lpstr>還有..半監督式學習(semi-supervised learning)</vt:lpstr>
      <vt:lpstr>PowerPoint 簡報</vt:lpstr>
      <vt:lpstr>Transfer learning</vt:lpstr>
      <vt:lpstr>Structured learning</vt:lpstr>
      <vt:lpstr>參考內容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subject/>
  <dc:creator>林俊杰</dc:creator>
  <cp:keywords/>
  <dc:description/>
  <cp:lastModifiedBy>林俊杰</cp:lastModifiedBy>
  <cp:revision>61</cp:revision>
  <dcterms:created xsi:type="dcterms:W3CDTF">2021-09-21T14:30:50Z</dcterms:created>
  <dcterms:modified xsi:type="dcterms:W3CDTF">2025-09-09T16:01:58Z</dcterms:modified>
  <cp:category/>
</cp:coreProperties>
</file>
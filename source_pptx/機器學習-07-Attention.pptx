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327" r:id="rId10"/>
    <p:sldId id="264" r:id="rId11"/>
    <p:sldId id="266" r:id="rId12"/>
    <p:sldId id="267" r:id="rId13"/>
    <p:sldId id="268" r:id="rId14"/>
    <p:sldId id="331" r:id="rId15"/>
    <p:sldId id="269" r:id="rId16"/>
    <p:sldId id="270" r:id="rId17"/>
    <p:sldId id="271" r:id="rId18"/>
    <p:sldId id="272" r:id="rId19"/>
    <p:sldId id="328"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332" r:id="rId39"/>
    <p:sldId id="291" r:id="rId40"/>
    <p:sldId id="292" r:id="rId41"/>
    <p:sldId id="295" r:id="rId42"/>
    <p:sldId id="296" r:id="rId43"/>
    <p:sldId id="297" r:id="rId44"/>
    <p:sldId id="299" r:id="rId45"/>
    <p:sldId id="298" r:id="rId46"/>
    <p:sldId id="300" r:id="rId47"/>
    <p:sldId id="301" r:id="rId48"/>
    <p:sldId id="330" r:id="rId49"/>
    <p:sldId id="304" r:id="rId50"/>
    <p:sldId id="294" r:id="rId51"/>
    <p:sldId id="305" r:id="rId52"/>
    <p:sldId id="306" r:id="rId53"/>
    <p:sldId id="307" r:id="rId54"/>
    <p:sldId id="308" r:id="rId55"/>
    <p:sldId id="329" r:id="rId56"/>
    <p:sldId id="310" r:id="rId57"/>
    <p:sldId id="311" r:id="rId58"/>
    <p:sldId id="312" r:id="rId59"/>
    <p:sldId id="313" r:id="rId60"/>
    <p:sldId id="314" r:id="rId61"/>
    <p:sldId id="315" r:id="rId62"/>
    <p:sldId id="316" r:id="rId63"/>
    <p:sldId id="334" r:id="rId64"/>
    <p:sldId id="335" r:id="rId65"/>
    <p:sldId id="317" r:id="rId66"/>
    <p:sldId id="318" r:id="rId67"/>
    <p:sldId id="319" r:id="rId68"/>
    <p:sldId id="320" r:id="rId69"/>
    <p:sldId id="321" r:id="rId70"/>
    <p:sldId id="322" r:id="rId71"/>
    <p:sldId id="323" r:id="rId72"/>
    <p:sldId id="326" r:id="rId7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00"/>
    <p:restoredTop sz="96247"/>
  </p:normalViewPr>
  <p:slideViewPr>
    <p:cSldViewPr snapToGrid="0">
      <p:cViewPr varScale="1">
        <p:scale>
          <a:sx n="154" d="100"/>
          <a:sy n="154" d="100"/>
        </p:scale>
        <p:origin x="5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俊杰 林" userId="dcfdc803-95d8-409b-8404-351632be86e2" providerId="ADAL" clId="{94E3D6CB-87B8-4140-836D-41B14618E241}"/>
    <pc:docChg chg="undo custSel addSld delSld modSld">
      <pc:chgData name="俊杰 林" userId="dcfdc803-95d8-409b-8404-351632be86e2" providerId="ADAL" clId="{94E3D6CB-87B8-4140-836D-41B14618E241}" dt="2023-01-04T14:53:35.346" v="5437" actId="20577"/>
      <pc:docMkLst>
        <pc:docMk/>
      </pc:docMkLst>
      <pc:sldChg chg="addSp modSp mod">
        <pc:chgData name="俊杰 林" userId="dcfdc803-95d8-409b-8404-351632be86e2" providerId="ADAL" clId="{94E3D6CB-87B8-4140-836D-41B14618E241}" dt="2022-12-28T05:54:14.927" v="1159" actId="20577"/>
        <pc:sldMkLst>
          <pc:docMk/>
          <pc:sldMk cId="2964137436" sldId="256"/>
        </pc:sldMkLst>
        <pc:spChg chg="mod">
          <ac:chgData name="俊杰 林" userId="dcfdc803-95d8-409b-8404-351632be86e2" providerId="ADAL" clId="{94E3D6CB-87B8-4140-836D-41B14618E241}" dt="2022-12-28T03:57:50.008" v="6"/>
          <ac:spMkLst>
            <pc:docMk/>
            <pc:sldMk cId="2964137436" sldId="256"/>
            <ac:spMk id="3" creationId="{4CE3A28C-5F77-064A-1BF0-5B734E45C99D}"/>
          </ac:spMkLst>
        </pc:spChg>
        <pc:spChg chg="add mod">
          <ac:chgData name="俊杰 林" userId="dcfdc803-95d8-409b-8404-351632be86e2" providerId="ADAL" clId="{94E3D6CB-87B8-4140-836D-41B14618E241}" dt="2022-12-28T05:54:14.927" v="1159" actId="20577"/>
          <ac:spMkLst>
            <pc:docMk/>
            <pc:sldMk cId="2964137436" sldId="256"/>
            <ac:spMk id="5" creationId="{1BB16F83-F6DC-C61B-BA00-1BD09E0832E4}"/>
          </ac:spMkLst>
        </pc:spChg>
      </pc:sldChg>
      <pc:sldChg chg="addSp modSp new mod modAnim">
        <pc:chgData name="俊杰 林" userId="dcfdc803-95d8-409b-8404-351632be86e2" providerId="ADAL" clId="{94E3D6CB-87B8-4140-836D-41B14618E241}" dt="2022-12-28T04:12:44.201" v="210" actId="20577"/>
        <pc:sldMkLst>
          <pc:docMk/>
          <pc:sldMk cId="1869271070" sldId="257"/>
        </pc:sldMkLst>
        <pc:spChg chg="mod">
          <ac:chgData name="俊杰 林" userId="dcfdc803-95d8-409b-8404-351632be86e2" providerId="ADAL" clId="{94E3D6CB-87B8-4140-836D-41B14618E241}" dt="2022-12-28T03:59:36.279" v="70" actId="20577"/>
          <ac:spMkLst>
            <pc:docMk/>
            <pc:sldMk cId="1869271070" sldId="257"/>
            <ac:spMk id="2" creationId="{35D1AC02-20D8-072E-544E-E763BC23C11E}"/>
          </ac:spMkLst>
        </pc:spChg>
        <pc:spChg chg="mod">
          <ac:chgData name="俊杰 林" userId="dcfdc803-95d8-409b-8404-351632be86e2" providerId="ADAL" clId="{94E3D6CB-87B8-4140-836D-41B14618E241}" dt="2022-12-28T04:12:44.201" v="210" actId="20577"/>
          <ac:spMkLst>
            <pc:docMk/>
            <pc:sldMk cId="1869271070" sldId="257"/>
            <ac:spMk id="3" creationId="{591E6ACE-75E5-9FDD-E960-29B29810CC4F}"/>
          </ac:spMkLst>
        </pc:spChg>
        <pc:picChg chg="add mod">
          <ac:chgData name="俊杰 林" userId="dcfdc803-95d8-409b-8404-351632be86e2" providerId="ADAL" clId="{94E3D6CB-87B8-4140-836D-41B14618E241}" dt="2022-12-28T04:02:07.250" v="77" actId="1076"/>
          <ac:picMkLst>
            <pc:docMk/>
            <pc:sldMk cId="1869271070" sldId="257"/>
            <ac:picMk id="4" creationId="{7504D24E-47AF-4185-0AAD-7EAE01EA786B}"/>
          </ac:picMkLst>
        </pc:picChg>
        <pc:picChg chg="add mod">
          <ac:chgData name="俊杰 林" userId="dcfdc803-95d8-409b-8404-351632be86e2" providerId="ADAL" clId="{94E3D6CB-87B8-4140-836D-41B14618E241}" dt="2022-12-28T04:11:41.777" v="165" actId="1076"/>
          <ac:picMkLst>
            <pc:docMk/>
            <pc:sldMk cId="1869271070" sldId="257"/>
            <ac:picMk id="5" creationId="{99043604-7941-23E5-7173-9DDE7C43344A}"/>
          </ac:picMkLst>
        </pc:picChg>
      </pc:sldChg>
      <pc:sldChg chg="addSp modSp new mod">
        <pc:chgData name="俊杰 林" userId="dcfdc803-95d8-409b-8404-351632be86e2" providerId="ADAL" clId="{94E3D6CB-87B8-4140-836D-41B14618E241}" dt="2022-12-28T04:16:17.783" v="370" actId="1076"/>
        <pc:sldMkLst>
          <pc:docMk/>
          <pc:sldMk cId="581733423" sldId="258"/>
        </pc:sldMkLst>
        <pc:spChg chg="mod">
          <ac:chgData name="俊杰 林" userId="dcfdc803-95d8-409b-8404-351632be86e2" providerId="ADAL" clId="{94E3D6CB-87B8-4140-836D-41B14618E241}" dt="2022-12-28T04:05:04.978" v="90" actId="20577"/>
          <ac:spMkLst>
            <pc:docMk/>
            <pc:sldMk cId="581733423" sldId="258"/>
            <ac:spMk id="2" creationId="{302F2F2D-4416-4BE9-1FDE-BF4D8346367C}"/>
          </ac:spMkLst>
        </pc:spChg>
        <pc:spChg chg="mod">
          <ac:chgData name="俊杰 林" userId="dcfdc803-95d8-409b-8404-351632be86e2" providerId="ADAL" clId="{94E3D6CB-87B8-4140-836D-41B14618E241}" dt="2022-12-28T04:16:10.226" v="367" actId="14100"/>
          <ac:spMkLst>
            <pc:docMk/>
            <pc:sldMk cId="581733423" sldId="258"/>
            <ac:spMk id="3" creationId="{F9221C3E-7556-E0E0-50C6-F80D9BE76412}"/>
          </ac:spMkLst>
        </pc:spChg>
        <pc:picChg chg="add mod">
          <ac:chgData name="俊杰 林" userId="dcfdc803-95d8-409b-8404-351632be86e2" providerId="ADAL" clId="{94E3D6CB-87B8-4140-836D-41B14618E241}" dt="2022-12-28T04:07:15.689" v="160" actId="1076"/>
          <ac:picMkLst>
            <pc:docMk/>
            <pc:sldMk cId="581733423" sldId="258"/>
            <ac:picMk id="1026" creationId="{77E0DFA3-60B9-424C-4450-3BDC9D415849}"/>
          </ac:picMkLst>
        </pc:picChg>
        <pc:picChg chg="add mod">
          <ac:chgData name="俊杰 林" userId="dcfdc803-95d8-409b-8404-351632be86e2" providerId="ADAL" clId="{94E3D6CB-87B8-4140-836D-41B14618E241}" dt="2022-12-28T04:16:17.783" v="370" actId="1076"/>
          <ac:picMkLst>
            <pc:docMk/>
            <pc:sldMk cId="581733423" sldId="258"/>
            <ac:picMk id="1028" creationId="{BF2769A6-8A28-C0C8-1BAD-13AF13D873DD}"/>
          </ac:picMkLst>
        </pc:picChg>
      </pc:sldChg>
      <pc:sldChg chg="addSp delSp modSp new mod delAnim modAnim">
        <pc:chgData name="俊杰 林" userId="dcfdc803-95d8-409b-8404-351632be86e2" providerId="ADAL" clId="{94E3D6CB-87B8-4140-836D-41B14618E241}" dt="2022-12-28T04:25:21.601" v="542" actId="20577"/>
        <pc:sldMkLst>
          <pc:docMk/>
          <pc:sldMk cId="26270566" sldId="259"/>
        </pc:sldMkLst>
        <pc:spChg chg="mod">
          <ac:chgData name="俊杰 林" userId="dcfdc803-95d8-409b-8404-351632be86e2" providerId="ADAL" clId="{94E3D6CB-87B8-4140-836D-41B14618E241}" dt="2022-12-28T04:19:41" v="373"/>
          <ac:spMkLst>
            <pc:docMk/>
            <pc:sldMk cId="26270566" sldId="259"/>
            <ac:spMk id="2" creationId="{F278CECC-BE05-CB2B-4202-2EA8E819C77D}"/>
          </ac:spMkLst>
        </pc:spChg>
        <pc:spChg chg="mod">
          <ac:chgData name="俊杰 林" userId="dcfdc803-95d8-409b-8404-351632be86e2" providerId="ADAL" clId="{94E3D6CB-87B8-4140-836D-41B14618E241}" dt="2022-12-28T04:25:21.601" v="542" actId="20577"/>
          <ac:spMkLst>
            <pc:docMk/>
            <pc:sldMk cId="26270566" sldId="259"/>
            <ac:spMk id="3" creationId="{1117ACA4-8F86-A135-80FB-ABE557E219D5}"/>
          </ac:spMkLst>
        </pc:spChg>
        <pc:picChg chg="add del mod modCrop">
          <ac:chgData name="俊杰 林" userId="dcfdc803-95d8-409b-8404-351632be86e2" providerId="ADAL" clId="{94E3D6CB-87B8-4140-836D-41B14618E241}" dt="2022-12-28T04:21:41.168" v="442" actId="478"/>
          <ac:picMkLst>
            <pc:docMk/>
            <pc:sldMk cId="26270566" sldId="259"/>
            <ac:picMk id="4" creationId="{B4AB03FC-03A8-7C2E-DA0B-83988336599D}"/>
          </ac:picMkLst>
        </pc:picChg>
        <pc:picChg chg="add mod">
          <ac:chgData name="俊杰 林" userId="dcfdc803-95d8-409b-8404-351632be86e2" providerId="ADAL" clId="{94E3D6CB-87B8-4140-836D-41B14618E241}" dt="2022-12-28T04:24:58.689" v="482" actId="14100"/>
          <ac:picMkLst>
            <pc:docMk/>
            <pc:sldMk cId="26270566" sldId="259"/>
            <ac:picMk id="5" creationId="{10171F82-2620-14D8-18DE-54539247D073}"/>
          </ac:picMkLst>
        </pc:picChg>
      </pc:sldChg>
      <pc:sldChg chg="addSp delSp modSp new mod addAnim delAnim modAnim">
        <pc:chgData name="俊杰 林" userId="dcfdc803-95d8-409b-8404-351632be86e2" providerId="ADAL" clId="{94E3D6CB-87B8-4140-836D-41B14618E241}" dt="2022-12-28T04:30:24.884" v="671" actId="20577"/>
        <pc:sldMkLst>
          <pc:docMk/>
          <pc:sldMk cId="3713335798" sldId="260"/>
        </pc:sldMkLst>
        <pc:spChg chg="mod">
          <ac:chgData name="俊杰 林" userId="dcfdc803-95d8-409b-8404-351632be86e2" providerId="ADAL" clId="{94E3D6CB-87B8-4140-836D-41B14618E241}" dt="2022-12-28T04:25:42.543" v="543"/>
          <ac:spMkLst>
            <pc:docMk/>
            <pc:sldMk cId="3713335798" sldId="260"/>
            <ac:spMk id="2" creationId="{5AC7052A-5C66-E6C2-D116-5050C8DC51FB}"/>
          </ac:spMkLst>
        </pc:spChg>
        <pc:spChg chg="mod">
          <ac:chgData name="俊杰 林" userId="dcfdc803-95d8-409b-8404-351632be86e2" providerId="ADAL" clId="{94E3D6CB-87B8-4140-836D-41B14618E241}" dt="2022-12-28T04:30:24.884" v="671" actId="20577"/>
          <ac:spMkLst>
            <pc:docMk/>
            <pc:sldMk cId="3713335798" sldId="260"/>
            <ac:spMk id="3" creationId="{81B069CC-22CB-368F-98AC-3693809B7E81}"/>
          </ac:spMkLst>
        </pc:spChg>
        <pc:picChg chg="add del mod">
          <ac:chgData name="俊杰 林" userId="dcfdc803-95d8-409b-8404-351632be86e2" providerId="ADAL" clId="{94E3D6CB-87B8-4140-836D-41B14618E241}" dt="2022-12-28T04:29:23.490" v="602" actId="21"/>
          <ac:picMkLst>
            <pc:docMk/>
            <pc:sldMk cId="3713335798" sldId="260"/>
            <ac:picMk id="4" creationId="{A2CD691E-097D-3527-9DA7-2497E2C6D720}"/>
          </ac:picMkLst>
        </pc:picChg>
      </pc:sldChg>
      <pc:sldChg chg="addSp modSp new mod">
        <pc:chgData name="俊杰 林" userId="dcfdc803-95d8-409b-8404-351632be86e2" providerId="ADAL" clId="{94E3D6CB-87B8-4140-836D-41B14618E241}" dt="2022-12-28T05:21:23.515" v="854" actId="14100"/>
        <pc:sldMkLst>
          <pc:docMk/>
          <pc:sldMk cId="1876344237" sldId="261"/>
        </pc:sldMkLst>
        <pc:spChg chg="mod">
          <ac:chgData name="俊杰 林" userId="dcfdc803-95d8-409b-8404-351632be86e2" providerId="ADAL" clId="{94E3D6CB-87B8-4140-836D-41B14618E241}" dt="2022-12-28T04:30:43.705" v="703" actId="20577"/>
          <ac:spMkLst>
            <pc:docMk/>
            <pc:sldMk cId="1876344237" sldId="261"/>
            <ac:spMk id="2" creationId="{A216FE26-B191-8892-113A-3A786DEF2195}"/>
          </ac:spMkLst>
        </pc:spChg>
        <pc:spChg chg="mod">
          <ac:chgData name="俊杰 林" userId="dcfdc803-95d8-409b-8404-351632be86e2" providerId="ADAL" clId="{94E3D6CB-87B8-4140-836D-41B14618E241}" dt="2022-12-28T05:21:16.862" v="853" actId="20577"/>
          <ac:spMkLst>
            <pc:docMk/>
            <pc:sldMk cId="1876344237" sldId="261"/>
            <ac:spMk id="3" creationId="{6A7E1801-60C6-0EAD-213A-1F90D4F0F23B}"/>
          </ac:spMkLst>
        </pc:spChg>
        <pc:picChg chg="add mod">
          <ac:chgData name="俊杰 林" userId="dcfdc803-95d8-409b-8404-351632be86e2" providerId="ADAL" clId="{94E3D6CB-87B8-4140-836D-41B14618E241}" dt="2022-12-28T05:21:23.515" v="854" actId="14100"/>
          <ac:picMkLst>
            <pc:docMk/>
            <pc:sldMk cId="1876344237" sldId="261"/>
            <ac:picMk id="2050" creationId="{A3F77932-5143-5BF1-836E-47A69AAF0C52}"/>
          </ac:picMkLst>
        </pc:picChg>
      </pc:sldChg>
      <pc:sldChg chg="addSp modSp new mod modAnim">
        <pc:chgData name="俊杰 林" userId="dcfdc803-95d8-409b-8404-351632be86e2" providerId="ADAL" clId="{94E3D6CB-87B8-4140-836D-41B14618E241}" dt="2022-12-28T05:24:56.012" v="887" actId="113"/>
        <pc:sldMkLst>
          <pc:docMk/>
          <pc:sldMk cId="2528988286" sldId="262"/>
        </pc:sldMkLst>
        <pc:spChg chg="mod">
          <ac:chgData name="俊杰 林" userId="dcfdc803-95d8-409b-8404-351632be86e2" providerId="ADAL" clId="{94E3D6CB-87B8-4140-836D-41B14618E241}" dt="2022-12-28T05:21:32.764" v="858" actId="20577"/>
          <ac:spMkLst>
            <pc:docMk/>
            <pc:sldMk cId="2528988286" sldId="262"/>
            <ac:spMk id="2" creationId="{B3893D9D-9B75-DA0F-7966-AE7D32D79AB0}"/>
          </ac:spMkLst>
        </pc:spChg>
        <pc:spChg chg="mod">
          <ac:chgData name="俊杰 林" userId="dcfdc803-95d8-409b-8404-351632be86e2" providerId="ADAL" clId="{94E3D6CB-87B8-4140-836D-41B14618E241}" dt="2022-12-28T05:24:56.012" v="887" actId="113"/>
          <ac:spMkLst>
            <pc:docMk/>
            <pc:sldMk cId="2528988286" sldId="262"/>
            <ac:spMk id="3" creationId="{5922A958-27D1-2EAE-F70E-8715B98FD881}"/>
          </ac:spMkLst>
        </pc:spChg>
        <pc:picChg chg="add mod">
          <ac:chgData name="俊杰 林" userId="dcfdc803-95d8-409b-8404-351632be86e2" providerId="ADAL" clId="{94E3D6CB-87B8-4140-836D-41B14618E241}" dt="2022-12-28T05:22:37.083" v="880" actId="14100"/>
          <ac:picMkLst>
            <pc:docMk/>
            <pc:sldMk cId="2528988286" sldId="262"/>
            <ac:picMk id="4" creationId="{844D1DEA-BA94-7B53-A5FD-C23E91EFEB21}"/>
          </ac:picMkLst>
        </pc:picChg>
      </pc:sldChg>
      <pc:sldChg chg="addSp modSp new mod modAnim">
        <pc:chgData name="俊杰 林" userId="dcfdc803-95d8-409b-8404-351632be86e2" providerId="ADAL" clId="{94E3D6CB-87B8-4140-836D-41B14618E241}" dt="2022-12-28T05:57:15.077" v="1170" actId="20577"/>
        <pc:sldMkLst>
          <pc:docMk/>
          <pc:sldMk cId="885858784" sldId="263"/>
        </pc:sldMkLst>
        <pc:spChg chg="mod">
          <ac:chgData name="俊杰 林" userId="dcfdc803-95d8-409b-8404-351632be86e2" providerId="ADAL" clId="{94E3D6CB-87B8-4140-836D-41B14618E241}" dt="2022-12-28T05:24:01.231" v="884"/>
          <ac:spMkLst>
            <pc:docMk/>
            <pc:sldMk cId="885858784" sldId="263"/>
            <ac:spMk id="2" creationId="{E91B5A96-A4C5-E96A-35F8-AD4205707B7B}"/>
          </ac:spMkLst>
        </pc:spChg>
        <pc:spChg chg="mod">
          <ac:chgData name="俊杰 林" userId="dcfdc803-95d8-409b-8404-351632be86e2" providerId="ADAL" clId="{94E3D6CB-87B8-4140-836D-41B14618E241}" dt="2022-12-28T05:57:15.077" v="1170" actId="20577"/>
          <ac:spMkLst>
            <pc:docMk/>
            <pc:sldMk cId="885858784" sldId="263"/>
            <ac:spMk id="3" creationId="{CEEE3A54-42F1-CAC0-0E0C-102E7C4D4514}"/>
          </ac:spMkLst>
        </pc:spChg>
        <pc:picChg chg="add mod">
          <ac:chgData name="俊杰 林" userId="dcfdc803-95d8-409b-8404-351632be86e2" providerId="ADAL" clId="{94E3D6CB-87B8-4140-836D-41B14618E241}" dt="2022-12-28T05:34:23.339" v="959"/>
          <ac:picMkLst>
            <pc:docMk/>
            <pc:sldMk cId="885858784" sldId="263"/>
            <ac:picMk id="4" creationId="{CBF7BF39-7177-BBF7-D4FD-AC8A2314496F}"/>
          </ac:picMkLst>
        </pc:picChg>
        <pc:picChg chg="add mod">
          <ac:chgData name="俊杰 林" userId="dcfdc803-95d8-409b-8404-351632be86e2" providerId="ADAL" clId="{94E3D6CB-87B8-4140-836D-41B14618E241}" dt="2022-12-28T05:56:53.108" v="1166" actId="1076"/>
          <ac:picMkLst>
            <pc:docMk/>
            <pc:sldMk cId="885858784" sldId="263"/>
            <ac:picMk id="5122" creationId="{56B1E7B8-38FD-7A77-41F6-3358D8876E79}"/>
          </ac:picMkLst>
        </pc:picChg>
      </pc:sldChg>
      <pc:sldChg chg="addSp delSp modSp new mod modAnim">
        <pc:chgData name="俊杰 林" userId="dcfdc803-95d8-409b-8404-351632be86e2" providerId="ADAL" clId="{94E3D6CB-87B8-4140-836D-41B14618E241}" dt="2022-12-28T05:34:40.318" v="963"/>
        <pc:sldMkLst>
          <pc:docMk/>
          <pc:sldMk cId="4178212072" sldId="264"/>
        </pc:sldMkLst>
        <pc:spChg chg="mod">
          <ac:chgData name="俊杰 林" userId="dcfdc803-95d8-409b-8404-351632be86e2" providerId="ADAL" clId="{94E3D6CB-87B8-4140-836D-41B14618E241}" dt="2022-12-28T05:34:40.318" v="963"/>
          <ac:spMkLst>
            <pc:docMk/>
            <pc:sldMk cId="4178212072" sldId="264"/>
            <ac:spMk id="2" creationId="{93124AF4-A9FF-F623-71D9-C218E4BFFF5C}"/>
          </ac:spMkLst>
        </pc:spChg>
        <pc:spChg chg="del">
          <ac:chgData name="俊杰 林" userId="dcfdc803-95d8-409b-8404-351632be86e2" providerId="ADAL" clId="{94E3D6CB-87B8-4140-836D-41B14618E241}" dt="2022-12-28T05:34:32.638" v="961"/>
          <ac:spMkLst>
            <pc:docMk/>
            <pc:sldMk cId="4178212072" sldId="264"/>
            <ac:spMk id="3" creationId="{9726BB0B-AF20-53F2-13E8-94B8860158DC}"/>
          </ac:spMkLst>
        </pc:spChg>
        <pc:picChg chg="add mod">
          <ac:chgData name="俊杰 林" userId="dcfdc803-95d8-409b-8404-351632be86e2" providerId="ADAL" clId="{94E3D6CB-87B8-4140-836D-41B14618E241}" dt="2022-12-28T05:34:32.638" v="961"/>
          <ac:picMkLst>
            <pc:docMk/>
            <pc:sldMk cId="4178212072" sldId="264"/>
            <ac:picMk id="4" creationId="{89E739AA-C1FE-DC56-E439-5CCF751FF997}"/>
          </ac:picMkLst>
        </pc:picChg>
      </pc:sldChg>
      <pc:sldChg chg="modSp new mod">
        <pc:chgData name="俊杰 林" userId="dcfdc803-95d8-409b-8404-351632be86e2" providerId="ADAL" clId="{94E3D6CB-87B8-4140-836D-41B14618E241}" dt="2022-12-28T05:36:21.434" v="985" actId="20577"/>
        <pc:sldMkLst>
          <pc:docMk/>
          <pc:sldMk cId="4290285520" sldId="265"/>
        </pc:sldMkLst>
        <pc:spChg chg="mod">
          <ac:chgData name="俊杰 林" userId="dcfdc803-95d8-409b-8404-351632be86e2" providerId="ADAL" clId="{94E3D6CB-87B8-4140-836D-41B14618E241}" dt="2022-12-28T05:35:39.038" v="966"/>
          <ac:spMkLst>
            <pc:docMk/>
            <pc:sldMk cId="4290285520" sldId="265"/>
            <ac:spMk id="2" creationId="{3B309D68-3294-95AD-0A87-06A4470CB6CE}"/>
          </ac:spMkLst>
        </pc:spChg>
        <pc:spChg chg="mod">
          <ac:chgData name="俊杰 林" userId="dcfdc803-95d8-409b-8404-351632be86e2" providerId="ADAL" clId="{94E3D6CB-87B8-4140-836D-41B14618E241}" dt="2022-12-28T05:36:21.434" v="985" actId="20577"/>
          <ac:spMkLst>
            <pc:docMk/>
            <pc:sldMk cId="4290285520" sldId="265"/>
            <ac:spMk id="3" creationId="{2A5A1865-0BCB-5CE6-4AEB-C90754077212}"/>
          </ac:spMkLst>
        </pc:spChg>
      </pc:sldChg>
      <pc:sldChg chg="addSp modSp new mod modAnim">
        <pc:chgData name="俊杰 林" userId="dcfdc803-95d8-409b-8404-351632be86e2" providerId="ADAL" clId="{94E3D6CB-87B8-4140-836D-41B14618E241}" dt="2022-12-28T05:38:26.662" v="1037" actId="20577"/>
        <pc:sldMkLst>
          <pc:docMk/>
          <pc:sldMk cId="3561643036" sldId="266"/>
        </pc:sldMkLst>
        <pc:spChg chg="mod">
          <ac:chgData name="俊杰 林" userId="dcfdc803-95d8-409b-8404-351632be86e2" providerId="ADAL" clId="{94E3D6CB-87B8-4140-836D-41B14618E241}" dt="2022-12-28T05:36:41.983" v="1006" actId="20577"/>
          <ac:spMkLst>
            <pc:docMk/>
            <pc:sldMk cId="3561643036" sldId="266"/>
            <ac:spMk id="2" creationId="{A465BBF7-E4C9-ED8E-8E45-8431E32FA277}"/>
          </ac:spMkLst>
        </pc:spChg>
        <pc:spChg chg="mod">
          <ac:chgData name="俊杰 林" userId="dcfdc803-95d8-409b-8404-351632be86e2" providerId="ADAL" clId="{94E3D6CB-87B8-4140-836D-41B14618E241}" dt="2022-12-28T05:38:26.662" v="1037" actId="20577"/>
          <ac:spMkLst>
            <pc:docMk/>
            <pc:sldMk cId="3561643036" sldId="266"/>
            <ac:spMk id="3" creationId="{5210AF5B-20CF-AF5E-FE52-4FDC2E8EFFD8}"/>
          </ac:spMkLst>
        </pc:spChg>
        <pc:picChg chg="add mod">
          <ac:chgData name="俊杰 林" userId="dcfdc803-95d8-409b-8404-351632be86e2" providerId="ADAL" clId="{94E3D6CB-87B8-4140-836D-41B14618E241}" dt="2022-12-28T05:37:23.528" v="1014" actId="1076"/>
          <ac:picMkLst>
            <pc:docMk/>
            <pc:sldMk cId="3561643036" sldId="266"/>
            <ac:picMk id="4" creationId="{FD55220E-DC83-8E11-2AE1-14DA0BAF5266}"/>
          </ac:picMkLst>
        </pc:picChg>
      </pc:sldChg>
      <pc:sldChg chg="addSp delSp modSp new mod modAnim">
        <pc:chgData name="俊杰 林" userId="dcfdc803-95d8-409b-8404-351632be86e2" providerId="ADAL" clId="{94E3D6CB-87B8-4140-836D-41B14618E241}" dt="2022-12-28T05:39:00.957" v="1040"/>
        <pc:sldMkLst>
          <pc:docMk/>
          <pc:sldMk cId="3981585175" sldId="267"/>
        </pc:sldMkLst>
        <pc:spChg chg="mod">
          <ac:chgData name="俊杰 林" userId="dcfdc803-95d8-409b-8404-351632be86e2" providerId="ADAL" clId="{94E3D6CB-87B8-4140-836D-41B14618E241}" dt="2022-12-28T05:39:00.957" v="1040"/>
          <ac:spMkLst>
            <pc:docMk/>
            <pc:sldMk cId="3981585175" sldId="267"/>
            <ac:spMk id="2" creationId="{A1F56809-A55E-0F8C-D682-40D27B33B406}"/>
          </ac:spMkLst>
        </pc:spChg>
        <pc:spChg chg="del">
          <ac:chgData name="俊杰 林" userId="dcfdc803-95d8-409b-8404-351632be86e2" providerId="ADAL" clId="{94E3D6CB-87B8-4140-836D-41B14618E241}" dt="2022-12-28T05:38:55.077" v="1039"/>
          <ac:spMkLst>
            <pc:docMk/>
            <pc:sldMk cId="3981585175" sldId="267"/>
            <ac:spMk id="3" creationId="{2E21102E-A20C-3D2A-0238-11F57F6D0AE7}"/>
          </ac:spMkLst>
        </pc:spChg>
        <pc:picChg chg="add mod">
          <ac:chgData name="俊杰 林" userId="dcfdc803-95d8-409b-8404-351632be86e2" providerId="ADAL" clId="{94E3D6CB-87B8-4140-836D-41B14618E241}" dt="2022-12-28T05:38:55.077" v="1039"/>
          <ac:picMkLst>
            <pc:docMk/>
            <pc:sldMk cId="3981585175" sldId="267"/>
            <ac:picMk id="4" creationId="{DBE84F70-AA5D-97EF-AEFC-165D883A1CAD}"/>
          </ac:picMkLst>
        </pc:picChg>
      </pc:sldChg>
      <pc:sldChg chg="addSp modSp new mod">
        <pc:chgData name="俊杰 林" userId="dcfdc803-95d8-409b-8404-351632be86e2" providerId="ADAL" clId="{94E3D6CB-87B8-4140-836D-41B14618E241}" dt="2022-12-28T05:47:39.366" v="1082" actId="14100"/>
        <pc:sldMkLst>
          <pc:docMk/>
          <pc:sldMk cId="465079889" sldId="268"/>
        </pc:sldMkLst>
        <pc:spChg chg="mod">
          <ac:chgData name="俊杰 林" userId="dcfdc803-95d8-409b-8404-351632be86e2" providerId="ADAL" clId="{94E3D6CB-87B8-4140-836D-41B14618E241}" dt="2022-12-28T05:45:12.931" v="1043"/>
          <ac:spMkLst>
            <pc:docMk/>
            <pc:sldMk cId="465079889" sldId="268"/>
            <ac:spMk id="2" creationId="{B1861740-EAB2-FD23-0E13-C79BDAE5CD5A}"/>
          </ac:spMkLst>
        </pc:spChg>
        <pc:spChg chg="mod">
          <ac:chgData name="俊杰 林" userId="dcfdc803-95d8-409b-8404-351632be86e2" providerId="ADAL" clId="{94E3D6CB-87B8-4140-836D-41B14618E241}" dt="2022-12-28T05:47:35.856" v="1081" actId="20577"/>
          <ac:spMkLst>
            <pc:docMk/>
            <pc:sldMk cId="465079889" sldId="268"/>
            <ac:spMk id="3" creationId="{AC406601-E517-BAEE-FC40-4CF90FC4C9CC}"/>
          </ac:spMkLst>
        </pc:spChg>
        <pc:picChg chg="add mod">
          <ac:chgData name="俊杰 林" userId="dcfdc803-95d8-409b-8404-351632be86e2" providerId="ADAL" clId="{94E3D6CB-87B8-4140-836D-41B14618E241}" dt="2022-12-28T05:47:39.366" v="1082" actId="14100"/>
          <ac:picMkLst>
            <pc:docMk/>
            <pc:sldMk cId="465079889" sldId="268"/>
            <ac:picMk id="3074" creationId="{903F55F5-6F62-D0F0-E9DF-7B9936FBBEC4}"/>
          </ac:picMkLst>
        </pc:picChg>
      </pc:sldChg>
      <pc:sldChg chg="addSp modSp new mod">
        <pc:chgData name="俊杰 林" userId="dcfdc803-95d8-409b-8404-351632be86e2" providerId="ADAL" clId="{94E3D6CB-87B8-4140-836D-41B14618E241}" dt="2022-12-28T06:04:09.603" v="1185" actId="6549"/>
        <pc:sldMkLst>
          <pc:docMk/>
          <pc:sldMk cId="2495498582" sldId="269"/>
        </pc:sldMkLst>
        <pc:spChg chg="mod">
          <ac:chgData name="俊杰 林" userId="dcfdc803-95d8-409b-8404-351632be86e2" providerId="ADAL" clId="{94E3D6CB-87B8-4140-836D-41B14618E241}" dt="2022-12-28T05:50:25.500" v="1129" actId="20577"/>
          <ac:spMkLst>
            <pc:docMk/>
            <pc:sldMk cId="2495498582" sldId="269"/>
            <ac:spMk id="2" creationId="{00125112-F99E-4C2B-EEAE-C62E9C7F1C4D}"/>
          </ac:spMkLst>
        </pc:spChg>
        <pc:spChg chg="mod">
          <ac:chgData name="俊杰 林" userId="dcfdc803-95d8-409b-8404-351632be86e2" providerId="ADAL" clId="{94E3D6CB-87B8-4140-836D-41B14618E241}" dt="2022-12-28T06:04:09.603" v="1185" actId="6549"/>
          <ac:spMkLst>
            <pc:docMk/>
            <pc:sldMk cId="2495498582" sldId="269"/>
            <ac:spMk id="3" creationId="{7A108276-D9E8-60CC-A8CE-305D412F03CB}"/>
          </ac:spMkLst>
        </pc:spChg>
        <pc:picChg chg="add mod">
          <ac:chgData name="俊杰 林" userId="dcfdc803-95d8-409b-8404-351632be86e2" providerId="ADAL" clId="{94E3D6CB-87B8-4140-836D-41B14618E241}" dt="2022-12-28T05:53:58.244" v="1133" actId="14100"/>
          <ac:picMkLst>
            <pc:docMk/>
            <pc:sldMk cId="2495498582" sldId="269"/>
            <ac:picMk id="4098" creationId="{D34DBBF7-84F0-3A0D-A256-9FE5753C0F7E}"/>
          </ac:picMkLst>
        </pc:picChg>
        <pc:picChg chg="add mod">
          <ac:chgData name="俊杰 林" userId="dcfdc803-95d8-409b-8404-351632be86e2" providerId="ADAL" clId="{94E3D6CB-87B8-4140-836D-41B14618E241}" dt="2022-12-28T06:03:01.237" v="1176" actId="1076"/>
          <ac:picMkLst>
            <pc:docMk/>
            <pc:sldMk cId="2495498582" sldId="269"/>
            <ac:picMk id="4100" creationId="{7C837092-D83E-2FE3-F63E-30C246896A7A}"/>
          </ac:picMkLst>
        </pc:picChg>
      </pc:sldChg>
      <pc:sldChg chg="addSp delSp modSp new mod modAnim">
        <pc:chgData name="俊杰 林" userId="dcfdc803-95d8-409b-8404-351632be86e2" providerId="ADAL" clId="{94E3D6CB-87B8-4140-836D-41B14618E241}" dt="2022-12-28T06:13:32.045" v="1416" actId="20577"/>
        <pc:sldMkLst>
          <pc:docMk/>
          <pc:sldMk cId="3900104303" sldId="270"/>
        </pc:sldMkLst>
        <pc:spChg chg="mod">
          <ac:chgData name="俊杰 林" userId="dcfdc803-95d8-409b-8404-351632be86e2" providerId="ADAL" clId="{94E3D6CB-87B8-4140-836D-41B14618E241}" dt="2022-12-28T06:05:13.494" v="1222"/>
          <ac:spMkLst>
            <pc:docMk/>
            <pc:sldMk cId="3900104303" sldId="270"/>
            <ac:spMk id="2" creationId="{02739B36-D1E3-30AE-9AC8-8F5D68098CD6}"/>
          </ac:spMkLst>
        </pc:spChg>
        <pc:spChg chg="mod">
          <ac:chgData name="俊杰 林" userId="dcfdc803-95d8-409b-8404-351632be86e2" providerId="ADAL" clId="{94E3D6CB-87B8-4140-836D-41B14618E241}" dt="2022-12-28T06:13:32.045" v="1416" actId="20577"/>
          <ac:spMkLst>
            <pc:docMk/>
            <pc:sldMk cId="3900104303" sldId="270"/>
            <ac:spMk id="3" creationId="{7F54BD5D-DDAE-362A-4AD1-1AF45B34C2E3}"/>
          </ac:spMkLst>
        </pc:spChg>
        <pc:spChg chg="add mod topLvl">
          <ac:chgData name="俊杰 林" userId="dcfdc803-95d8-409b-8404-351632be86e2" providerId="ADAL" clId="{94E3D6CB-87B8-4140-836D-41B14618E241}" dt="2022-12-28T06:12:20.781" v="1333" actId="14100"/>
          <ac:spMkLst>
            <pc:docMk/>
            <pc:sldMk cId="3900104303" sldId="270"/>
            <ac:spMk id="6" creationId="{A10897F5-D978-8B2C-463C-55E5AFA9F131}"/>
          </ac:spMkLst>
        </pc:spChg>
        <pc:grpChg chg="add del mod">
          <ac:chgData name="俊杰 林" userId="dcfdc803-95d8-409b-8404-351632be86e2" providerId="ADAL" clId="{94E3D6CB-87B8-4140-836D-41B14618E241}" dt="2022-12-28T06:12:13.552" v="1330" actId="165"/>
          <ac:grpSpMkLst>
            <pc:docMk/>
            <pc:sldMk cId="3900104303" sldId="270"/>
            <ac:grpSpMk id="7" creationId="{65F5B7E3-84EC-6821-D49C-8067374F4853}"/>
          </ac:grpSpMkLst>
        </pc:grpChg>
        <pc:picChg chg="add mod">
          <ac:chgData name="俊杰 林" userId="dcfdc803-95d8-409b-8404-351632be86e2" providerId="ADAL" clId="{94E3D6CB-87B8-4140-836D-41B14618E241}" dt="2022-12-28T06:12:06.980" v="1329" actId="1076"/>
          <ac:picMkLst>
            <pc:docMk/>
            <pc:sldMk cId="3900104303" sldId="270"/>
            <ac:picMk id="6146" creationId="{43B816C7-6398-8CAA-21FB-E72DBC8EA364}"/>
          </ac:picMkLst>
        </pc:picChg>
        <pc:picChg chg="add mod topLvl">
          <ac:chgData name="俊杰 林" userId="dcfdc803-95d8-409b-8404-351632be86e2" providerId="ADAL" clId="{94E3D6CB-87B8-4140-836D-41B14618E241}" dt="2022-12-28T06:12:17.059" v="1332" actId="14100"/>
          <ac:picMkLst>
            <pc:docMk/>
            <pc:sldMk cId="3900104303" sldId="270"/>
            <ac:picMk id="6148" creationId="{D289CC1B-A881-583F-80D6-76555FEB44A1}"/>
          </ac:picMkLst>
        </pc:picChg>
        <pc:cxnChg chg="add del mod">
          <ac:chgData name="俊杰 林" userId="dcfdc803-95d8-409b-8404-351632be86e2" providerId="ADAL" clId="{94E3D6CB-87B8-4140-836D-41B14618E241}" dt="2022-12-28T06:11:22.541" v="1317" actId="478"/>
          <ac:cxnSpMkLst>
            <pc:docMk/>
            <pc:sldMk cId="3900104303" sldId="270"/>
            <ac:cxnSpMk id="5" creationId="{8A517007-ADD9-585D-8605-E8CA346F7288}"/>
          </ac:cxnSpMkLst>
        </pc:cxnChg>
      </pc:sldChg>
      <pc:sldChg chg="addSp modSp new mod">
        <pc:chgData name="俊杰 林" userId="dcfdc803-95d8-409b-8404-351632be86e2" providerId="ADAL" clId="{94E3D6CB-87B8-4140-836D-41B14618E241}" dt="2022-12-28T07:04:59.215" v="1422" actId="1076"/>
        <pc:sldMkLst>
          <pc:docMk/>
          <pc:sldMk cId="2656138586" sldId="271"/>
        </pc:sldMkLst>
        <pc:spChg chg="mod">
          <ac:chgData name="俊杰 林" userId="dcfdc803-95d8-409b-8404-351632be86e2" providerId="ADAL" clId="{94E3D6CB-87B8-4140-836D-41B14618E241}" dt="2022-12-28T06:06:57.138" v="1307" actId="20577"/>
          <ac:spMkLst>
            <pc:docMk/>
            <pc:sldMk cId="2656138586" sldId="271"/>
            <ac:spMk id="2" creationId="{C87E5F4A-289E-6FBA-81BE-C6BB140027A9}"/>
          </ac:spMkLst>
        </pc:spChg>
        <pc:spChg chg="mod">
          <ac:chgData name="俊杰 林" userId="dcfdc803-95d8-409b-8404-351632be86e2" providerId="ADAL" clId="{94E3D6CB-87B8-4140-836D-41B14618E241}" dt="2022-12-28T07:04:33.466" v="1417"/>
          <ac:spMkLst>
            <pc:docMk/>
            <pc:sldMk cId="2656138586" sldId="271"/>
            <ac:spMk id="3" creationId="{D2AEB8D2-78E3-4A21-53ED-1BBD86933EF5}"/>
          </ac:spMkLst>
        </pc:spChg>
        <pc:picChg chg="add mod">
          <ac:chgData name="俊杰 林" userId="dcfdc803-95d8-409b-8404-351632be86e2" providerId="ADAL" clId="{94E3D6CB-87B8-4140-836D-41B14618E241}" dt="2022-12-28T07:04:59.215" v="1422" actId="1076"/>
          <ac:picMkLst>
            <pc:docMk/>
            <pc:sldMk cId="2656138586" sldId="271"/>
            <ac:picMk id="7170" creationId="{557CFFEC-0A62-FC92-4568-15239A124DB6}"/>
          </ac:picMkLst>
        </pc:picChg>
      </pc:sldChg>
      <pc:sldChg chg="addSp modSp new mod">
        <pc:chgData name="俊杰 林" userId="dcfdc803-95d8-409b-8404-351632be86e2" providerId="ADAL" clId="{94E3D6CB-87B8-4140-836D-41B14618E241}" dt="2022-12-28T07:15:11.607" v="1592" actId="20577"/>
        <pc:sldMkLst>
          <pc:docMk/>
          <pc:sldMk cId="2903115437" sldId="272"/>
        </pc:sldMkLst>
        <pc:spChg chg="mod">
          <ac:chgData name="俊杰 林" userId="dcfdc803-95d8-409b-8404-351632be86e2" providerId="ADAL" clId="{94E3D6CB-87B8-4140-836D-41B14618E241}" dt="2022-12-28T07:08:41.805" v="1445" actId="207"/>
          <ac:spMkLst>
            <pc:docMk/>
            <pc:sldMk cId="2903115437" sldId="272"/>
            <ac:spMk id="2" creationId="{C5055C74-E36E-7B88-5FD2-3C1686072D35}"/>
          </ac:spMkLst>
        </pc:spChg>
        <pc:spChg chg="mod">
          <ac:chgData name="俊杰 林" userId="dcfdc803-95d8-409b-8404-351632be86e2" providerId="ADAL" clId="{94E3D6CB-87B8-4140-836D-41B14618E241}" dt="2022-12-28T07:15:11.607" v="1592" actId="20577"/>
          <ac:spMkLst>
            <pc:docMk/>
            <pc:sldMk cId="2903115437" sldId="272"/>
            <ac:spMk id="3" creationId="{1090A525-4C19-D93F-E381-F7D2B6AE955C}"/>
          </ac:spMkLst>
        </pc:spChg>
        <pc:picChg chg="add mod">
          <ac:chgData name="俊杰 林" userId="dcfdc803-95d8-409b-8404-351632be86e2" providerId="ADAL" clId="{94E3D6CB-87B8-4140-836D-41B14618E241}" dt="2022-12-28T07:11:06.899" v="1494" actId="1076"/>
          <ac:picMkLst>
            <pc:docMk/>
            <pc:sldMk cId="2903115437" sldId="272"/>
            <ac:picMk id="8194" creationId="{C6736AF7-EE86-6C44-6C9B-7B96B86D97E7}"/>
          </ac:picMkLst>
        </pc:picChg>
      </pc:sldChg>
      <pc:sldChg chg="addSp modSp new mod">
        <pc:chgData name="俊杰 林" userId="dcfdc803-95d8-409b-8404-351632be86e2" providerId="ADAL" clId="{94E3D6CB-87B8-4140-836D-41B14618E241}" dt="2022-12-28T07:14:16.979" v="1587" actId="1076"/>
        <pc:sldMkLst>
          <pc:docMk/>
          <pc:sldMk cId="716658997" sldId="273"/>
        </pc:sldMkLst>
        <pc:spChg chg="mod">
          <ac:chgData name="俊杰 林" userId="dcfdc803-95d8-409b-8404-351632be86e2" providerId="ADAL" clId="{94E3D6CB-87B8-4140-836D-41B14618E241}" dt="2022-12-28T07:13:53.418" v="1583"/>
          <ac:spMkLst>
            <pc:docMk/>
            <pc:sldMk cId="716658997" sldId="273"/>
            <ac:spMk id="2" creationId="{8E546F00-44CC-851D-59AD-D2E5DF935B9A}"/>
          </ac:spMkLst>
        </pc:spChg>
        <pc:spChg chg="mod">
          <ac:chgData name="俊杰 林" userId="dcfdc803-95d8-409b-8404-351632be86e2" providerId="ADAL" clId="{94E3D6CB-87B8-4140-836D-41B14618E241}" dt="2022-12-28T07:14:11.519" v="1585"/>
          <ac:spMkLst>
            <pc:docMk/>
            <pc:sldMk cId="716658997" sldId="273"/>
            <ac:spMk id="3" creationId="{B75F8958-F81D-B3FA-A4B6-1FC0C6D11EAB}"/>
          </ac:spMkLst>
        </pc:spChg>
        <pc:picChg chg="add mod">
          <ac:chgData name="俊杰 林" userId="dcfdc803-95d8-409b-8404-351632be86e2" providerId="ADAL" clId="{94E3D6CB-87B8-4140-836D-41B14618E241}" dt="2022-12-28T07:14:16.979" v="1587" actId="1076"/>
          <ac:picMkLst>
            <pc:docMk/>
            <pc:sldMk cId="716658997" sldId="273"/>
            <ac:picMk id="9218" creationId="{C80378EF-C54E-BB7D-6A1E-C9E08089CF9B}"/>
          </ac:picMkLst>
        </pc:picChg>
      </pc:sldChg>
      <pc:sldChg chg="addSp modSp new mod">
        <pc:chgData name="俊杰 林" userId="dcfdc803-95d8-409b-8404-351632be86e2" providerId="ADAL" clId="{94E3D6CB-87B8-4140-836D-41B14618E241}" dt="2022-12-28T11:46:16.313" v="1722" actId="14100"/>
        <pc:sldMkLst>
          <pc:docMk/>
          <pc:sldMk cId="2448715845" sldId="274"/>
        </pc:sldMkLst>
        <pc:spChg chg="mod">
          <ac:chgData name="俊杰 林" userId="dcfdc803-95d8-409b-8404-351632be86e2" providerId="ADAL" clId="{94E3D6CB-87B8-4140-836D-41B14618E241}" dt="2022-12-28T07:15:48.561" v="1594"/>
          <ac:spMkLst>
            <pc:docMk/>
            <pc:sldMk cId="2448715845" sldId="274"/>
            <ac:spMk id="2" creationId="{C1D829C7-58DE-5CFF-39F6-8FDD3844404A}"/>
          </ac:spMkLst>
        </pc:spChg>
        <pc:spChg chg="mod">
          <ac:chgData name="俊杰 林" userId="dcfdc803-95d8-409b-8404-351632be86e2" providerId="ADAL" clId="{94E3D6CB-87B8-4140-836D-41B14618E241}" dt="2022-12-28T11:45:37.770" v="1712" actId="948"/>
          <ac:spMkLst>
            <pc:docMk/>
            <pc:sldMk cId="2448715845" sldId="274"/>
            <ac:spMk id="3" creationId="{84303BB1-A052-86A6-F87C-299A20E3A44B}"/>
          </ac:spMkLst>
        </pc:spChg>
        <pc:spChg chg="add mod">
          <ac:chgData name="俊杰 林" userId="dcfdc803-95d8-409b-8404-351632be86e2" providerId="ADAL" clId="{94E3D6CB-87B8-4140-836D-41B14618E241}" dt="2022-12-28T11:46:16.313" v="1722" actId="14100"/>
          <ac:spMkLst>
            <pc:docMk/>
            <pc:sldMk cId="2448715845" sldId="274"/>
            <ac:spMk id="4" creationId="{5881263D-7DD3-0C42-916C-661B727E631C}"/>
          </ac:spMkLst>
        </pc:spChg>
        <pc:picChg chg="add mod">
          <ac:chgData name="俊杰 林" userId="dcfdc803-95d8-409b-8404-351632be86e2" providerId="ADAL" clId="{94E3D6CB-87B8-4140-836D-41B14618E241}" dt="2022-12-28T11:45:42.633" v="1713" actId="14100"/>
          <ac:picMkLst>
            <pc:docMk/>
            <pc:sldMk cId="2448715845" sldId="274"/>
            <ac:picMk id="10242" creationId="{C9200595-5A03-04FC-952B-CA66AE7E1058}"/>
          </ac:picMkLst>
        </pc:picChg>
      </pc:sldChg>
      <pc:sldChg chg="modSp new mod">
        <pc:chgData name="俊杰 林" userId="dcfdc803-95d8-409b-8404-351632be86e2" providerId="ADAL" clId="{94E3D6CB-87B8-4140-836D-41B14618E241}" dt="2022-12-28T11:48:40.357" v="1751" actId="20577"/>
        <pc:sldMkLst>
          <pc:docMk/>
          <pc:sldMk cId="3207571159" sldId="275"/>
        </pc:sldMkLst>
        <pc:spChg chg="mod">
          <ac:chgData name="俊杰 林" userId="dcfdc803-95d8-409b-8404-351632be86e2" providerId="ADAL" clId="{94E3D6CB-87B8-4140-836D-41B14618E241}" dt="2022-12-28T11:46:39.068" v="1723"/>
          <ac:spMkLst>
            <pc:docMk/>
            <pc:sldMk cId="3207571159" sldId="275"/>
            <ac:spMk id="2" creationId="{5CA6B585-6A09-D577-5018-BABCDCB3CD90}"/>
          </ac:spMkLst>
        </pc:spChg>
        <pc:spChg chg="mod">
          <ac:chgData name="俊杰 林" userId="dcfdc803-95d8-409b-8404-351632be86e2" providerId="ADAL" clId="{94E3D6CB-87B8-4140-836D-41B14618E241}" dt="2022-12-28T11:48:40.357" v="1751" actId="20577"/>
          <ac:spMkLst>
            <pc:docMk/>
            <pc:sldMk cId="3207571159" sldId="275"/>
            <ac:spMk id="3" creationId="{FC80812D-021F-C194-700F-3DB578EF9B2B}"/>
          </ac:spMkLst>
        </pc:spChg>
      </pc:sldChg>
      <pc:sldChg chg="addSp modSp new mod">
        <pc:chgData name="俊杰 林" userId="dcfdc803-95d8-409b-8404-351632be86e2" providerId="ADAL" clId="{94E3D6CB-87B8-4140-836D-41B14618E241}" dt="2022-12-28T11:52:33.178" v="1790" actId="20577"/>
        <pc:sldMkLst>
          <pc:docMk/>
          <pc:sldMk cId="1910124612" sldId="276"/>
        </pc:sldMkLst>
        <pc:spChg chg="mod">
          <ac:chgData name="俊杰 林" userId="dcfdc803-95d8-409b-8404-351632be86e2" providerId="ADAL" clId="{94E3D6CB-87B8-4140-836D-41B14618E241}" dt="2022-12-28T11:48:55.669" v="1753"/>
          <ac:spMkLst>
            <pc:docMk/>
            <pc:sldMk cId="1910124612" sldId="276"/>
            <ac:spMk id="2" creationId="{5253ABBF-4D21-0E58-1AB7-3472DEABF10E}"/>
          </ac:spMkLst>
        </pc:spChg>
        <pc:spChg chg="mod">
          <ac:chgData name="俊杰 林" userId="dcfdc803-95d8-409b-8404-351632be86e2" providerId="ADAL" clId="{94E3D6CB-87B8-4140-836D-41B14618E241}" dt="2022-12-28T11:50:48.547" v="1771" actId="14100"/>
          <ac:spMkLst>
            <pc:docMk/>
            <pc:sldMk cId="1910124612" sldId="276"/>
            <ac:spMk id="3" creationId="{320CA369-F855-90A5-DB7D-5ECB316EE7F0}"/>
          </ac:spMkLst>
        </pc:spChg>
        <pc:spChg chg="add mod">
          <ac:chgData name="俊杰 林" userId="dcfdc803-95d8-409b-8404-351632be86e2" providerId="ADAL" clId="{94E3D6CB-87B8-4140-836D-41B14618E241}" dt="2022-12-28T11:51:22.965" v="1782" actId="14100"/>
          <ac:spMkLst>
            <pc:docMk/>
            <pc:sldMk cId="1910124612" sldId="276"/>
            <ac:spMk id="4" creationId="{948730C3-3726-8A7B-6066-5B6852E01B6F}"/>
          </ac:spMkLst>
        </pc:spChg>
        <pc:spChg chg="add mod">
          <ac:chgData name="俊杰 林" userId="dcfdc803-95d8-409b-8404-351632be86e2" providerId="ADAL" clId="{94E3D6CB-87B8-4140-836D-41B14618E241}" dt="2022-12-28T11:52:33.178" v="1790" actId="20577"/>
          <ac:spMkLst>
            <pc:docMk/>
            <pc:sldMk cId="1910124612" sldId="276"/>
            <ac:spMk id="6" creationId="{9C6900D5-F7D5-B7A9-6A32-AB43E5D31FC1}"/>
          </ac:spMkLst>
        </pc:spChg>
        <pc:picChg chg="add mod">
          <ac:chgData name="俊杰 林" userId="dcfdc803-95d8-409b-8404-351632be86e2" providerId="ADAL" clId="{94E3D6CB-87B8-4140-836D-41B14618E241}" dt="2022-12-28T11:51:10.414" v="1780" actId="1076"/>
          <ac:picMkLst>
            <pc:docMk/>
            <pc:sldMk cId="1910124612" sldId="276"/>
            <ac:picMk id="11266" creationId="{2E438471-C533-488E-CEF1-EFF1A3DE8BB1}"/>
          </ac:picMkLst>
        </pc:picChg>
      </pc:sldChg>
      <pc:sldChg chg="modSp new mod">
        <pc:chgData name="俊杰 林" userId="dcfdc803-95d8-409b-8404-351632be86e2" providerId="ADAL" clId="{94E3D6CB-87B8-4140-836D-41B14618E241}" dt="2022-12-28T11:58:09.483" v="2029" actId="115"/>
        <pc:sldMkLst>
          <pc:docMk/>
          <pc:sldMk cId="193752639" sldId="277"/>
        </pc:sldMkLst>
        <pc:spChg chg="mod">
          <ac:chgData name="俊杰 林" userId="dcfdc803-95d8-409b-8404-351632be86e2" providerId="ADAL" clId="{94E3D6CB-87B8-4140-836D-41B14618E241}" dt="2022-12-28T11:52:56.150" v="1793"/>
          <ac:spMkLst>
            <pc:docMk/>
            <pc:sldMk cId="193752639" sldId="277"/>
            <ac:spMk id="2" creationId="{DE4F5233-E7DB-2C09-3617-D1EAACDC9705}"/>
          </ac:spMkLst>
        </pc:spChg>
        <pc:spChg chg="mod">
          <ac:chgData name="俊杰 林" userId="dcfdc803-95d8-409b-8404-351632be86e2" providerId="ADAL" clId="{94E3D6CB-87B8-4140-836D-41B14618E241}" dt="2022-12-28T11:58:09.483" v="2029" actId="115"/>
          <ac:spMkLst>
            <pc:docMk/>
            <pc:sldMk cId="193752639" sldId="277"/>
            <ac:spMk id="3" creationId="{2FE01CEA-CDF1-E35C-DE23-A923E28505EA}"/>
          </ac:spMkLst>
        </pc:spChg>
      </pc:sldChg>
      <pc:sldChg chg="addSp modSp new mod">
        <pc:chgData name="俊杰 林" userId="dcfdc803-95d8-409b-8404-351632be86e2" providerId="ADAL" clId="{94E3D6CB-87B8-4140-836D-41B14618E241}" dt="2022-12-28T11:57:33.715" v="2028" actId="58"/>
        <pc:sldMkLst>
          <pc:docMk/>
          <pc:sldMk cId="2478065698" sldId="278"/>
        </pc:sldMkLst>
        <pc:spChg chg="mod">
          <ac:chgData name="俊杰 林" userId="dcfdc803-95d8-409b-8404-351632be86e2" providerId="ADAL" clId="{94E3D6CB-87B8-4140-836D-41B14618E241}" dt="2022-12-28T11:56:34.457" v="2020"/>
          <ac:spMkLst>
            <pc:docMk/>
            <pc:sldMk cId="2478065698" sldId="278"/>
            <ac:spMk id="2" creationId="{CDD89918-D929-826A-65F3-8D151188F292}"/>
          </ac:spMkLst>
        </pc:spChg>
        <pc:spChg chg="mod">
          <ac:chgData name="俊杰 林" userId="dcfdc803-95d8-409b-8404-351632be86e2" providerId="ADAL" clId="{94E3D6CB-87B8-4140-836D-41B14618E241}" dt="2022-12-28T11:57:33.715" v="2028" actId="58"/>
          <ac:spMkLst>
            <pc:docMk/>
            <pc:sldMk cId="2478065698" sldId="278"/>
            <ac:spMk id="3" creationId="{2AD8ADAE-7D69-E56F-4B76-F5AD987125F2}"/>
          </ac:spMkLst>
        </pc:spChg>
        <pc:picChg chg="add mod">
          <ac:chgData name="俊杰 林" userId="dcfdc803-95d8-409b-8404-351632be86e2" providerId="ADAL" clId="{94E3D6CB-87B8-4140-836D-41B14618E241}" dt="2022-12-28T11:56:56.413" v="2023" actId="1076"/>
          <ac:picMkLst>
            <pc:docMk/>
            <pc:sldMk cId="2478065698" sldId="278"/>
            <ac:picMk id="12290" creationId="{A9069B02-D999-67C2-CB56-4AB23A3441B3}"/>
          </ac:picMkLst>
        </pc:picChg>
      </pc:sldChg>
      <pc:sldChg chg="modSp new mod">
        <pc:chgData name="俊杰 林" userId="dcfdc803-95d8-409b-8404-351632be86e2" providerId="ADAL" clId="{94E3D6CB-87B8-4140-836D-41B14618E241}" dt="2022-12-28T12:00:05.767" v="2080" actId="115"/>
        <pc:sldMkLst>
          <pc:docMk/>
          <pc:sldMk cId="2885544192" sldId="279"/>
        </pc:sldMkLst>
        <pc:spChg chg="mod">
          <ac:chgData name="俊杰 林" userId="dcfdc803-95d8-409b-8404-351632be86e2" providerId="ADAL" clId="{94E3D6CB-87B8-4140-836D-41B14618E241}" dt="2022-12-28T11:58:15.424" v="2031"/>
          <ac:spMkLst>
            <pc:docMk/>
            <pc:sldMk cId="2885544192" sldId="279"/>
            <ac:spMk id="2" creationId="{A17679E6-06E2-29D1-1270-6C57B3E87988}"/>
          </ac:spMkLst>
        </pc:spChg>
        <pc:spChg chg="mod">
          <ac:chgData name="俊杰 林" userId="dcfdc803-95d8-409b-8404-351632be86e2" providerId="ADAL" clId="{94E3D6CB-87B8-4140-836D-41B14618E241}" dt="2022-12-28T12:00:05.767" v="2080" actId="115"/>
          <ac:spMkLst>
            <pc:docMk/>
            <pc:sldMk cId="2885544192" sldId="279"/>
            <ac:spMk id="3" creationId="{866A72DB-0837-41CA-A2C3-F82BDC03E184}"/>
          </ac:spMkLst>
        </pc:spChg>
      </pc:sldChg>
      <pc:sldChg chg="addSp modSp new mod">
        <pc:chgData name="俊杰 林" userId="dcfdc803-95d8-409b-8404-351632be86e2" providerId="ADAL" clId="{94E3D6CB-87B8-4140-836D-41B14618E241}" dt="2022-12-28T12:02:12.228" v="2136" actId="14100"/>
        <pc:sldMkLst>
          <pc:docMk/>
          <pc:sldMk cId="2846253108" sldId="280"/>
        </pc:sldMkLst>
        <pc:spChg chg="mod">
          <ac:chgData name="俊杰 林" userId="dcfdc803-95d8-409b-8404-351632be86e2" providerId="ADAL" clId="{94E3D6CB-87B8-4140-836D-41B14618E241}" dt="2022-12-28T12:00:33.848" v="2085" actId="1076"/>
          <ac:spMkLst>
            <pc:docMk/>
            <pc:sldMk cId="2846253108" sldId="280"/>
            <ac:spMk id="2" creationId="{2AFEA764-EBCD-0312-5462-E97440FD4693}"/>
          </ac:spMkLst>
        </pc:spChg>
        <pc:spChg chg="mod">
          <ac:chgData name="俊杰 林" userId="dcfdc803-95d8-409b-8404-351632be86e2" providerId="ADAL" clId="{94E3D6CB-87B8-4140-836D-41B14618E241}" dt="2022-12-28T12:01:57.411" v="2133" actId="20577"/>
          <ac:spMkLst>
            <pc:docMk/>
            <pc:sldMk cId="2846253108" sldId="280"/>
            <ac:spMk id="3" creationId="{E92BF815-75F7-2BC1-8784-8934A9C6193F}"/>
          </ac:spMkLst>
        </pc:spChg>
        <pc:picChg chg="add mod">
          <ac:chgData name="俊杰 林" userId="dcfdc803-95d8-409b-8404-351632be86e2" providerId="ADAL" clId="{94E3D6CB-87B8-4140-836D-41B14618E241}" dt="2022-12-28T12:02:12.228" v="2136" actId="14100"/>
          <ac:picMkLst>
            <pc:docMk/>
            <pc:sldMk cId="2846253108" sldId="280"/>
            <ac:picMk id="13314" creationId="{3A2FECBC-19C3-F165-685D-A7B2E4B864CD}"/>
          </ac:picMkLst>
        </pc:picChg>
        <pc:picChg chg="add mod">
          <ac:chgData name="俊杰 林" userId="dcfdc803-95d8-409b-8404-351632be86e2" providerId="ADAL" clId="{94E3D6CB-87B8-4140-836D-41B14618E241}" dt="2022-12-28T12:02:06.163" v="2134" actId="208"/>
          <ac:picMkLst>
            <pc:docMk/>
            <pc:sldMk cId="2846253108" sldId="280"/>
            <ac:picMk id="13316" creationId="{0852BCD4-E380-DED4-4FA1-23EBAF6CFD9D}"/>
          </ac:picMkLst>
        </pc:picChg>
      </pc:sldChg>
      <pc:sldChg chg="addSp modSp new mod">
        <pc:chgData name="俊杰 林" userId="dcfdc803-95d8-409b-8404-351632be86e2" providerId="ADAL" clId="{94E3D6CB-87B8-4140-836D-41B14618E241}" dt="2022-12-28T12:09:06.161" v="2161" actId="1076"/>
        <pc:sldMkLst>
          <pc:docMk/>
          <pc:sldMk cId="2449163304" sldId="281"/>
        </pc:sldMkLst>
        <pc:spChg chg="mod">
          <ac:chgData name="俊杰 林" userId="dcfdc803-95d8-409b-8404-351632be86e2" providerId="ADAL" clId="{94E3D6CB-87B8-4140-836D-41B14618E241}" dt="2022-12-28T12:02:22.068" v="2138"/>
          <ac:spMkLst>
            <pc:docMk/>
            <pc:sldMk cId="2449163304" sldId="281"/>
            <ac:spMk id="2" creationId="{85CF5CE2-D3A4-5DB1-610C-F639EC3BD9B2}"/>
          </ac:spMkLst>
        </pc:spChg>
        <pc:spChg chg="mod">
          <ac:chgData name="俊杰 林" userId="dcfdc803-95d8-409b-8404-351632be86e2" providerId="ADAL" clId="{94E3D6CB-87B8-4140-836D-41B14618E241}" dt="2022-12-28T12:07:55.333" v="2150" actId="27636"/>
          <ac:spMkLst>
            <pc:docMk/>
            <pc:sldMk cId="2449163304" sldId="281"/>
            <ac:spMk id="3" creationId="{234887E3-6F6C-3C03-5A6D-8C19796DBA63}"/>
          </ac:spMkLst>
        </pc:spChg>
        <pc:spChg chg="add mod">
          <ac:chgData name="俊杰 林" userId="dcfdc803-95d8-409b-8404-351632be86e2" providerId="ADAL" clId="{94E3D6CB-87B8-4140-836D-41B14618E241}" dt="2022-12-28T12:09:06.161" v="2161" actId="1076"/>
          <ac:spMkLst>
            <pc:docMk/>
            <pc:sldMk cId="2449163304" sldId="281"/>
            <ac:spMk id="4" creationId="{E6B7EF56-D275-6F57-4497-DD37FBA4CB99}"/>
          </ac:spMkLst>
        </pc:spChg>
        <pc:picChg chg="add mod">
          <ac:chgData name="俊杰 林" userId="dcfdc803-95d8-409b-8404-351632be86e2" providerId="ADAL" clId="{94E3D6CB-87B8-4140-836D-41B14618E241}" dt="2022-12-28T12:08:56.678" v="2158" actId="1076"/>
          <ac:picMkLst>
            <pc:docMk/>
            <pc:sldMk cId="2449163304" sldId="281"/>
            <ac:picMk id="14338" creationId="{1522337A-8FD4-0E3E-575E-D49393A7C9A5}"/>
          </ac:picMkLst>
        </pc:picChg>
      </pc:sldChg>
      <pc:sldChg chg="addSp modSp new mod">
        <pc:chgData name="俊杰 林" userId="dcfdc803-95d8-409b-8404-351632be86e2" providerId="ADAL" clId="{94E3D6CB-87B8-4140-836D-41B14618E241}" dt="2022-12-28T12:14:01.284" v="2279" actId="20577"/>
        <pc:sldMkLst>
          <pc:docMk/>
          <pc:sldMk cId="1522061967" sldId="282"/>
        </pc:sldMkLst>
        <pc:spChg chg="mod">
          <ac:chgData name="俊杰 林" userId="dcfdc803-95d8-409b-8404-351632be86e2" providerId="ADAL" clId="{94E3D6CB-87B8-4140-836D-41B14618E241}" dt="2022-12-28T12:08:08.202" v="2152"/>
          <ac:spMkLst>
            <pc:docMk/>
            <pc:sldMk cId="1522061967" sldId="282"/>
            <ac:spMk id="2" creationId="{9F499252-1286-6841-CF9F-14B79A7EA805}"/>
          </ac:spMkLst>
        </pc:spChg>
        <pc:spChg chg="mod">
          <ac:chgData name="俊杰 林" userId="dcfdc803-95d8-409b-8404-351632be86e2" providerId="ADAL" clId="{94E3D6CB-87B8-4140-836D-41B14618E241}" dt="2022-12-28T12:14:01.284" v="2279" actId="20577"/>
          <ac:spMkLst>
            <pc:docMk/>
            <pc:sldMk cId="1522061967" sldId="282"/>
            <ac:spMk id="3" creationId="{3839E04D-2DC3-4489-8C43-D3C78C46A4DD}"/>
          </ac:spMkLst>
        </pc:spChg>
        <pc:picChg chg="add mod">
          <ac:chgData name="俊杰 林" userId="dcfdc803-95d8-409b-8404-351632be86e2" providerId="ADAL" clId="{94E3D6CB-87B8-4140-836D-41B14618E241}" dt="2022-12-28T12:11:08.476" v="2205" actId="1076"/>
          <ac:picMkLst>
            <pc:docMk/>
            <pc:sldMk cId="1522061967" sldId="282"/>
            <ac:picMk id="4" creationId="{6377FBA8-2DA6-D71B-D4D7-281222FE2B60}"/>
          </ac:picMkLst>
        </pc:picChg>
      </pc:sldChg>
      <pc:sldChg chg="addSp modSp new mod">
        <pc:chgData name="俊杰 林" userId="dcfdc803-95d8-409b-8404-351632be86e2" providerId="ADAL" clId="{94E3D6CB-87B8-4140-836D-41B14618E241}" dt="2022-12-28T12:15:56.414" v="2309" actId="20577"/>
        <pc:sldMkLst>
          <pc:docMk/>
          <pc:sldMk cId="103986535" sldId="283"/>
        </pc:sldMkLst>
        <pc:spChg chg="mod">
          <ac:chgData name="俊杰 林" userId="dcfdc803-95d8-409b-8404-351632be86e2" providerId="ADAL" clId="{94E3D6CB-87B8-4140-836D-41B14618E241}" dt="2022-12-28T12:15:41.435" v="2299" actId="20577"/>
          <ac:spMkLst>
            <pc:docMk/>
            <pc:sldMk cId="103986535" sldId="283"/>
            <ac:spMk id="2" creationId="{5F7D40DD-4C30-A618-30E7-1FDEC3A29767}"/>
          </ac:spMkLst>
        </pc:spChg>
        <pc:spChg chg="mod">
          <ac:chgData name="俊杰 林" userId="dcfdc803-95d8-409b-8404-351632be86e2" providerId="ADAL" clId="{94E3D6CB-87B8-4140-836D-41B14618E241}" dt="2022-12-28T12:15:56.414" v="2309" actId="20577"/>
          <ac:spMkLst>
            <pc:docMk/>
            <pc:sldMk cId="103986535" sldId="283"/>
            <ac:spMk id="3" creationId="{6BE2D146-A98B-B559-29B1-16D4A93F1F6E}"/>
          </ac:spMkLst>
        </pc:spChg>
        <pc:picChg chg="add mod">
          <ac:chgData name="俊杰 林" userId="dcfdc803-95d8-409b-8404-351632be86e2" providerId="ADAL" clId="{94E3D6CB-87B8-4140-836D-41B14618E241}" dt="2022-12-28T12:15:06.047" v="2286" actId="1076"/>
          <ac:picMkLst>
            <pc:docMk/>
            <pc:sldMk cId="103986535" sldId="283"/>
            <ac:picMk id="16386" creationId="{11FC4DDB-0405-A9BF-52BD-C91C01ADB2BC}"/>
          </ac:picMkLst>
        </pc:picChg>
      </pc:sldChg>
      <pc:sldChg chg="addSp modSp new mod">
        <pc:chgData name="俊杰 林" userId="dcfdc803-95d8-409b-8404-351632be86e2" providerId="ADAL" clId="{94E3D6CB-87B8-4140-836D-41B14618E241}" dt="2022-12-28T12:18:15.866" v="2369" actId="1076"/>
        <pc:sldMkLst>
          <pc:docMk/>
          <pc:sldMk cId="2930958723" sldId="284"/>
        </pc:sldMkLst>
        <pc:spChg chg="mod">
          <ac:chgData name="俊杰 林" userId="dcfdc803-95d8-409b-8404-351632be86e2" providerId="ADAL" clId="{94E3D6CB-87B8-4140-836D-41B14618E241}" dt="2022-12-28T12:17:21.583" v="2359" actId="404"/>
          <ac:spMkLst>
            <pc:docMk/>
            <pc:sldMk cId="2930958723" sldId="284"/>
            <ac:spMk id="2" creationId="{BCD0556D-26E2-AEBD-078D-D4D51762B14E}"/>
          </ac:spMkLst>
        </pc:spChg>
        <pc:spChg chg="mod">
          <ac:chgData name="俊杰 林" userId="dcfdc803-95d8-409b-8404-351632be86e2" providerId="ADAL" clId="{94E3D6CB-87B8-4140-836D-41B14618E241}" dt="2022-12-28T12:17:42.755" v="2365" actId="113"/>
          <ac:spMkLst>
            <pc:docMk/>
            <pc:sldMk cId="2930958723" sldId="284"/>
            <ac:spMk id="3" creationId="{AD872302-24EF-F1B7-E336-D7BEFBE56287}"/>
          </ac:spMkLst>
        </pc:spChg>
        <pc:spChg chg="add mod">
          <ac:chgData name="俊杰 林" userId="dcfdc803-95d8-409b-8404-351632be86e2" providerId="ADAL" clId="{94E3D6CB-87B8-4140-836D-41B14618E241}" dt="2022-12-28T12:18:15.866" v="2369" actId="1076"/>
          <ac:spMkLst>
            <pc:docMk/>
            <pc:sldMk cId="2930958723" sldId="284"/>
            <ac:spMk id="5" creationId="{34ABB4C9-59EA-BB9A-2674-5324EEA86710}"/>
          </ac:spMkLst>
        </pc:spChg>
        <pc:picChg chg="add mod">
          <ac:chgData name="俊杰 林" userId="dcfdc803-95d8-409b-8404-351632be86e2" providerId="ADAL" clId="{94E3D6CB-87B8-4140-836D-41B14618E241}" dt="2022-12-28T12:17:28.430" v="2360" actId="208"/>
          <ac:picMkLst>
            <pc:docMk/>
            <pc:sldMk cId="2930958723" sldId="284"/>
            <ac:picMk id="17410" creationId="{B1BDBD63-E2BC-5404-1595-A75D214FE0EB}"/>
          </ac:picMkLst>
        </pc:picChg>
      </pc:sldChg>
      <pc:sldChg chg="addSp modSp new mod">
        <pc:chgData name="俊杰 林" userId="dcfdc803-95d8-409b-8404-351632be86e2" providerId="ADAL" clId="{94E3D6CB-87B8-4140-836D-41B14618E241}" dt="2022-12-28T12:19:49.314" v="2413" actId="1076"/>
        <pc:sldMkLst>
          <pc:docMk/>
          <pc:sldMk cId="3609585554" sldId="285"/>
        </pc:sldMkLst>
        <pc:spChg chg="mod">
          <ac:chgData name="俊杰 林" userId="dcfdc803-95d8-409b-8404-351632be86e2" providerId="ADAL" clId="{94E3D6CB-87B8-4140-836D-41B14618E241}" dt="2022-12-28T12:17:52.785" v="2367"/>
          <ac:spMkLst>
            <pc:docMk/>
            <pc:sldMk cId="3609585554" sldId="285"/>
            <ac:spMk id="2" creationId="{0F06A8CF-B461-57D4-996A-6F54C38F648B}"/>
          </ac:spMkLst>
        </pc:spChg>
        <pc:spChg chg="mod">
          <ac:chgData name="俊杰 林" userId="dcfdc803-95d8-409b-8404-351632be86e2" providerId="ADAL" clId="{94E3D6CB-87B8-4140-836D-41B14618E241}" dt="2022-12-28T12:19:16.531" v="2405" actId="20577"/>
          <ac:spMkLst>
            <pc:docMk/>
            <pc:sldMk cId="3609585554" sldId="285"/>
            <ac:spMk id="3" creationId="{1447A29B-12B4-5174-0FD5-B0A6D229DF0C}"/>
          </ac:spMkLst>
        </pc:spChg>
        <pc:picChg chg="add mod">
          <ac:chgData name="俊杰 林" userId="dcfdc803-95d8-409b-8404-351632be86e2" providerId="ADAL" clId="{94E3D6CB-87B8-4140-836D-41B14618E241}" dt="2022-12-28T12:19:49.314" v="2413" actId="1076"/>
          <ac:picMkLst>
            <pc:docMk/>
            <pc:sldMk cId="3609585554" sldId="285"/>
            <ac:picMk id="18434" creationId="{0B9F3A7A-D592-6317-5387-B857E8656083}"/>
          </ac:picMkLst>
        </pc:picChg>
      </pc:sldChg>
      <pc:sldChg chg="modSp new mod">
        <pc:chgData name="俊杰 林" userId="dcfdc803-95d8-409b-8404-351632be86e2" providerId="ADAL" clId="{94E3D6CB-87B8-4140-836D-41B14618E241}" dt="2022-12-28T12:24:09.188" v="2535" actId="20577"/>
        <pc:sldMkLst>
          <pc:docMk/>
          <pc:sldMk cId="850469160" sldId="286"/>
        </pc:sldMkLst>
        <pc:spChg chg="mod">
          <ac:chgData name="俊杰 林" userId="dcfdc803-95d8-409b-8404-351632be86e2" providerId="ADAL" clId="{94E3D6CB-87B8-4140-836D-41B14618E241}" dt="2022-12-28T12:21:59.346" v="2440" actId="20577"/>
          <ac:spMkLst>
            <pc:docMk/>
            <pc:sldMk cId="850469160" sldId="286"/>
            <ac:spMk id="2" creationId="{92163B0B-0381-04E4-EBFA-E3EEEA2ED052}"/>
          </ac:spMkLst>
        </pc:spChg>
        <pc:spChg chg="mod">
          <ac:chgData name="俊杰 林" userId="dcfdc803-95d8-409b-8404-351632be86e2" providerId="ADAL" clId="{94E3D6CB-87B8-4140-836D-41B14618E241}" dt="2022-12-28T12:24:09.188" v="2535" actId="20577"/>
          <ac:spMkLst>
            <pc:docMk/>
            <pc:sldMk cId="850469160" sldId="286"/>
            <ac:spMk id="3" creationId="{80CD49FC-2222-5CA2-5534-9E69920C43F9}"/>
          </ac:spMkLst>
        </pc:spChg>
      </pc:sldChg>
      <pc:sldChg chg="modSp new del mod">
        <pc:chgData name="俊杰 林" userId="dcfdc803-95d8-409b-8404-351632be86e2" providerId="ADAL" clId="{94E3D6CB-87B8-4140-836D-41B14618E241}" dt="2022-12-28T12:20:29.431" v="2417" actId="680"/>
        <pc:sldMkLst>
          <pc:docMk/>
          <pc:sldMk cId="3267377539" sldId="286"/>
        </pc:sldMkLst>
        <pc:spChg chg="mod">
          <ac:chgData name="俊杰 林" userId="dcfdc803-95d8-409b-8404-351632be86e2" providerId="ADAL" clId="{94E3D6CB-87B8-4140-836D-41B14618E241}" dt="2022-12-28T12:20:28.665" v="2416"/>
          <ac:spMkLst>
            <pc:docMk/>
            <pc:sldMk cId="3267377539" sldId="286"/>
            <ac:spMk id="2" creationId="{D6F2B5EE-EF99-AE53-8694-51C50848A8EE}"/>
          </ac:spMkLst>
        </pc:spChg>
      </pc:sldChg>
      <pc:sldChg chg="addSp delSp modSp new mod">
        <pc:chgData name="俊杰 林" userId="dcfdc803-95d8-409b-8404-351632be86e2" providerId="ADAL" clId="{94E3D6CB-87B8-4140-836D-41B14618E241}" dt="2022-12-28T12:25:50.563" v="2562" actId="1076"/>
        <pc:sldMkLst>
          <pc:docMk/>
          <pc:sldMk cId="3563992447" sldId="287"/>
        </pc:sldMkLst>
        <pc:spChg chg="mod">
          <ac:chgData name="俊杰 林" userId="dcfdc803-95d8-409b-8404-351632be86e2" providerId="ADAL" clId="{94E3D6CB-87B8-4140-836D-41B14618E241}" dt="2022-12-28T12:24:27.973" v="2537"/>
          <ac:spMkLst>
            <pc:docMk/>
            <pc:sldMk cId="3563992447" sldId="287"/>
            <ac:spMk id="2" creationId="{242FA4AF-64FE-EEFB-8B1E-92ADEF02CDF6}"/>
          </ac:spMkLst>
        </pc:spChg>
        <pc:spChg chg="mod">
          <ac:chgData name="俊杰 林" userId="dcfdc803-95d8-409b-8404-351632be86e2" providerId="ADAL" clId="{94E3D6CB-87B8-4140-836D-41B14618E241}" dt="2022-12-28T12:25:50.563" v="2562" actId="1076"/>
          <ac:spMkLst>
            <pc:docMk/>
            <pc:sldMk cId="3563992447" sldId="287"/>
            <ac:spMk id="3" creationId="{4D448415-59D6-7BD4-E62D-FFDA8DCC6F9C}"/>
          </ac:spMkLst>
        </pc:spChg>
        <pc:spChg chg="add del">
          <ac:chgData name="俊杰 林" userId="dcfdc803-95d8-409b-8404-351632be86e2" providerId="ADAL" clId="{94E3D6CB-87B8-4140-836D-41B14618E241}" dt="2022-12-28T12:25:13.489" v="2545" actId="22"/>
          <ac:spMkLst>
            <pc:docMk/>
            <pc:sldMk cId="3563992447" sldId="287"/>
            <ac:spMk id="5" creationId="{8C78C1D9-B4B5-6C98-F257-05C6707AD8FD}"/>
          </ac:spMkLst>
        </pc:spChg>
        <pc:picChg chg="add mod">
          <ac:chgData name="俊杰 林" userId="dcfdc803-95d8-409b-8404-351632be86e2" providerId="ADAL" clId="{94E3D6CB-87B8-4140-836D-41B14618E241}" dt="2022-12-28T12:25:47.904" v="2561" actId="1076"/>
          <ac:picMkLst>
            <pc:docMk/>
            <pc:sldMk cId="3563992447" sldId="287"/>
            <ac:picMk id="19458" creationId="{0A333103-6876-3B7A-A627-2B9A7BFC811A}"/>
          </ac:picMkLst>
        </pc:picChg>
      </pc:sldChg>
      <pc:sldChg chg="addSp modSp new mod">
        <pc:chgData name="俊杰 林" userId="dcfdc803-95d8-409b-8404-351632be86e2" providerId="ADAL" clId="{94E3D6CB-87B8-4140-836D-41B14618E241}" dt="2022-12-28T12:26:59.227" v="2626" actId="1076"/>
        <pc:sldMkLst>
          <pc:docMk/>
          <pc:sldMk cId="2021412465" sldId="288"/>
        </pc:sldMkLst>
        <pc:spChg chg="mod">
          <ac:chgData name="俊杰 林" userId="dcfdc803-95d8-409b-8404-351632be86e2" providerId="ADAL" clId="{94E3D6CB-87B8-4140-836D-41B14618E241}" dt="2022-12-28T12:24:47.998" v="2542"/>
          <ac:spMkLst>
            <pc:docMk/>
            <pc:sldMk cId="2021412465" sldId="288"/>
            <ac:spMk id="2" creationId="{5940107A-31EE-08A0-C80C-9A06CE41D028}"/>
          </ac:spMkLst>
        </pc:spChg>
        <pc:spChg chg="mod">
          <ac:chgData name="俊杰 林" userId="dcfdc803-95d8-409b-8404-351632be86e2" providerId="ADAL" clId="{94E3D6CB-87B8-4140-836D-41B14618E241}" dt="2022-12-28T12:26:40.070" v="2621" actId="20577"/>
          <ac:spMkLst>
            <pc:docMk/>
            <pc:sldMk cId="2021412465" sldId="288"/>
            <ac:spMk id="3" creationId="{3FCA28F9-51D3-B673-D2E3-9660583C20BE}"/>
          </ac:spMkLst>
        </pc:spChg>
        <pc:picChg chg="add mod">
          <ac:chgData name="俊杰 林" userId="dcfdc803-95d8-409b-8404-351632be86e2" providerId="ADAL" clId="{94E3D6CB-87B8-4140-836D-41B14618E241}" dt="2022-12-28T12:26:59.227" v="2626" actId="1076"/>
          <ac:picMkLst>
            <pc:docMk/>
            <pc:sldMk cId="2021412465" sldId="288"/>
            <ac:picMk id="20482" creationId="{9DD82D65-8BA6-FEA8-D53A-611E46D246B3}"/>
          </ac:picMkLst>
        </pc:picChg>
      </pc:sldChg>
      <pc:sldChg chg="addSp delSp modSp new mod">
        <pc:chgData name="俊杰 林" userId="dcfdc803-95d8-409b-8404-351632be86e2" providerId="ADAL" clId="{94E3D6CB-87B8-4140-836D-41B14618E241}" dt="2022-12-28T12:32:39.995" v="2837" actId="14100"/>
        <pc:sldMkLst>
          <pc:docMk/>
          <pc:sldMk cId="3429193545" sldId="289"/>
        </pc:sldMkLst>
        <pc:spChg chg="mod">
          <ac:chgData name="俊杰 林" userId="dcfdc803-95d8-409b-8404-351632be86e2" providerId="ADAL" clId="{94E3D6CB-87B8-4140-836D-41B14618E241}" dt="2022-12-28T12:30:10.096" v="2628"/>
          <ac:spMkLst>
            <pc:docMk/>
            <pc:sldMk cId="3429193545" sldId="289"/>
            <ac:spMk id="2" creationId="{D82449D3-6495-987C-3227-6E105A119CF0}"/>
          </ac:spMkLst>
        </pc:spChg>
        <pc:spChg chg="mod">
          <ac:chgData name="俊杰 林" userId="dcfdc803-95d8-409b-8404-351632be86e2" providerId="ADAL" clId="{94E3D6CB-87B8-4140-836D-41B14618E241}" dt="2022-12-28T12:32:21.428" v="2831"/>
          <ac:spMkLst>
            <pc:docMk/>
            <pc:sldMk cId="3429193545" sldId="289"/>
            <ac:spMk id="3" creationId="{EF69BDE7-E54C-7930-700C-318E44E79F32}"/>
          </ac:spMkLst>
        </pc:spChg>
        <pc:picChg chg="add del">
          <ac:chgData name="俊杰 林" userId="dcfdc803-95d8-409b-8404-351632be86e2" providerId="ADAL" clId="{94E3D6CB-87B8-4140-836D-41B14618E241}" dt="2022-12-28T12:32:31.427" v="2833"/>
          <ac:picMkLst>
            <pc:docMk/>
            <pc:sldMk cId="3429193545" sldId="289"/>
            <ac:picMk id="21506" creationId="{3F6CC5FF-E11C-1D6C-BB69-4242CE17EF55}"/>
          </ac:picMkLst>
        </pc:picChg>
        <pc:picChg chg="add mod">
          <ac:chgData name="俊杰 林" userId="dcfdc803-95d8-409b-8404-351632be86e2" providerId="ADAL" clId="{94E3D6CB-87B8-4140-836D-41B14618E241}" dt="2022-12-28T12:32:39.995" v="2837" actId="14100"/>
          <ac:picMkLst>
            <pc:docMk/>
            <pc:sldMk cId="3429193545" sldId="289"/>
            <ac:picMk id="21508" creationId="{43809E7A-6722-0B3B-C06D-68547FF0FEDC}"/>
          </ac:picMkLst>
        </pc:picChg>
      </pc:sldChg>
      <pc:sldChg chg="addSp delSp modSp new mod modClrScheme chgLayout">
        <pc:chgData name="俊杰 林" userId="dcfdc803-95d8-409b-8404-351632be86e2" providerId="ADAL" clId="{94E3D6CB-87B8-4140-836D-41B14618E241}" dt="2022-12-28T12:35:17.772" v="2843"/>
        <pc:sldMkLst>
          <pc:docMk/>
          <pc:sldMk cId="1321809305" sldId="290"/>
        </pc:sldMkLst>
        <pc:spChg chg="del mod">
          <ac:chgData name="俊杰 林" userId="dcfdc803-95d8-409b-8404-351632be86e2" providerId="ADAL" clId="{94E3D6CB-87B8-4140-836D-41B14618E241}" dt="2022-12-28T12:35:16.134" v="2842" actId="700"/>
          <ac:spMkLst>
            <pc:docMk/>
            <pc:sldMk cId="1321809305" sldId="290"/>
            <ac:spMk id="2" creationId="{79AE6346-6C26-2206-5B4C-924EEEB18C27}"/>
          </ac:spMkLst>
        </pc:spChg>
        <pc:spChg chg="del">
          <ac:chgData name="俊杰 林" userId="dcfdc803-95d8-409b-8404-351632be86e2" providerId="ADAL" clId="{94E3D6CB-87B8-4140-836D-41B14618E241}" dt="2022-12-28T12:35:16.134" v="2842" actId="700"/>
          <ac:spMkLst>
            <pc:docMk/>
            <pc:sldMk cId="1321809305" sldId="290"/>
            <ac:spMk id="3" creationId="{DCB02A48-E00A-8875-811F-B02000C195A1}"/>
          </ac:spMkLst>
        </pc:spChg>
        <pc:picChg chg="add">
          <ac:chgData name="俊杰 林" userId="dcfdc803-95d8-409b-8404-351632be86e2" providerId="ADAL" clId="{94E3D6CB-87B8-4140-836D-41B14618E241}" dt="2022-12-28T12:35:17.772" v="2843"/>
          <ac:picMkLst>
            <pc:docMk/>
            <pc:sldMk cId="1321809305" sldId="290"/>
            <ac:picMk id="22530" creationId="{09B2C064-3452-5EC0-87D8-F5A507041759}"/>
          </ac:picMkLst>
        </pc:picChg>
      </pc:sldChg>
      <pc:sldChg chg="addSp delSp modSp new mod modClrScheme chgLayout">
        <pc:chgData name="俊杰 林" userId="dcfdc803-95d8-409b-8404-351632be86e2" providerId="ADAL" clId="{94E3D6CB-87B8-4140-836D-41B14618E241}" dt="2022-12-28T12:43:13.369" v="2847"/>
        <pc:sldMkLst>
          <pc:docMk/>
          <pc:sldMk cId="1665226974" sldId="291"/>
        </pc:sldMkLst>
        <pc:spChg chg="del mod ord">
          <ac:chgData name="俊杰 林" userId="dcfdc803-95d8-409b-8404-351632be86e2" providerId="ADAL" clId="{94E3D6CB-87B8-4140-836D-41B14618E241}" dt="2022-12-28T12:41:27.041" v="2845" actId="700"/>
          <ac:spMkLst>
            <pc:docMk/>
            <pc:sldMk cId="1665226974" sldId="291"/>
            <ac:spMk id="2" creationId="{402316F1-4153-9580-0819-B1FF51735492}"/>
          </ac:spMkLst>
        </pc:spChg>
        <pc:spChg chg="del mod ord">
          <ac:chgData name="俊杰 林" userId="dcfdc803-95d8-409b-8404-351632be86e2" providerId="ADAL" clId="{94E3D6CB-87B8-4140-836D-41B14618E241}" dt="2022-12-28T12:41:27.041" v="2845" actId="700"/>
          <ac:spMkLst>
            <pc:docMk/>
            <pc:sldMk cId="1665226974" sldId="291"/>
            <ac:spMk id="3" creationId="{F76AEF9E-D0CF-E100-9AA4-971766004669}"/>
          </ac:spMkLst>
        </pc:spChg>
        <pc:spChg chg="add mod ord">
          <ac:chgData name="俊杰 林" userId="dcfdc803-95d8-409b-8404-351632be86e2" providerId="ADAL" clId="{94E3D6CB-87B8-4140-836D-41B14618E241}" dt="2022-12-28T12:43:02.606" v="2846"/>
          <ac:spMkLst>
            <pc:docMk/>
            <pc:sldMk cId="1665226974" sldId="291"/>
            <ac:spMk id="4" creationId="{27F3B15D-9B40-F723-B889-7F405739FC0C}"/>
          </ac:spMkLst>
        </pc:spChg>
        <pc:spChg chg="add mod ord">
          <ac:chgData name="俊杰 林" userId="dcfdc803-95d8-409b-8404-351632be86e2" providerId="ADAL" clId="{94E3D6CB-87B8-4140-836D-41B14618E241}" dt="2022-12-28T12:43:13.369" v="2847"/>
          <ac:spMkLst>
            <pc:docMk/>
            <pc:sldMk cId="1665226974" sldId="291"/>
            <ac:spMk id="5" creationId="{D028D6BC-A592-7514-A1F4-4071A57CEC33}"/>
          </ac:spMkLst>
        </pc:spChg>
      </pc:sldChg>
      <pc:sldChg chg="modSp new mod">
        <pc:chgData name="俊杰 林" userId="dcfdc803-95d8-409b-8404-351632be86e2" providerId="ADAL" clId="{94E3D6CB-87B8-4140-836D-41B14618E241}" dt="2022-12-28T12:45:59.713" v="2924"/>
        <pc:sldMkLst>
          <pc:docMk/>
          <pc:sldMk cId="4261609567" sldId="292"/>
        </pc:sldMkLst>
        <pc:spChg chg="mod">
          <ac:chgData name="俊杰 林" userId="dcfdc803-95d8-409b-8404-351632be86e2" providerId="ADAL" clId="{94E3D6CB-87B8-4140-836D-41B14618E241}" dt="2022-12-28T12:43:35.805" v="2849"/>
          <ac:spMkLst>
            <pc:docMk/>
            <pc:sldMk cId="4261609567" sldId="292"/>
            <ac:spMk id="2" creationId="{61FC612E-903A-DA8A-3F20-865775E4E427}"/>
          </ac:spMkLst>
        </pc:spChg>
        <pc:spChg chg="mod">
          <ac:chgData name="俊杰 林" userId="dcfdc803-95d8-409b-8404-351632be86e2" providerId="ADAL" clId="{94E3D6CB-87B8-4140-836D-41B14618E241}" dt="2022-12-28T12:45:59.713" v="2924"/>
          <ac:spMkLst>
            <pc:docMk/>
            <pc:sldMk cId="4261609567" sldId="292"/>
            <ac:spMk id="3" creationId="{9C5D0035-1B63-C684-592A-A138A6C9B6DF}"/>
          </ac:spMkLst>
        </pc:spChg>
      </pc:sldChg>
      <pc:sldChg chg="addSp delSp modSp new mod">
        <pc:chgData name="俊杰 林" userId="dcfdc803-95d8-409b-8404-351632be86e2" providerId="ADAL" clId="{94E3D6CB-87B8-4140-836D-41B14618E241}" dt="2022-12-28T12:46:24.702" v="2927"/>
        <pc:sldMkLst>
          <pc:docMk/>
          <pc:sldMk cId="2106072104" sldId="293"/>
        </pc:sldMkLst>
        <pc:spChg chg="mod">
          <ac:chgData name="俊杰 林" userId="dcfdc803-95d8-409b-8404-351632be86e2" providerId="ADAL" clId="{94E3D6CB-87B8-4140-836D-41B14618E241}" dt="2022-12-28T12:46:24.702" v="2927"/>
          <ac:spMkLst>
            <pc:docMk/>
            <pc:sldMk cId="2106072104" sldId="293"/>
            <ac:spMk id="2" creationId="{5E800B56-5F96-8A4F-2BF4-00E7626CE1BE}"/>
          </ac:spMkLst>
        </pc:spChg>
        <pc:spChg chg="del">
          <ac:chgData name="俊杰 林" userId="dcfdc803-95d8-409b-8404-351632be86e2" providerId="ADAL" clId="{94E3D6CB-87B8-4140-836D-41B14618E241}" dt="2022-12-28T12:46:18.248" v="2926"/>
          <ac:spMkLst>
            <pc:docMk/>
            <pc:sldMk cId="2106072104" sldId="293"/>
            <ac:spMk id="3" creationId="{F5EF5AC3-7963-4C6D-7053-F8D4A483FBB1}"/>
          </ac:spMkLst>
        </pc:spChg>
        <pc:picChg chg="add mod">
          <ac:chgData name="俊杰 林" userId="dcfdc803-95d8-409b-8404-351632be86e2" providerId="ADAL" clId="{94E3D6CB-87B8-4140-836D-41B14618E241}" dt="2022-12-28T12:46:18.248" v="2926"/>
          <ac:picMkLst>
            <pc:docMk/>
            <pc:sldMk cId="2106072104" sldId="293"/>
            <ac:picMk id="23554" creationId="{7FD4438A-A970-14E4-1726-AD3DF73025EB}"/>
          </ac:picMkLst>
        </pc:picChg>
      </pc:sldChg>
      <pc:sldChg chg="addSp modSp new mod">
        <pc:chgData name="俊杰 林" userId="dcfdc803-95d8-409b-8404-351632be86e2" providerId="ADAL" clId="{94E3D6CB-87B8-4140-836D-41B14618E241}" dt="2022-12-28T12:47:35.573" v="2936"/>
        <pc:sldMkLst>
          <pc:docMk/>
          <pc:sldMk cId="2806219269" sldId="294"/>
        </pc:sldMkLst>
        <pc:spChg chg="mod">
          <ac:chgData name="俊杰 林" userId="dcfdc803-95d8-409b-8404-351632be86e2" providerId="ADAL" clId="{94E3D6CB-87B8-4140-836D-41B14618E241}" dt="2022-12-28T12:47:35.573" v="2936"/>
          <ac:spMkLst>
            <pc:docMk/>
            <pc:sldMk cId="2806219269" sldId="294"/>
            <ac:spMk id="2" creationId="{F83EDDBC-A18B-6270-6584-07AA75385743}"/>
          </ac:spMkLst>
        </pc:spChg>
        <pc:spChg chg="mod">
          <ac:chgData name="俊杰 林" userId="dcfdc803-95d8-409b-8404-351632be86e2" providerId="ADAL" clId="{94E3D6CB-87B8-4140-836D-41B14618E241}" dt="2022-12-28T12:47:16.223" v="2932" actId="1076"/>
          <ac:spMkLst>
            <pc:docMk/>
            <pc:sldMk cId="2806219269" sldId="294"/>
            <ac:spMk id="3" creationId="{505EC056-AEDC-1382-2C75-EEB2C5A324B6}"/>
          </ac:spMkLst>
        </pc:spChg>
        <pc:picChg chg="add mod">
          <ac:chgData name="俊杰 林" userId="dcfdc803-95d8-409b-8404-351632be86e2" providerId="ADAL" clId="{94E3D6CB-87B8-4140-836D-41B14618E241}" dt="2022-12-28T12:47:29.490" v="2935" actId="1076"/>
          <ac:picMkLst>
            <pc:docMk/>
            <pc:sldMk cId="2806219269" sldId="294"/>
            <ac:picMk id="24578" creationId="{669AE203-A6B5-3004-457A-1D25EC2ED9CB}"/>
          </ac:picMkLst>
        </pc:picChg>
      </pc:sldChg>
      <pc:sldChg chg="addSp modSp new mod">
        <pc:chgData name="俊杰 林" userId="dcfdc803-95d8-409b-8404-351632be86e2" providerId="ADAL" clId="{94E3D6CB-87B8-4140-836D-41B14618E241}" dt="2023-01-04T12:40:08.152" v="3054" actId="1076"/>
        <pc:sldMkLst>
          <pc:docMk/>
          <pc:sldMk cId="2353246351" sldId="295"/>
        </pc:sldMkLst>
        <pc:spChg chg="mod">
          <ac:chgData name="俊杰 林" userId="dcfdc803-95d8-409b-8404-351632be86e2" providerId="ADAL" clId="{94E3D6CB-87B8-4140-836D-41B14618E241}" dt="2023-01-04T12:34:13.337" v="2973" actId="20577"/>
          <ac:spMkLst>
            <pc:docMk/>
            <pc:sldMk cId="2353246351" sldId="295"/>
            <ac:spMk id="2" creationId="{869328F4-B844-DC1B-9AF8-1A3D4CB6D67A}"/>
          </ac:spMkLst>
        </pc:spChg>
        <pc:spChg chg="mod">
          <ac:chgData name="俊杰 林" userId="dcfdc803-95d8-409b-8404-351632be86e2" providerId="ADAL" clId="{94E3D6CB-87B8-4140-836D-41B14618E241}" dt="2023-01-04T12:38:25.459" v="3048" actId="20577"/>
          <ac:spMkLst>
            <pc:docMk/>
            <pc:sldMk cId="2353246351" sldId="295"/>
            <ac:spMk id="3" creationId="{3074881A-6BE7-472C-A666-AD5EFC3BD564}"/>
          </ac:spMkLst>
        </pc:spChg>
        <pc:spChg chg="add mod">
          <ac:chgData name="俊杰 林" userId="dcfdc803-95d8-409b-8404-351632be86e2" providerId="ADAL" clId="{94E3D6CB-87B8-4140-836D-41B14618E241}" dt="2023-01-04T12:35:31.773" v="2976" actId="1076"/>
          <ac:spMkLst>
            <pc:docMk/>
            <pc:sldMk cId="2353246351" sldId="295"/>
            <ac:spMk id="5" creationId="{720CBB9D-BF09-CFC8-F36F-EE9A81B013B7}"/>
          </ac:spMkLst>
        </pc:spChg>
        <pc:picChg chg="add mod">
          <ac:chgData name="俊杰 林" userId="dcfdc803-95d8-409b-8404-351632be86e2" providerId="ADAL" clId="{94E3D6CB-87B8-4140-836D-41B14618E241}" dt="2023-01-04T12:40:08.152" v="3054" actId="1076"/>
          <ac:picMkLst>
            <pc:docMk/>
            <pc:sldMk cId="2353246351" sldId="295"/>
            <ac:picMk id="1026" creationId="{63173E2F-6B1E-6372-BDA1-EFB04B6298E2}"/>
          </ac:picMkLst>
        </pc:picChg>
      </pc:sldChg>
      <pc:sldChg chg="modSp new mod">
        <pc:chgData name="俊杰 林" userId="dcfdc803-95d8-409b-8404-351632be86e2" providerId="ADAL" clId="{94E3D6CB-87B8-4140-836D-41B14618E241}" dt="2023-01-04T12:41:08.798" v="3076" actId="15"/>
        <pc:sldMkLst>
          <pc:docMk/>
          <pc:sldMk cId="2986633395" sldId="296"/>
        </pc:sldMkLst>
        <pc:spChg chg="mod">
          <ac:chgData name="俊杰 林" userId="dcfdc803-95d8-409b-8404-351632be86e2" providerId="ADAL" clId="{94E3D6CB-87B8-4140-836D-41B14618E241}" dt="2023-01-04T12:37:39.952" v="2994"/>
          <ac:spMkLst>
            <pc:docMk/>
            <pc:sldMk cId="2986633395" sldId="296"/>
            <ac:spMk id="2" creationId="{AA80D2C7-8A08-340F-61DC-8281F5369D56}"/>
          </ac:spMkLst>
        </pc:spChg>
        <pc:spChg chg="mod">
          <ac:chgData name="俊杰 林" userId="dcfdc803-95d8-409b-8404-351632be86e2" providerId="ADAL" clId="{94E3D6CB-87B8-4140-836D-41B14618E241}" dt="2023-01-04T12:41:08.798" v="3076" actId="15"/>
          <ac:spMkLst>
            <pc:docMk/>
            <pc:sldMk cId="2986633395" sldId="296"/>
            <ac:spMk id="3" creationId="{4B5F9FAE-838D-8F01-E078-6C3FAAED4D63}"/>
          </ac:spMkLst>
        </pc:spChg>
      </pc:sldChg>
      <pc:sldChg chg="addSp modSp new mod">
        <pc:chgData name="俊杰 林" userId="dcfdc803-95d8-409b-8404-351632be86e2" providerId="ADAL" clId="{94E3D6CB-87B8-4140-836D-41B14618E241}" dt="2023-01-04T12:44:06.068" v="3253" actId="20577"/>
        <pc:sldMkLst>
          <pc:docMk/>
          <pc:sldMk cId="3175209388" sldId="297"/>
        </pc:sldMkLst>
        <pc:spChg chg="mod">
          <ac:chgData name="俊杰 林" userId="dcfdc803-95d8-409b-8404-351632be86e2" providerId="ADAL" clId="{94E3D6CB-87B8-4140-836D-41B14618E241}" dt="2023-01-04T12:44:06.068" v="3253" actId="20577"/>
          <ac:spMkLst>
            <pc:docMk/>
            <pc:sldMk cId="3175209388" sldId="297"/>
            <ac:spMk id="2" creationId="{B3622563-8E7B-0A3B-62DD-ED55D817BC71}"/>
          </ac:spMkLst>
        </pc:spChg>
        <pc:spChg chg="mod">
          <ac:chgData name="俊杰 林" userId="dcfdc803-95d8-409b-8404-351632be86e2" providerId="ADAL" clId="{94E3D6CB-87B8-4140-836D-41B14618E241}" dt="2023-01-04T12:43:51.287" v="3246" actId="20577"/>
          <ac:spMkLst>
            <pc:docMk/>
            <pc:sldMk cId="3175209388" sldId="297"/>
            <ac:spMk id="3" creationId="{8FD06B62-AF4F-BF7E-A7C7-36B37F8D4E4A}"/>
          </ac:spMkLst>
        </pc:spChg>
        <pc:picChg chg="add mod">
          <ac:chgData name="俊杰 林" userId="dcfdc803-95d8-409b-8404-351632be86e2" providerId="ADAL" clId="{94E3D6CB-87B8-4140-836D-41B14618E241}" dt="2023-01-04T12:43:55.047" v="3247" actId="1076"/>
          <ac:picMkLst>
            <pc:docMk/>
            <pc:sldMk cId="3175209388" sldId="297"/>
            <ac:picMk id="2050" creationId="{53E301C6-B4C7-45D8-93E0-CC9EDC077346}"/>
          </ac:picMkLst>
        </pc:picChg>
      </pc:sldChg>
      <pc:sldChg chg="modSp new mod">
        <pc:chgData name="俊杰 林" userId="dcfdc803-95d8-409b-8404-351632be86e2" providerId="ADAL" clId="{94E3D6CB-87B8-4140-836D-41B14618E241}" dt="2023-01-04T12:46:55.620" v="3328" actId="948"/>
        <pc:sldMkLst>
          <pc:docMk/>
          <pc:sldMk cId="3441443396" sldId="298"/>
        </pc:sldMkLst>
        <pc:spChg chg="mod">
          <ac:chgData name="俊杰 林" userId="dcfdc803-95d8-409b-8404-351632be86e2" providerId="ADAL" clId="{94E3D6CB-87B8-4140-836D-41B14618E241}" dt="2023-01-04T12:45:10.812" v="3277"/>
          <ac:spMkLst>
            <pc:docMk/>
            <pc:sldMk cId="3441443396" sldId="298"/>
            <ac:spMk id="2" creationId="{D35707F5-3B5B-BC03-B328-9A00DCEE2334}"/>
          </ac:spMkLst>
        </pc:spChg>
        <pc:spChg chg="mod">
          <ac:chgData name="俊杰 林" userId="dcfdc803-95d8-409b-8404-351632be86e2" providerId="ADAL" clId="{94E3D6CB-87B8-4140-836D-41B14618E241}" dt="2023-01-04T12:46:55.620" v="3328" actId="948"/>
          <ac:spMkLst>
            <pc:docMk/>
            <pc:sldMk cId="3441443396" sldId="298"/>
            <ac:spMk id="3" creationId="{568A3216-32AA-CE2C-ED78-0550DD100E6F}"/>
          </ac:spMkLst>
        </pc:spChg>
      </pc:sldChg>
      <pc:sldChg chg="modSp new mod">
        <pc:chgData name="俊杰 林" userId="dcfdc803-95d8-409b-8404-351632be86e2" providerId="ADAL" clId="{94E3D6CB-87B8-4140-836D-41B14618E241}" dt="2023-01-04T12:46:23.613" v="3327" actId="20577"/>
        <pc:sldMkLst>
          <pc:docMk/>
          <pc:sldMk cId="3661218673" sldId="299"/>
        </pc:sldMkLst>
        <pc:spChg chg="mod">
          <ac:chgData name="俊杰 林" userId="dcfdc803-95d8-409b-8404-351632be86e2" providerId="ADAL" clId="{94E3D6CB-87B8-4140-836D-41B14618E241}" dt="2023-01-04T12:45:51.935" v="3292"/>
          <ac:spMkLst>
            <pc:docMk/>
            <pc:sldMk cId="3661218673" sldId="299"/>
            <ac:spMk id="2" creationId="{BB31303A-F6C9-1CCB-DDB9-6EC06053BC54}"/>
          </ac:spMkLst>
        </pc:spChg>
        <pc:spChg chg="mod">
          <ac:chgData name="俊杰 林" userId="dcfdc803-95d8-409b-8404-351632be86e2" providerId="ADAL" clId="{94E3D6CB-87B8-4140-836D-41B14618E241}" dt="2023-01-04T12:46:23.613" v="3327" actId="20577"/>
          <ac:spMkLst>
            <pc:docMk/>
            <pc:sldMk cId="3661218673" sldId="299"/>
            <ac:spMk id="3" creationId="{31223589-00ED-F0BE-3E42-48E17C0CB2FD}"/>
          </ac:spMkLst>
        </pc:spChg>
      </pc:sldChg>
      <pc:sldChg chg="modSp new mod">
        <pc:chgData name="俊杰 林" userId="dcfdc803-95d8-409b-8404-351632be86e2" providerId="ADAL" clId="{94E3D6CB-87B8-4140-836D-41B14618E241}" dt="2023-01-04T12:59:47.841" v="3587" actId="21"/>
        <pc:sldMkLst>
          <pc:docMk/>
          <pc:sldMk cId="879583255" sldId="300"/>
        </pc:sldMkLst>
        <pc:spChg chg="mod">
          <ac:chgData name="俊杰 林" userId="dcfdc803-95d8-409b-8404-351632be86e2" providerId="ADAL" clId="{94E3D6CB-87B8-4140-836D-41B14618E241}" dt="2023-01-04T12:47:02.442" v="3330"/>
          <ac:spMkLst>
            <pc:docMk/>
            <pc:sldMk cId="879583255" sldId="300"/>
            <ac:spMk id="2" creationId="{E269BECE-BAAD-32C7-B6BF-79896673DE96}"/>
          </ac:spMkLst>
        </pc:spChg>
        <pc:spChg chg="mod">
          <ac:chgData name="俊杰 林" userId="dcfdc803-95d8-409b-8404-351632be86e2" providerId="ADAL" clId="{94E3D6CB-87B8-4140-836D-41B14618E241}" dt="2023-01-04T12:59:47.841" v="3587" actId="21"/>
          <ac:spMkLst>
            <pc:docMk/>
            <pc:sldMk cId="879583255" sldId="300"/>
            <ac:spMk id="3" creationId="{69D8A333-5A69-29DE-9C41-FA579DBBF96A}"/>
          </ac:spMkLst>
        </pc:spChg>
      </pc:sldChg>
      <pc:sldChg chg="addSp modSp new mod">
        <pc:chgData name="俊杰 林" userId="dcfdc803-95d8-409b-8404-351632be86e2" providerId="ADAL" clId="{94E3D6CB-87B8-4140-836D-41B14618E241}" dt="2023-01-04T13:12:19.682" v="3860" actId="21"/>
        <pc:sldMkLst>
          <pc:docMk/>
          <pc:sldMk cId="2609163490" sldId="301"/>
        </pc:sldMkLst>
        <pc:spChg chg="mod">
          <ac:chgData name="俊杰 林" userId="dcfdc803-95d8-409b-8404-351632be86e2" providerId="ADAL" clId="{94E3D6CB-87B8-4140-836D-41B14618E241}" dt="2023-01-04T13:00:05.306" v="3588"/>
          <ac:spMkLst>
            <pc:docMk/>
            <pc:sldMk cId="2609163490" sldId="301"/>
            <ac:spMk id="2" creationId="{CA58D333-C2C3-BD0A-D70E-6DC3ABB30182}"/>
          </ac:spMkLst>
        </pc:spChg>
        <pc:spChg chg="mod">
          <ac:chgData name="俊杰 林" userId="dcfdc803-95d8-409b-8404-351632be86e2" providerId="ADAL" clId="{94E3D6CB-87B8-4140-836D-41B14618E241}" dt="2023-01-04T13:12:19.682" v="3860" actId="21"/>
          <ac:spMkLst>
            <pc:docMk/>
            <pc:sldMk cId="2609163490" sldId="301"/>
            <ac:spMk id="3" creationId="{98DC46B8-77D7-ACC8-48D7-57E8210CA821}"/>
          </ac:spMkLst>
        </pc:spChg>
        <pc:picChg chg="add mod">
          <ac:chgData name="俊杰 林" userId="dcfdc803-95d8-409b-8404-351632be86e2" providerId="ADAL" clId="{94E3D6CB-87B8-4140-836D-41B14618E241}" dt="2023-01-04T13:09:25.141" v="3760" actId="1036"/>
          <ac:picMkLst>
            <pc:docMk/>
            <pc:sldMk cId="2609163490" sldId="301"/>
            <ac:picMk id="4" creationId="{8C455776-4E02-7145-1E62-DA3BC85FC895}"/>
          </ac:picMkLst>
        </pc:picChg>
      </pc:sldChg>
      <pc:sldChg chg="addSp modSp new mod">
        <pc:chgData name="俊杰 林" userId="dcfdc803-95d8-409b-8404-351632be86e2" providerId="ADAL" clId="{94E3D6CB-87B8-4140-836D-41B14618E241}" dt="2023-01-04T13:17:59.525" v="4147" actId="20577"/>
        <pc:sldMkLst>
          <pc:docMk/>
          <pc:sldMk cId="193788142" sldId="302"/>
        </pc:sldMkLst>
        <pc:spChg chg="mod">
          <ac:chgData name="俊杰 林" userId="dcfdc803-95d8-409b-8404-351632be86e2" providerId="ADAL" clId="{94E3D6CB-87B8-4140-836D-41B14618E241}" dt="2023-01-04T13:14:21.458" v="3884"/>
          <ac:spMkLst>
            <pc:docMk/>
            <pc:sldMk cId="193788142" sldId="302"/>
            <ac:spMk id="2" creationId="{B808FFDA-F947-EC24-DA8D-C811568B494D}"/>
          </ac:spMkLst>
        </pc:spChg>
        <pc:spChg chg="mod">
          <ac:chgData name="俊杰 林" userId="dcfdc803-95d8-409b-8404-351632be86e2" providerId="ADAL" clId="{94E3D6CB-87B8-4140-836D-41B14618E241}" dt="2023-01-04T13:17:59.525" v="4147" actId="20577"/>
          <ac:spMkLst>
            <pc:docMk/>
            <pc:sldMk cId="193788142" sldId="302"/>
            <ac:spMk id="3" creationId="{DF0CB618-3836-B526-8EFE-E5209C744F1D}"/>
          </ac:spMkLst>
        </pc:spChg>
        <pc:picChg chg="add mod">
          <ac:chgData name="俊杰 林" userId="dcfdc803-95d8-409b-8404-351632be86e2" providerId="ADAL" clId="{94E3D6CB-87B8-4140-836D-41B14618E241}" dt="2023-01-04T13:14:15.176" v="3883" actId="1076"/>
          <ac:picMkLst>
            <pc:docMk/>
            <pc:sldMk cId="193788142" sldId="302"/>
            <ac:picMk id="3074" creationId="{08F68C42-1ED0-09FE-34FC-441FFC7761FC}"/>
          </ac:picMkLst>
        </pc:picChg>
      </pc:sldChg>
      <pc:sldChg chg="modSp new mod">
        <pc:chgData name="俊杰 林" userId="dcfdc803-95d8-409b-8404-351632be86e2" providerId="ADAL" clId="{94E3D6CB-87B8-4140-836D-41B14618E241}" dt="2023-01-04T13:16:02.740" v="3960" actId="20577"/>
        <pc:sldMkLst>
          <pc:docMk/>
          <pc:sldMk cId="1046870960" sldId="303"/>
        </pc:sldMkLst>
        <pc:spChg chg="mod">
          <ac:chgData name="俊杰 林" userId="dcfdc803-95d8-409b-8404-351632be86e2" providerId="ADAL" clId="{94E3D6CB-87B8-4140-836D-41B14618E241}" dt="2023-01-04T13:15:14.156" v="3923" actId="20577"/>
          <ac:spMkLst>
            <pc:docMk/>
            <pc:sldMk cId="1046870960" sldId="303"/>
            <ac:spMk id="2" creationId="{BFCFB72C-8278-829B-B21D-F784B1043739}"/>
          </ac:spMkLst>
        </pc:spChg>
        <pc:spChg chg="mod">
          <ac:chgData name="俊杰 林" userId="dcfdc803-95d8-409b-8404-351632be86e2" providerId="ADAL" clId="{94E3D6CB-87B8-4140-836D-41B14618E241}" dt="2023-01-04T13:16:02.740" v="3960" actId="20577"/>
          <ac:spMkLst>
            <pc:docMk/>
            <pc:sldMk cId="1046870960" sldId="303"/>
            <ac:spMk id="3" creationId="{01185E5D-0689-4191-DA75-305C9DEFDF1B}"/>
          </ac:spMkLst>
        </pc:spChg>
      </pc:sldChg>
      <pc:sldChg chg="addSp modSp new mod">
        <pc:chgData name="俊杰 林" userId="dcfdc803-95d8-409b-8404-351632be86e2" providerId="ADAL" clId="{94E3D6CB-87B8-4140-836D-41B14618E241}" dt="2023-01-04T13:17:45.537" v="4135" actId="14100"/>
        <pc:sldMkLst>
          <pc:docMk/>
          <pc:sldMk cId="1863018067" sldId="304"/>
        </pc:sldMkLst>
        <pc:spChg chg="mod">
          <ac:chgData name="俊杰 林" userId="dcfdc803-95d8-409b-8404-351632be86e2" providerId="ADAL" clId="{94E3D6CB-87B8-4140-836D-41B14618E241}" dt="2023-01-04T13:16:20.215" v="3966"/>
          <ac:spMkLst>
            <pc:docMk/>
            <pc:sldMk cId="1863018067" sldId="304"/>
            <ac:spMk id="2" creationId="{0A5911B0-9620-9421-EE95-B9F8B2C49B2E}"/>
          </ac:spMkLst>
        </pc:spChg>
        <pc:spChg chg="add mod">
          <ac:chgData name="俊杰 林" userId="dcfdc803-95d8-409b-8404-351632be86e2" providerId="ADAL" clId="{94E3D6CB-87B8-4140-836D-41B14618E241}" dt="2023-01-04T13:17:45.537" v="4135" actId="14100"/>
          <ac:spMkLst>
            <pc:docMk/>
            <pc:sldMk cId="1863018067" sldId="304"/>
            <ac:spMk id="4" creationId="{29B67274-81DB-87FF-ED2D-D9A5E42C4584}"/>
          </ac:spMkLst>
        </pc:spChg>
        <pc:picChg chg="add mod">
          <ac:chgData name="俊杰 林" userId="dcfdc803-95d8-409b-8404-351632be86e2" providerId="ADAL" clId="{94E3D6CB-87B8-4140-836D-41B14618E241}" dt="2023-01-04T13:16:24.569" v="3967" actId="14100"/>
          <ac:picMkLst>
            <pc:docMk/>
            <pc:sldMk cId="1863018067" sldId="304"/>
            <ac:picMk id="4098" creationId="{D1FD568D-1F3A-66A5-2131-2E83FEDDDDA2}"/>
          </ac:picMkLst>
        </pc:picChg>
      </pc:sldChg>
      <pc:sldChg chg="addSp delSp modSp new mod">
        <pc:chgData name="俊杰 林" userId="dcfdc803-95d8-409b-8404-351632be86e2" providerId="ADAL" clId="{94E3D6CB-87B8-4140-836D-41B14618E241}" dt="2023-01-04T13:31:05.988" v="4186" actId="14100"/>
        <pc:sldMkLst>
          <pc:docMk/>
          <pc:sldMk cId="2081976272" sldId="305"/>
        </pc:sldMkLst>
        <pc:spChg chg="mod">
          <ac:chgData name="俊杰 林" userId="dcfdc803-95d8-409b-8404-351632be86e2" providerId="ADAL" clId="{94E3D6CB-87B8-4140-836D-41B14618E241}" dt="2023-01-04T13:31:05.988" v="4186" actId="14100"/>
          <ac:spMkLst>
            <pc:docMk/>
            <pc:sldMk cId="2081976272" sldId="305"/>
            <ac:spMk id="2" creationId="{0C153B87-BF96-6204-D80E-700C6CA3A91F}"/>
          </ac:spMkLst>
        </pc:spChg>
        <pc:spChg chg="del mod">
          <ac:chgData name="俊杰 林" userId="dcfdc803-95d8-409b-8404-351632be86e2" providerId="ADAL" clId="{94E3D6CB-87B8-4140-836D-41B14618E241}" dt="2023-01-04T13:21:02.102" v="4157" actId="478"/>
          <ac:spMkLst>
            <pc:docMk/>
            <pc:sldMk cId="2081976272" sldId="305"/>
            <ac:spMk id="3" creationId="{5929D661-4C19-7CA4-58D7-696316157773}"/>
          </ac:spMkLst>
        </pc:spChg>
        <pc:spChg chg="add mod">
          <ac:chgData name="俊杰 林" userId="dcfdc803-95d8-409b-8404-351632be86e2" providerId="ADAL" clId="{94E3D6CB-87B8-4140-836D-41B14618E241}" dt="2023-01-04T13:20:45.105" v="4152" actId="14100"/>
          <ac:spMkLst>
            <pc:docMk/>
            <pc:sldMk cId="2081976272" sldId="305"/>
            <ac:spMk id="5" creationId="{A23B91F4-EDF6-170B-3FBA-29D827D83052}"/>
          </ac:spMkLst>
        </pc:spChg>
        <pc:spChg chg="add mod">
          <ac:chgData name="俊杰 林" userId="dcfdc803-95d8-409b-8404-351632be86e2" providerId="ADAL" clId="{94E3D6CB-87B8-4140-836D-41B14618E241}" dt="2023-01-04T13:30:42.580" v="4184" actId="20577"/>
          <ac:spMkLst>
            <pc:docMk/>
            <pc:sldMk cId="2081976272" sldId="305"/>
            <ac:spMk id="7" creationId="{E6E662FC-F514-F890-8BD8-F2FB7BF98ED8}"/>
          </ac:spMkLst>
        </pc:spChg>
        <pc:spChg chg="add mod">
          <ac:chgData name="俊杰 林" userId="dcfdc803-95d8-409b-8404-351632be86e2" providerId="ADAL" clId="{94E3D6CB-87B8-4140-836D-41B14618E241}" dt="2023-01-04T13:24:00.445" v="4161" actId="1076"/>
          <ac:spMkLst>
            <pc:docMk/>
            <pc:sldMk cId="2081976272" sldId="305"/>
            <ac:spMk id="9" creationId="{ED6F9C41-72D2-D8E3-E7C8-024B99891616}"/>
          </ac:spMkLst>
        </pc:spChg>
      </pc:sldChg>
      <pc:sldChg chg="addSp modSp new mod">
        <pc:chgData name="俊杰 林" userId="dcfdc803-95d8-409b-8404-351632be86e2" providerId="ADAL" clId="{94E3D6CB-87B8-4140-836D-41B14618E241}" dt="2023-01-04T13:35:30.123" v="4251" actId="20577"/>
        <pc:sldMkLst>
          <pc:docMk/>
          <pc:sldMk cId="3672416412" sldId="306"/>
        </pc:sldMkLst>
        <pc:spChg chg="mod">
          <ac:chgData name="俊杰 林" userId="dcfdc803-95d8-409b-8404-351632be86e2" providerId="ADAL" clId="{94E3D6CB-87B8-4140-836D-41B14618E241}" dt="2023-01-04T13:35:30.123" v="4251" actId="20577"/>
          <ac:spMkLst>
            <pc:docMk/>
            <pc:sldMk cId="3672416412" sldId="306"/>
            <ac:spMk id="2" creationId="{8DAE0E39-F019-C171-6B8D-96FBD7A5AF4C}"/>
          </ac:spMkLst>
        </pc:spChg>
        <pc:picChg chg="add mod">
          <ac:chgData name="俊杰 林" userId="dcfdc803-95d8-409b-8404-351632be86e2" providerId="ADAL" clId="{94E3D6CB-87B8-4140-836D-41B14618E241}" dt="2023-01-04T13:31:24.187" v="4191" actId="1076"/>
          <ac:picMkLst>
            <pc:docMk/>
            <pc:sldMk cId="3672416412" sldId="306"/>
            <ac:picMk id="5122" creationId="{52457E70-7138-E744-4393-FD3E8BB5B363}"/>
          </ac:picMkLst>
        </pc:picChg>
      </pc:sldChg>
      <pc:sldChg chg="addSp modSp new mod">
        <pc:chgData name="俊杰 林" userId="dcfdc803-95d8-409b-8404-351632be86e2" providerId="ADAL" clId="{94E3D6CB-87B8-4140-836D-41B14618E241}" dt="2023-01-04T13:48:34.227" v="4431" actId="14100"/>
        <pc:sldMkLst>
          <pc:docMk/>
          <pc:sldMk cId="467175259" sldId="307"/>
        </pc:sldMkLst>
        <pc:spChg chg="mod">
          <ac:chgData name="俊杰 林" userId="dcfdc803-95d8-409b-8404-351632be86e2" providerId="ADAL" clId="{94E3D6CB-87B8-4140-836D-41B14618E241}" dt="2023-01-04T13:46:17.581" v="4362" actId="20577"/>
          <ac:spMkLst>
            <pc:docMk/>
            <pc:sldMk cId="467175259" sldId="307"/>
            <ac:spMk id="2" creationId="{A98323BE-165B-A5B2-8272-E5224939A857}"/>
          </ac:spMkLst>
        </pc:spChg>
        <pc:spChg chg="add mod">
          <ac:chgData name="俊杰 林" userId="dcfdc803-95d8-409b-8404-351632be86e2" providerId="ADAL" clId="{94E3D6CB-87B8-4140-836D-41B14618E241}" dt="2023-01-04T13:47:20.514" v="4392" actId="164"/>
          <ac:spMkLst>
            <pc:docMk/>
            <pc:sldMk cId="467175259" sldId="307"/>
            <ac:spMk id="4" creationId="{1F4D8F9A-1394-6146-6D6B-7EA57D60AC0B}"/>
          </ac:spMkLst>
        </pc:spChg>
        <pc:spChg chg="add mod">
          <ac:chgData name="俊杰 林" userId="dcfdc803-95d8-409b-8404-351632be86e2" providerId="ADAL" clId="{94E3D6CB-87B8-4140-836D-41B14618E241}" dt="2023-01-04T13:48:34.227" v="4431" actId="14100"/>
          <ac:spMkLst>
            <pc:docMk/>
            <pc:sldMk cId="467175259" sldId="307"/>
            <ac:spMk id="9" creationId="{215931E1-D91D-1D23-95EA-6E223D40A20B}"/>
          </ac:spMkLst>
        </pc:spChg>
        <pc:grpChg chg="add mod">
          <ac:chgData name="俊杰 林" userId="dcfdc803-95d8-409b-8404-351632be86e2" providerId="ADAL" clId="{94E3D6CB-87B8-4140-836D-41B14618E241}" dt="2023-01-04T13:47:20.514" v="4392" actId="164"/>
          <ac:grpSpMkLst>
            <pc:docMk/>
            <pc:sldMk cId="467175259" sldId="307"/>
            <ac:grpSpMk id="8" creationId="{86E888CE-24BD-BEA2-A1BD-5C71176A16EC}"/>
          </ac:grpSpMkLst>
        </pc:grpChg>
        <pc:picChg chg="add mod">
          <ac:chgData name="俊杰 林" userId="dcfdc803-95d8-409b-8404-351632be86e2" providerId="ADAL" clId="{94E3D6CB-87B8-4140-836D-41B14618E241}" dt="2023-01-04T13:46:21.446" v="4363" actId="14100"/>
          <ac:picMkLst>
            <pc:docMk/>
            <pc:sldMk cId="467175259" sldId="307"/>
            <ac:picMk id="6146" creationId="{8A9810D9-D1D4-711D-1A61-3D30C56E545C}"/>
          </ac:picMkLst>
        </pc:picChg>
        <pc:cxnChg chg="add mod">
          <ac:chgData name="俊杰 林" userId="dcfdc803-95d8-409b-8404-351632be86e2" providerId="ADAL" clId="{94E3D6CB-87B8-4140-836D-41B14618E241}" dt="2023-01-04T13:48:19.427" v="4428" actId="14100"/>
          <ac:cxnSpMkLst>
            <pc:docMk/>
            <pc:sldMk cId="467175259" sldId="307"/>
            <ac:cxnSpMk id="6" creationId="{072C6DC9-7C4A-2B7E-3CC6-64CE245A31F2}"/>
          </ac:cxnSpMkLst>
        </pc:cxnChg>
      </pc:sldChg>
      <pc:sldChg chg="addSp delSp modSp new del mod">
        <pc:chgData name="俊杰 林" userId="dcfdc803-95d8-409b-8404-351632be86e2" providerId="ADAL" clId="{94E3D6CB-87B8-4140-836D-41B14618E241}" dt="2023-01-04T13:44:55.119" v="4343" actId="2696"/>
        <pc:sldMkLst>
          <pc:docMk/>
          <pc:sldMk cId="773786647" sldId="308"/>
        </pc:sldMkLst>
        <pc:spChg chg="mod">
          <ac:chgData name="俊杰 林" userId="dcfdc803-95d8-409b-8404-351632be86e2" providerId="ADAL" clId="{94E3D6CB-87B8-4140-836D-41B14618E241}" dt="2023-01-04T13:37:37.318" v="4260"/>
          <ac:spMkLst>
            <pc:docMk/>
            <pc:sldMk cId="773786647" sldId="308"/>
            <ac:spMk id="2" creationId="{49CCE79A-1C16-AD91-A216-23E13AB87C5D}"/>
          </ac:spMkLst>
        </pc:spChg>
        <pc:spChg chg="mod">
          <ac:chgData name="俊杰 林" userId="dcfdc803-95d8-409b-8404-351632be86e2" providerId="ADAL" clId="{94E3D6CB-87B8-4140-836D-41B14618E241}" dt="2023-01-04T13:43:46.480" v="4342" actId="20577"/>
          <ac:spMkLst>
            <pc:docMk/>
            <pc:sldMk cId="773786647" sldId="308"/>
            <ac:spMk id="3" creationId="{CC5A2082-80FD-543F-6531-63A308B9C677}"/>
          </ac:spMkLst>
        </pc:spChg>
        <pc:spChg chg="add del">
          <ac:chgData name="俊杰 林" userId="dcfdc803-95d8-409b-8404-351632be86e2" providerId="ADAL" clId="{94E3D6CB-87B8-4140-836D-41B14618E241}" dt="2023-01-04T13:37:05.522" v="4255" actId="22"/>
          <ac:spMkLst>
            <pc:docMk/>
            <pc:sldMk cId="773786647" sldId="308"/>
            <ac:spMk id="5" creationId="{7631E3FC-89D0-9354-6913-C353EE9D61E4}"/>
          </ac:spMkLst>
        </pc:spChg>
      </pc:sldChg>
      <pc:sldChg chg="addSp modSp new mod">
        <pc:chgData name="俊杰 林" userId="dcfdc803-95d8-409b-8404-351632be86e2" providerId="ADAL" clId="{94E3D6CB-87B8-4140-836D-41B14618E241}" dt="2023-01-04T13:49:35.613" v="4440" actId="404"/>
        <pc:sldMkLst>
          <pc:docMk/>
          <pc:sldMk cId="2636537636" sldId="308"/>
        </pc:sldMkLst>
        <pc:spChg chg="mod">
          <ac:chgData name="俊杰 林" userId="dcfdc803-95d8-409b-8404-351632be86e2" providerId="ADAL" clId="{94E3D6CB-87B8-4140-836D-41B14618E241}" dt="2023-01-04T13:49:16.091" v="4434"/>
          <ac:spMkLst>
            <pc:docMk/>
            <pc:sldMk cId="2636537636" sldId="308"/>
            <ac:spMk id="2" creationId="{F4139F22-E45F-BDFD-1838-59CCBDBAD30B}"/>
          </ac:spMkLst>
        </pc:spChg>
        <pc:spChg chg="mod">
          <ac:chgData name="俊杰 林" userId="dcfdc803-95d8-409b-8404-351632be86e2" providerId="ADAL" clId="{94E3D6CB-87B8-4140-836D-41B14618E241}" dt="2023-01-04T13:49:35.613" v="4440" actId="404"/>
          <ac:spMkLst>
            <pc:docMk/>
            <pc:sldMk cId="2636537636" sldId="308"/>
            <ac:spMk id="3" creationId="{CB9F8D76-5549-0A21-0088-B5A184D7AA7B}"/>
          </ac:spMkLst>
        </pc:spChg>
        <pc:picChg chg="add mod">
          <ac:chgData name="俊杰 林" userId="dcfdc803-95d8-409b-8404-351632be86e2" providerId="ADAL" clId="{94E3D6CB-87B8-4140-836D-41B14618E241}" dt="2023-01-04T13:49:25.674" v="4436" actId="1076"/>
          <ac:picMkLst>
            <pc:docMk/>
            <pc:sldMk cId="2636537636" sldId="308"/>
            <ac:picMk id="7170" creationId="{70790C05-A8B7-8977-277F-2DCBA45EBA2F}"/>
          </ac:picMkLst>
        </pc:picChg>
      </pc:sldChg>
      <pc:sldChg chg="addSp modSp new mod">
        <pc:chgData name="俊杰 林" userId="dcfdc803-95d8-409b-8404-351632be86e2" providerId="ADAL" clId="{94E3D6CB-87B8-4140-836D-41B14618E241}" dt="2023-01-04T13:56:11.089" v="4448" actId="1076"/>
        <pc:sldMkLst>
          <pc:docMk/>
          <pc:sldMk cId="4222292344" sldId="309"/>
        </pc:sldMkLst>
        <pc:spChg chg="mod">
          <ac:chgData name="俊杰 林" userId="dcfdc803-95d8-409b-8404-351632be86e2" providerId="ADAL" clId="{94E3D6CB-87B8-4140-836D-41B14618E241}" dt="2023-01-04T13:52:53.937" v="4444"/>
          <ac:spMkLst>
            <pc:docMk/>
            <pc:sldMk cId="4222292344" sldId="309"/>
            <ac:spMk id="2" creationId="{DCAF30AF-F100-BBB6-DE8E-0E69FE1573CA}"/>
          </ac:spMkLst>
        </pc:spChg>
        <pc:spChg chg="add mod">
          <ac:chgData name="俊杰 林" userId="dcfdc803-95d8-409b-8404-351632be86e2" providerId="ADAL" clId="{94E3D6CB-87B8-4140-836D-41B14618E241}" dt="2023-01-04T13:56:11.089" v="4448" actId="1076"/>
          <ac:spMkLst>
            <pc:docMk/>
            <pc:sldMk cId="4222292344" sldId="309"/>
            <ac:spMk id="5" creationId="{8854A31D-F09F-1CBF-991F-6527A0BB3074}"/>
          </ac:spMkLst>
        </pc:spChg>
        <pc:picChg chg="add mod">
          <ac:chgData name="俊杰 林" userId="dcfdc803-95d8-409b-8404-351632be86e2" providerId="ADAL" clId="{94E3D6CB-87B8-4140-836D-41B14618E241}" dt="2023-01-04T13:52:59.803" v="4446" actId="1076"/>
          <ac:picMkLst>
            <pc:docMk/>
            <pc:sldMk cId="4222292344" sldId="309"/>
            <ac:picMk id="8194" creationId="{511CF006-7A37-4DF6-35DB-876D0843E6D9}"/>
          </ac:picMkLst>
        </pc:picChg>
      </pc:sldChg>
      <pc:sldChg chg="addSp delSp modSp new mod">
        <pc:chgData name="俊杰 林" userId="dcfdc803-95d8-409b-8404-351632be86e2" providerId="ADAL" clId="{94E3D6CB-87B8-4140-836D-41B14618E241}" dt="2023-01-04T13:57:40.407" v="4548" actId="1076"/>
        <pc:sldMkLst>
          <pc:docMk/>
          <pc:sldMk cId="1991758948" sldId="310"/>
        </pc:sldMkLst>
        <pc:spChg chg="mod">
          <ac:chgData name="俊杰 林" userId="dcfdc803-95d8-409b-8404-351632be86e2" providerId="ADAL" clId="{94E3D6CB-87B8-4140-836D-41B14618E241}" dt="2023-01-04T13:57:28.666" v="4544" actId="20577"/>
          <ac:spMkLst>
            <pc:docMk/>
            <pc:sldMk cId="1991758948" sldId="310"/>
            <ac:spMk id="2" creationId="{71A5FBDC-8ABD-CCAF-B37E-1323C428DA03}"/>
          </ac:spMkLst>
        </pc:spChg>
        <pc:spChg chg="del">
          <ac:chgData name="俊杰 林" userId="dcfdc803-95d8-409b-8404-351632be86e2" providerId="ADAL" clId="{94E3D6CB-87B8-4140-836D-41B14618E241}" dt="2023-01-04T13:57:33.999" v="4545" actId="478"/>
          <ac:spMkLst>
            <pc:docMk/>
            <pc:sldMk cId="1991758948" sldId="310"/>
            <ac:spMk id="3" creationId="{4461F7F4-3423-D769-BA61-30A0FDC82C83}"/>
          </ac:spMkLst>
        </pc:spChg>
        <pc:picChg chg="add mod">
          <ac:chgData name="俊杰 林" userId="dcfdc803-95d8-409b-8404-351632be86e2" providerId="ADAL" clId="{94E3D6CB-87B8-4140-836D-41B14618E241}" dt="2023-01-04T13:57:40.407" v="4548" actId="1076"/>
          <ac:picMkLst>
            <pc:docMk/>
            <pc:sldMk cId="1991758948" sldId="310"/>
            <ac:picMk id="9218" creationId="{7F4520E0-0EDE-9233-83DB-0F36CF99D278}"/>
          </ac:picMkLst>
        </pc:picChg>
      </pc:sldChg>
      <pc:sldChg chg="addSp delSp modSp new mod">
        <pc:chgData name="俊杰 林" userId="dcfdc803-95d8-409b-8404-351632be86e2" providerId="ADAL" clId="{94E3D6CB-87B8-4140-836D-41B14618E241}" dt="2023-01-04T14:12:49.368" v="4838" actId="208"/>
        <pc:sldMkLst>
          <pc:docMk/>
          <pc:sldMk cId="921642807" sldId="311"/>
        </pc:sldMkLst>
        <pc:spChg chg="mod">
          <ac:chgData name="俊杰 林" userId="dcfdc803-95d8-409b-8404-351632be86e2" providerId="ADAL" clId="{94E3D6CB-87B8-4140-836D-41B14618E241}" dt="2023-01-04T13:58:33.043" v="4555" actId="2711"/>
          <ac:spMkLst>
            <pc:docMk/>
            <pc:sldMk cId="921642807" sldId="311"/>
            <ac:spMk id="2" creationId="{73DE0492-4030-A038-7CF6-FB37737318D3}"/>
          </ac:spMkLst>
        </pc:spChg>
        <pc:spChg chg="mod">
          <ac:chgData name="俊杰 林" userId="dcfdc803-95d8-409b-8404-351632be86e2" providerId="ADAL" clId="{94E3D6CB-87B8-4140-836D-41B14618E241}" dt="2023-01-04T13:59:32.067" v="4565" actId="14100"/>
          <ac:spMkLst>
            <pc:docMk/>
            <pc:sldMk cId="921642807" sldId="311"/>
            <ac:spMk id="3" creationId="{427406A0-0357-50CD-AE8B-556C76ABD645}"/>
          </ac:spMkLst>
        </pc:spChg>
        <pc:spChg chg="add del">
          <ac:chgData name="俊杰 林" userId="dcfdc803-95d8-409b-8404-351632be86e2" providerId="ADAL" clId="{94E3D6CB-87B8-4140-836D-41B14618E241}" dt="2023-01-04T13:58:23.670" v="4551" actId="22"/>
          <ac:spMkLst>
            <pc:docMk/>
            <pc:sldMk cId="921642807" sldId="311"/>
            <ac:spMk id="5" creationId="{BD83B229-9CC5-DF37-065C-690D3ECC744B}"/>
          </ac:spMkLst>
        </pc:spChg>
        <pc:picChg chg="add mod">
          <ac:chgData name="俊杰 林" userId="dcfdc803-95d8-409b-8404-351632be86e2" providerId="ADAL" clId="{94E3D6CB-87B8-4140-836D-41B14618E241}" dt="2023-01-04T14:12:49.368" v="4838" actId="208"/>
          <ac:picMkLst>
            <pc:docMk/>
            <pc:sldMk cId="921642807" sldId="311"/>
            <ac:picMk id="10242" creationId="{F663F4AE-8FFF-0A9F-51EC-F47FF4B9354C}"/>
          </ac:picMkLst>
        </pc:picChg>
      </pc:sldChg>
      <pc:sldChg chg="addSp delSp modSp new mod">
        <pc:chgData name="俊杰 林" userId="dcfdc803-95d8-409b-8404-351632be86e2" providerId="ADAL" clId="{94E3D6CB-87B8-4140-836D-41B14618E241}" dt="2023-01-04T14:12:41.118" v="4837" actId="208"/>
        <pc:sldMkLst>
          <pc:docMk/>
          <pc:sldMk cId="271613208" sldId="312"/>
        </pc:sldMkLst>
        <pc:spChg chg="mod">
          <ac:chgData name="俊杰 林" userId="dcfdc803-95d8-409b-8404-351632be86e2" providerId="ADAL" clId="{94E3D6CB-87B8-4140-836D-41B14618E241}" dt="2023-01-04T14:12:33.346" v="4836"/>
          <ac:spMkLst>
            <pc:docMk/>
            <pc:sldMk cId="271613208" sldId="312"/>
            <ac:spMk id="2" creationId="{F0CA1BF3-0C3A-2E10-3FAD-6156BBFCD386}"/>
          </ac:spMkLst>
        </pc:spChg>
        <pc:spChg chg="mod">
          <ac:chgData name="俊杰 林" userId="dcfdc803-95d8-409b-8404-351632be86e2" providerId="ADAL" clId="{94E3D6CB-87B8-4140-836D-41B14618E241}" dt="2023-01-04T14:12:33.346" v="4836"/>
          <ac:spMkLst>
            <pc:docMk/>
            <pc:sldMk cId="271613208" sldId="312"/>
            <ac:spMk id="3" creationId="{5C212B6B-863D-CEF2-42CA-D27CB672A7FF}"/>
          </ac:spMkLst>
        </pc:spChg>
        <pc:spChg chg="add mod">
          <ac:chgData name="俊杰 林" userId="dcfdc803-95d8-409b-8404-351632be86e2" providerId="ADAL" clId="{94E3D6CB-87B8-4140-836D-41B14618E241}" dt="2023-01-04T14:03:50.804" v="4627" actId="20577"/>
          <ac:spMkLst>
            <pc:docMk/>
            <pc:sldMk cId="271613208" sldId="312"/>
            <ac:spMk id="4" creationId="{321C47E1-5BEA-3A71-FD42-087CA08D1C2A}"/>
          </ac:spMkLst>
        </pc:spChg>
        <pc:spChg chg="add del mod">
          <ac:chgData name="俊杰 林" userId="dcfdc803-95d8-409b-8404-351632be86e2" providerId="ADAL" clId="{94E3D6CB-87B8-4140-836D-41B14618E241}" dt="2023-01-04T14:12:33.346" v="4836"/>
          <ac:spMkLst>
            <pc:docMk/>
            <pc:sldMk cId="271613208" sldId="312"/>
            <ac:spMk id="5" creationId="{8EF3E7EE-6238-B97B-000B-B6689DFC0BC7}"/>
          </ac:spMkLst>
        </pc:spChg>
        <pc:spChg chg="add del mod">
          <ac:chgData name="俊杰 林" userId="dcfdc803-95d8-409b-8404-351632be86e2" providerId="ADAL" clId="{94E3D6CB-87B8-4140-836D-41B14618E241}" dt="2023-01-04T14:12:33.346" v="4836"/>
          <ac:spMkLst>
            <pc:docMk/>
            <pc:sldMk cId="271613208" sldId="312"/>
            <ac:spMk id="6" creationId="{27ACC6EA-884F-0898-3B2D-E68656A18F88}"/>
          </ac:spMkLst>
        </pc:spChg>
        <pc:picChg chg="add mod">
          <ac:chgData name="俊杰 林" userId="dcfdc803-95d8-409b-8404-351632be86e2" providerId="ADAL" clId="{94E3D6CB-87B8-4140-836D-41B14618E241}" dt="2023-01-04T14:12:41.118" v="4837" actId="208"/>
          <ac:picMkLst>
            <pc:docMk/>
            <pc:sldMk cId="271613208" sldId="312"/>
            <ac:picMk id="11266" creationId="{E15E663B-A6B7-B833-A198-56752DD179BD}"/>
          </ac:picMkLst>
        </pc:picChg>
      </pc:sldChg>
      <pc:sldChg chg="addSp delSp modSp new mod">
        <pc:chgData name="俊杰 林" userId="dcfdc803-95d8-409b-8404-351632be86e2" providerId="ADAL" clId="{94E3D6CB-87B8-4140-836D-41B14618E241}" dt="2023-01-04T14:12:30.247" v="4835"/>
        <pc:sldMkLst>
          <pc:docMk/>
          <pc:sldMk cId="1110205325" sldId="313"/>
        </pc:sldMkLst>
        <pc:spChg chg="mod">
          <ac:chgData name="俊杰 林" userId="dcfdc803-95d8-409b-8404-351632be86e2" providerId="ADAL" clId="{94E3D6CB-87B8-4140-836D-41B14618E241}" dt="2023-01-04T14:12:30.247" v="4835"/>
          <ac:spMkLst>
            <pc:docMk/>
            <pc:sldMk cId="1110205325" sldId="313"/>
            <ac:spMk id="2" creationId="{DB0EB17A-DC2D-95F4-CC64-12017F7BF4DA}"/>
          </ac:spMkLst>
        </pc:spChg>
        <pc:spChg chg="mod">
          <ac:chgData name="俊杰 林" userId="dcfdc803-95d8-409b-8404-351632be86e2" providerId="ADAL" clId="{94E3D6CB-87B8-4140-836D-41B14618E241}" dt="2023-01-04T14:12:30.247" v="4835"/>
          <ac:spMkLst>
            <pc:docMk/>
            <pc:sldMk cId="1110205325" sldId="313"/>
            <ac:spMk id="3" creationId="{883B1A54-B2B5-8DDF-5B5F-AC2BD059CAA1}"/>
          </ac:spMkLst>
        </pc:spChg>
        <pc:spChg chg="add del mod">
          <ac:chgData name="俊杰 林" userId="dcfdc803-95d8-409b-8404-351632be86e2" providerId="ADAL" clId="{94E3D6CB-87B8-4140-836D-41B14618E241}" dt="2023-01-04T14:12:30.247" v="4835"/>
          <ac:spMkLst>
            <pc:docMk/>
            <pc:sldMk cId="1110205325" sldId="313"/>
            <ac:spMk id="4" creationId="{60B91B05-2F18-3F3D-1B10-83D3EEC1D9B4}"/>
          </ac:spMkLst>
        </pc:spChg>
        <pc:spChg chg="add del mod">
          <ac:chgData name="俊杰 林" userId="dcfdc803-95d8-409b-8404-351632be86e2" providerId="ADAL" clId="{94E3D6CB-87B8-4140-836D-41B14618E241}" dt="2023-01-04T14:12:30.247" v="4835"/>
          <ac:spMkLst>
            <pc:docMk/>
            <pc:sldMk cId="1110205325" sldId="313"/>
            <ac:spMk id="5" creationId="{91DA4A14-A791-CC25-9953-001FF971EFF2}"/>
          </ac:spMkLst>
        </pc:spChg>
      </pc:sldChg>
      <pc:sldChg chg="addSp delSp modSp new mod">
        <pc:chgData name="俊杰 林" userId="dcfdc803-95d8-409b-8404-351632be86e2" providerId="ADAL" clId="{94E3D6CB-87B8-4140-836D-41B14618E241}" dt="2023-01-04T14:13:01.422" v="4841" actId="20577"/>
        <pc:sldMkLst>
          <pc:docMk/>
          <pc:sldMk cId="993838558" sldId="314"/>
        </pc:sldMkLst>
        <pc:spChg chg="mod">
          <ac:chgData name="俊杰 林" userId="dcfdc803-95d8-409b-8404-351632be86e2" providerId="ADAL" clId="{94E3D6CB-87B8-4140-836D-41B14618E241}" dt="2023-01-04T14:13:01.422" v="4841" actId="20577"/>
          <ac:spMkLst>
            <pc:docMk/>
            <pc:sldMk cId="993838558" sldId="314"/>
            <ac:spMk id="2" creationId="{112089B1-65DA-BBA0-D443-FF0A8D44FFED}"/>
          </ac:spMkLst>
        </pc:spChg>
        <pc:spChg chg="mod">
          <ac:chgData name="俊杰 林" userId="dcfdc803-95d8-409b-8404-351632be86e2" providerId="ADAL" clId="{94E3D6CB-87B8-4140-836D-41B14618E241}" dt="2023-01-04T14:12:27.928" v="4834"/>
          <ac:spMkLst>
            <pc:docMk/>
            <pc:sldMk cId="993838558" sldId="314"/>
            <ac:spMk id="3" creationId="{C0B299EB-09D4-21B3-C39E-7DEF57A0F5A9}"/>
          </ac:spMkLst>
        </pc:spChg>
        <pc:spChg chg="add del mod">
          <ac:chgData name="俊杰 林" userId="dcfdc803-95d8-409b-8404-351632be86e2" providerId="ADAL" clId="{94E3D6CB-87B8-4140-836D-41B14618E241}" dt="2023-01-04T14:12:25.397" v="4833"/>
          <ac:spMkLst>
            <pc:docMk/>
            <pc:sldMk cId="993838558" sldId="314"/>
            <ac:spMk id="4" creationId="{A9589F1C-12C2-364A-36BA-59A4E1A72626}"/>
          </ac:spMkLst>
        </pc:spChg>
        <pc:spChg chg="add del mod">
          <ac:chgData name="俊杰 林" userId="dcfdc803-95d8-409b-8404-351632be86e2" providerId="ADAL" clId="{94E3D6CB-87B8-4140-836D-41B14618E241}" dt="2023-01-04T14:12:25.397" v="4833"/>
          <ac:spMkLst>
            <pc:docMk/>
            <pc:sldMk cId="993838558" sldId="314"/>
            <ac:spMk id="5" creationId="{E985A5EE-B706-3656-2076-5A9556DD1D0F}"/>
          </ac:spMkLst>
        </pc:spChg>
        <pc:spChg chg="add del mod">
          <ac:chgData name="俊杰 林" userId="dcfdc803-95d8-409b-8404-351632be86e2" providerId="ADAL" clId="{94E3D6CB-87B8-4140-836D-41B14618E241}" dt="2023-01-04T14:12:27.928" v="4834"/>
          <ac:spMkLst>
            <pc:docMk/>
            <pc:sldMk cId="993838558" sldId="314"/>
            <ac:spMk id="6" creationId="{631E89D0-7088-A916-D59E-0C2EAA05E66D}"/>
          </ac:spMkLst>
        </pc:spChg>
        <pc:spChg chg="add del mod">
          <ac:chgData name="俊杰 林" userId="dcfdc803-95d8-409b-8404-351632be86e2" providerId="ADAL" clId="{94E3D6CB-87B8-4140-836D-41B14618E241}" dt="2023-01-04T14:12:27.928" v="4834"/>
          <ac:spMkLst>
            <pc:docMk/>
            <pc:sldMk cId="993838558" sldId="314"/>
            <ac:spMk id="7" creationId="{9365E95F-2C2E-8216-3136-5E098718CDA2}"/>
          </ac:spMkLst>
        </pc:spChg>
      </pc:sldChg>
      <pc:sldChg chg="modSp new mod">
        <pc:chgData name="俊杰 林" userId="dcfdc803-95d8-409b-8404-351632be86e2" providerId="ADAL" clId="{94E3D6CB-87B8-4140-836D-41B14618E241}" dt="2023-01-04T14:20:43.704" v="4870" actId="20577"/>
        <pc:sldMkLst>
          <pc:docMk/>
          <pc:sldMk cId="4149168320" sldId="315"/>
        </pc:sldMkLst>
        <pc:spChg chg="mod">
          <ac:chgData name="俊杰 林" userId="dcfdc803-95d8-409b-8404-351632be86e2" providerId="ADAL" clId="{94E3D6CB-87B8-4140-836D-41B14618E241}" dt="2023-01-04T14:13:10.487" v="4842"/>
          <ac:spMkLst>
            <pc:docMk/>
            <pc:sldMk cId="4149168320" sldId="315"/>
            <ac:spMk id="2" creationId="{42E2AA27-9E34-4629-26E3-0FA698DCDD8F}"/>
          </ac:spMkLst>
        </pc:spChg>
        <pc:spChg chg="mod">
          <ac:chgData name="俊杰 林" userId="dcfdc803-95d8-409b-8404-351632be86e2" providerId="ADAL" clId="{94E3D6CB-87B8-4140-836D-41B14618E241}" dt="2023-01-04T14:20:43.704" v="4870" actId="20577"/>
          <ac:spMkLst>
            <pc:docMk/>
            <pc:sldMk cId="4149168320" sldId="315"/>
            <ac:spMk id="3" creationId="{5D2EB51D-9D79-7A57-49D2-BC72FFDFB08B}"/>
          </ac:spMkLst>
        </pc:spChg>
      </pc:sldChg>
      <pc:sldChg chg="addSp delSp modSp new mod">
        <pc:chgData name="俊杰 林" userId="dcfdc803-95d8-409b-8404-351632be86e2" providerId="ADAL" clId="{94E3D6CB-87B8-4140-836D-41B14618E241}" dt="2023-01-04T14:21:09.539" v="4876" actId="1076"/>
        <pc:sldMkLst>
          <pc:docMk/>
          <pc:sldMk cId="3249903917" sldId="316"/>
        </pc:sldMkLst>
        <pc:spChg chg="mod">
          <ac:chgData name="俊杰 林" userId="dcfdc803-95d8-409b-8404-351632be86e2" providerId="ADAL" clId="{94E3D6CB-87B8-4140-836D-41B14618E241}" dt="2023-01-04T14:20:55.515" v="4872"/>
          <ac:spMkLst>
            <pc:docMk/>
            <pc:sldMk cId="3249903917" sldId="316"/>
            <ac:spMk id="2" creationId="{3BD8685B-8455-9520-4B04-5CAC2EA85E4D}"/>
          </ac:spMkLst>
        </pc:spChg>
        <pc:spChg chg="del">
          <ac:chgData name="俊杰 林" userId="dcfdc803-95d8-409b-8404-351632be86e2" providerId="ADAL" clId="{94E3D6CB-87B8-4140-836D-41B14618E241}" dt="2023-01-04T14:21:01.531" v="4873" actId="478"/>
          <ac:spMkLst>
            <pc:docMk/>
            <pc:sldMk cId="3249903917" sldId="316"/>
            <ac:spMk id="3" creationId="{DF224A58-548E-AE11-0886-52B5C616D98F}"/>
          </ac:spMkLst>
        </pc:spChg>
        <pc:picChg chg="add mod">
          <ac:chgData name="俊杰 林" userId="dcfdc803-95d8-409b-8404-351632be86e2" providerId="ADAL" clId="{94E3D6CB-87B8-4140-836D-41B14618E241}" dt="2023-01-04T14:21:09.539" v="4876" actId="1076"/>
          <ac:picMkLst>
            <pc:docMk/>
            <pc:sldMk cId="3249903917" sldId="316"/>
            <ac:picMk id="12290" creationId="{DDADC88D-6E17-3DF0-2BE5-D2DA1A762750}"/>
          </ac:picMkLst>
        </pc:picChg>
      </pc:sldChg>
      <pc:sldChg chg="addSp delSp modSp new mod">
        <pc:chgData name="俊杰 林" userId="dcfdc803-95d8-409b-8404-351632be86e2" providerId="ADAL" clId="{94E3D6CB-87B8-4140-836D-41B14618E241}" dt="2023-01-04T14:23:45.389" v="4889" actId="1076"/>
        <pc:sldMkLst>
          <pc:docMk/>
          <pc:sldMk cId="1692009415" sldId="317"/>
        </pc:sldMkLst>
        <pc:spChg chg="mod">
          <ac:chgData name="俊杰 林" userId="dcfdc803-95d8-409b-8404-351632be86e2" providerId="ADAL" clId="{94E3D6CB-87B8-4140-836D-41B14618E241}" dt="2023-01-04T14:21:53.019" v="4880"/>
          <ac:spMkLst>
            <pc:docMk/>
            <pc:sldMk cId="1692009415" sldId="317"/>
            <ac:spMk id="2" creationId="{E7454360-D7C0-3018-F4B1-D3595B4A21AF}"/>
          </ac:spMkLst>
        </pc:spChg>
        <pc:spChg chg="del">
          <ac:chgData name="俊杰 林" userId="dcfdc803-95d8-409b-8404-351632be86e2" providerId="ADAL" clId="{94E3D6CB-87B8-4140-836D-41B14618E241}" dt="2023-01-04T14:21:53.019" v="4880"/>
          <ac:spMkLst>
            <pc:docMk/>
            <pc:sldMk cId="1692009415" sldId="317"/>
            <ac:spMk id="3" creationId="{14A3B584-C8FB-2E09-27CB-DFDEEE1F8D81}"/>
          </ac:spMkLst>
        </pc:spChg>
        <pc:spChg chg="add del mod">
          <ac:chgData name="俊杰 林" userId="dcfdc803-95d8-409b-8404-351632be86e2" providerId="ADAL" clId="{94E3D6CB-87B8-4140-836D-41B14618E241}" dt="2023-01-04T14:21:53.019" v="4880"/>
          <ac:spMkLst>
            <pc:docMk/>
            <pc:sldMk cId="1692009415" sldId="317"/>
            <ac:spMk id="4" creationId="{8EF26A9B-8CC4-5CF3-374A-DD4D7FF29EE8}"/>
          </ac:spMkLst>
        </pc:spChg>
        <pc:spChg chg="add mod">
          <ac:chgData name="俊杰 林" userId="dcfdc803-95d8-409b-8404-351632be86e2" providerId="ADAL" clId="{94E3D6CB-87B8-4140-836D-41B14618E241}" dt="2023-01-04T14:23:32.747" v="4886" actId="20577"/>
          <ac:spMkLst>
            <pc:docMk/>
            <pc:sldMk cId="1692009415" sldId="317"/>
            <ac:spMk id="5" creationId="{9D2FE9AD-DD40-9CCE-A048-8E9E48B39C82}"/>
          </ac:spMkLst>
        </pc:spChg>
        <pc:picChg chg="add mod">
          <ac:chgData name="俊杰 林" userId="dcfdc803-95d8-409b-8404-351632be86e2" providerId="ADAL" clId="{94E3D6CB-87B8-4140-836D-41B14618E241}" dt="2023-01-04T14:23:45.389" v="4889" actId="1076"/>
          <ac:picMkLst>
            <pc:docMk/>
            <pc:sldMk cId="1692009415" sldId="317"/>
            <ac:picMk id="13314" creationId="{BE4F65EE-7C43-8BC5-B7F6-9529F1C0EC66}"/>
          </ac:picMkLst>
        </pc:picChg>
      </pc:sldChg>
      <pc:sldChg chg="addSp modSp new mod">
        <pc:chgData name="俊杰 林" userId="dcfdc803-95d8-409b-8404-351632be86e2" providerId="ADAL" clId="{94E3D6CB-87B8-4140-836D-41B14618E241}" dt="2023-01-04T14:24:53.201" v="4919" actId="1076"/>
        <pc:sldMkLst>
          <pc:docMk/>
          <pc:sldMk cId="2900426169" sldId="318"/>
        </pc:sldMkLst>
        <pc:spChg chg="mod">
          <ac:chgData name="俊杰 林" userId="dcfdc803-95d8-409b-8404-351632be86e2" providerId="ADAL" clId="{94E3D6CB-87B8-4140-836D-41B14618E241}" dt="2023-01-04T14:23:51.643" v="4891"/>
          <ac:spMkLst>
            <pc:docMk/>
            <pc:sldMk cId="2900426169" sldId="318"/>
            <ac:spMk id="2" creationId="{D09493DD-EEDA-A0DD-DAE8-9C2690DB2A6E}"/>
          </ac:spMkLst>
        </pc:spChg>
        <pc:spChg chg="mod">
          <ac:chgData name="俊杰 林" userId="dcfdc803-95d8-409b-8404-351632be86e2" providerId="ADAL" clId="{94E3D6CB-87B8-4140-836D-41B14618E241}" dt="2023-01-04T14:24:37.868" v="4914" actId="20577"/>
          <ac:spMkLst>
            <pc:docMk/>
            <pc:sldMk cId="2900426169" sldId="318"/>
            <ac:spMk id="3" creationId="{F27B5572-6B4F-CA6E-9E05-8921090E0622}"/>
          </ac:spMkLst>
        </pc:spChg>
        <pc:picChg chg="add mod">
          <ac:chgData name="俊杰 林" userId="dcfdc803-95d8-409b-8404-351632be86e2" providerId="ADAL" clId="{94E3D6CB-87B8-4140-836D-41B14618E241}" dt="2023-01-04T14:24:53.201" v="4919" actId="1076"/>
          <ac:picMkLst>
            <pc:docMk/>
            <pc:sldMk cId="2900426169" sldId="318"/>
            <ac:picMk id="14338" creationId="{CB773AFC-B760-9AC8-CCF2-65420A94FA3C}"/>
          </ac:picMkLst>
        </pc:picChg>
      </pc:sldChg>
      <pc:sldChg chg="addSp delSp modSp new mod modAnim">
        <pc:chgData name="俊杰 林" userId="dcfdc803-95d8-409b-8404-351632be86e2" providerId="ADAL" clId="{94E3D6CB-87B8-4140-836D-41B14618E241}" dt="2023-01-04T14:38:05.881" v="5294"/>
        <pc:sldMkLst>
          <pc:docMk/>
          <pc:sldMk cId="575397475" sldId="319"/>
        </pc:sldMkLst>
        <pc:spChg chg="mod">
          <ac:chgData name="俊杰 林" userId="dcfdc803-95d8-409b-8404-351632be86e2" providerId="ADAL" clId="{94E3D6CB-87B8-4140-836D-41B14618E241}" dt="2023-01-04T14:25:20.323" v="4923"/>
          <ac:spMkLst>
            <pc:docMk/>
            <pc:sldMk cId="575397475" sldId="319"/>
            <ac:spMk id="2" creationId="{B28F069D-5D7D-DF56-19FA-B36AF6055C58}"/>
          </ac:spMkLst>
        </pc:spChg>
        <pc:spChg chg="del">
          <ac:chgData name="俊杰 林" userId="dcfdc803-95d8-409b-8404-351632be86e2" providerId="ADAL" clId="{94E3D6CB-87B8-4140-836D-41B14618E241}" dt="2023-01-04T14:25:20.323" v="4923"/>
          <ac:spMkLst>
            <pc:docMk/>
            <pc:sldMk cId="575397475" sldId="319"/>
            <ac:spMk id="3" creationId="{82DF621A-CC7D-8B36-94B3-1F4EA4D4366E}"/>
          </ac:spMkLst>
        </pc:spChg>
        <pc:spChg chg="add del mod">
          <ac:chgData name="俊杰 林" userId="dcfdc803-95d8-409b-8404-351632be86e2" providerId="ADAL" clId="{94E3D6CB-87B8-4140-836D-41B14618E241}" dt="2023-01-04T14:25:20.323" v="4923"/>
          <ac:spMkLst>
            <pc:docMk/>
            <pc:sldMk cId="575397475" sldId="319"/>
            <ac:spMk id="4" creationId="{0FC94446-6414-FC3E-4BE8-0C198302B8C7}"/>
          </ac:spMkLst>
        </pc:spChg>
        <pc:spChg chg="add mod">
          <ac:chgData name="俊杰 林" userId="dcfdc803-95d8-409b-8404-351632be86e2" providerId="ADAL" clId="{94E3D6CB-87B8-4140-836D-41B14618E241}" dt="2023-01-04T14:26:59.809" v="4993" actId="20577"/>
          <ac:spMkLst>
            <pc:docMk/>
            <pc:sldMk cId="575397475" sldId="319"/>
            <ac:spMk id="5" creationId="{A933977B-5873-4D77-D482-BCBC95009F5B}"/>
          </ac:spMkLst>
        </pc:spChg>
        <pc:spChg chg="add mod">
          <ac:chgData name="俊杰 林" userId="dcfdc803-95d8-409b-8404-351632be86e2" providerId="ADAL" clId="{94E3D6CB-87B8-4140-836D-41B14618E241}" dt="2023-01-04T14:37:57.435" v="5292" actId="1076"/>
          <ac:spMkLst>
            <pc:docMk/>
            <pc:sldMk cId="575397475" sldId="319"/>
            <ac:spMk id="7" creationId="{B7290A43-1AE6-E3D7-3A4D-FE8619278D62}"/>
          </ac:spMkLst>
        </pc:spChg>
        <pc:picChg chg="add mod">
          <ac:chgData name="俊杰 林" userId="dcfdc803-95d8-409b-8404-351632be86e2" providerId="ADAL" clId="{94E3D6CB-87B8-4140-836D-41B14618E241}" dt="2023-01-04T14:27:06.503" v="4995" actId="1076"/>
          <ac:picMkLst>
            <pc:docMk/>
            <pc:sldMk cId="575397475" sldId="319"/>
            <ac:picMk id="15362" creationId="{8B0114D4-9EEA-DDB2-6FB0-055D74AB5E76}"/>
          </ac:picMkLst>
        </pc:picChg>
      </pc:sldChg>
      <pc:sldChg chg="addSp modSp new mod">
        <pc:chgData name="俊杰 林" userId="dcfdc803-95d8-409b-8404-351632be86e2" providerId="ADAL" clId="{94E3D6CB-87B8-4140-836D-41B14618E241}" dt="2023-01-04T14:33:33.342" v="5174" actId="11529"/>
        <pc:sldMkLst>
          <pc:docMk/>
          <pc:sldMk cId="1037317433" sldId="320"/>
        </pc:sldMkLst>
        <pc:spChg chg="mod">
          <ac:chgData name="俊杰 林" userId="dcfdc803-95d8-409b-8404-351632be86e2" providerId="ADAL" clId="{94E3D6CB-87B8-4140-836D-41B14618E241}" dt="2023-01-04T14:27:10.989" v="4997"/>
          <ac:spMkLst>
            <pc:docMk/>
            <pc:sldMk cId="1037317433" sldId="320"/>
            <ac:spMk id="2" creationId="{C3F41A67-7CE2-8871-F233-6A019625629C}"/>
          </ac:spMkLst>
        </pc:spChg>
        <pc:spChg chg="mod">
          <ac:chgData name="俊杰 林" userId="dcfdc803-95d8-409b-8404-351632be86e2" providerId="ADAL" clId="{94E3D6CB-87B8-4140-836D-41B14618E241}" dt="2023-01-04T14:33:17.133" v="5171" actId="14100"/>
          <ac:spMkLst>
            <pc:docMk/>
            <pc:sldMk cId="1037317433" sldId="320"/>
            <ac:spMk id="3" creationId="{90CC9884-6C71-0BE2-BC3F-2A737BA904A2}"/>
          </ac:spMkLst>
        </pc:spChg>
        <pc:spChg chg="add">
          <ac:chgData name="俊杰 林" userId="dcfdc803-95d8-409b-8404-351632be86e2" providerId="ADAL" clId="{94E3D6CB-87B8-4140-836D-41B14618E241}" dt="2023-01-04T14:33:33.342" v="5174" actId="11529"/>
          <ac:spMkLst>
            <pc:docMk/>
            <pc:sldMk cId="1037317433" sldId="320"/>
            <ac:spMk id="5" creationId="{0B0984AA-8193-CDC0-7826-8D6F894D03A9}"/>
          </ac:spMkLst>
        </pc:spChg>
        <pc:picChg chg="add mod">
          <ac:chgData name="俊杰 林" userId="dcfdc803-95d8-409b-8404-351632be86e2" providerId="ADAL" clId="{94E3D6CB-87B8-4140-836D-41B14618E241}" dt="2023-01-04T14:33:24.405" v="5173" actId="14100"/>
          <ac:picMkLst>
            <pc:docMk/>
            <pc:sldMk cId="1037317433" sldId="320"/>
            <ac:picMk id="4" creationId="{3407927B-4C6B-2686-6C7D-5B3A3C4F3226}"/>
          </ac:picMkLst>
        </pc:picChg>
      </pc:sldChg>
      <pc:sldChg chg="modSp new mod">
        <pc:chgData name="俊杰 林" userId="dcfdc803-95d8-409b-8404-351632be86e2" providerId="ADAL" clId="{94E3D6CB-87B8-4140-836D-41B14618E241}" dt="2023-01-04T14:36:47.782" v="5282" actId="20577"/>
        <pc:sldMkLst>
          <pc:docMk/>
          <pc:sldMk cId="3658947445" sldId="321"/>
        </pc:sldMkLst>
        <pc:spChg chg="mod">
          <ac:chgData name="俊杰 林" userId="dcfdc803-95d8-409b-8404-351632be86e2" providerId="ADAL" clId="{94E3D6CB-87B8-4140-836D-41B14618E241}" dt="2023-01-04T14:34:54.494" v="5178"/>
          <ac:spMkLst>
            <pc:docMk/>
            <pc:sldMk cId="3658947445" sldId="321"/>
            <ac:spMk id="2" creationId="{D399D262-8FB9-963F-DEF2-D4FC230804D1}"/>
          </ac:spMkLst>
        </pc:spChg>
        <pc:spChg chg="mod">
          <ac:chgData name="俊杰 林" userId="dcfdc803-95d8-409b-8404-351632be86e2" providerId="ADAL" clId="{94E3D6CB-87B8-4140-836D-41B14618E241}" dt="2023-01-04T14:36:47.782" v="5282" actId="20577"/>
          <ac:spMkLst>
            <pc:docMk/>
            <pc:sldMk cId="3658947445" sldId="321"/>
            <ac:spMk id="3" creationId="{ABD3CE70-53B4-E266-5229-E605FB91E19C}"/>
          </ac:spMkLst>
        </pc:spChg>
      </pc:sldChg>
      <pc:sldChg chg="addSp delSp modSp new mod">
        <pc:chgData name="俊杰 林" userId="dcfdc803-95d8-409b-8404-351632be86e2" providerId="ADAL" clId="{94E3D6CB-87B8-4140-836D-41B14618E241}" dt="2023-01-04T14:37:08.601" v="5290" actId="1076"/>
        <pc:sldMkLst>
          <pc:docMk/>
          <pc:sldMk cId="1153646240" sldId="322"/>
        </pc:sldMkLst>
        <pc:spChg chg="mod">
          <ac:chgData name="俊杰 林" userId="dcfdc803-95d8-409b-8404-351632be86e2" providerId="ADAL" clId="{94E3D6CB-87B8-4140-836D-41B14618E241}" dt="2023-01-04T14:36:54.318" v="5284"/>
          <ac:spMkLst>
            <pc:docMk/>
            <pc:sldMk cId="1153646240" sldId="322"/>
            <ac:spMk id="2" creationId="{F70315F8-9658-75F8-83B1-D5C8510A780A}"/>
          </ac:spMkLst>
        </pc:spChg>
        <pc:spChg chg="del">
          <ac:chgData name="俊杰 林" userId="dcfdc803-95d8-409b-8404-351632be86e2" providerId="ADAL" clId="{94E3D6CB-87B8-4140-836D-41B14618E241}" dt="2023-01-04T14:37:03.655" v="5287" actId="478"/>
          <ac:spMkLst>
            <pc:docMk/>
            <pc:sldMk cId="1153646240" sldId="322"/>
            <ac:spMk id="3" creationId="{7E336D6D-0B4C-CEC4-0BC8-47C006CAB746}"/>
          </ac:spMkLst>
        </pc:spChg>
        <pc:picChg chg="add del">
          <ac:chgData name="俊杰 林" userId="dcfdc803-95d8-409b-8404-351632be86e2" providerId="ADAL" clId="{94E3D6CB-87B8-4140-836D-41B14618E241}" dt="2023-01-04T14:37:01.833" v="5286"/>
          <ac:picMkLst>
            <pc:docMk/>
            <pc:sldMk cId="1153646240" sldId="322"/>
            <ac:picMk id="16386" creationId="{80E89D33-F958-568C-7E4C-17F5ED39A48B}"/>
          </ac:picMkLst>
        </pc:picChg>
        <pc:picChg chg="add mod">
          <ac:chgData name="俊杰 林" userId="dcfdc803-95d8-409b-8404-351632be86e2" providerId="ADAL" clId="{94E3D6CB-87B8-4140-836D-41B14618E241}" dt="2023-01-04T14:37:08.601" v="5290" actId="1076"/>
          <ac:picMkLst>
            <pc:docMk/>
            <pc:sldMk cId="1153646240" sldId="322"/>
            <ac:picMk id="16388" creationId="{5E5D845B-6DB6-A6FA-6138-ABC3F7B942A0}"/>
          </ac:picMkLst>
        </pc:picChg>
      </pc:sldChg>
      <pc:sldChg chg="addSp delSp modSp new mod">
        <pc:chgData name="俊杰 林" userId="dcfdc803-95d8-409b-8404-351632be86e2" providerId="ADAL" clId="{94E3D6CB-87B8-4140-836D-41B14618E241}" dt="2023-01-04T14:42:31.487" v="5371" actId="27636"/>
        <pc:sldMkLst>
          <pc:docMk/>
          <pc:sldMk cId="3163627800" sldId="323"/>
        </pc:sldMkLst>
        <pc:spChg chg="mod">
          <ac:chgData name="俊杰 林" userId="dcfdc803-95d8-409b-8404-351632be86e2" providerId="ADAL" clId="{94E3D6CB-87B8-4140-836D-41B14618E241}" dt="2023-01-04T14:38:46.359" v="5297"/>
          <ac:spMkLst>
            <pc:docMk/>
            <pc:sldMk cId="3163627800" sldId="323"/>
            <ac:spMk id="2" creationId="{92EE98F4-4541-0F7E-6EC8-72BB50702A18}"/>
          </ac:spMkLst>
        </pc:spChg>
        <pc:spChg chg="mod">
          <ac:chgData name="俊杰 林" userId="dcfdc803-95d8-409b-8404-351632be86e2" providerId="ADAL" clId="{94E3D6CB-87B8-4140-836D-41B14618E241}" dt="2023-01-04T14:41:15.867" v="5343" actId="14100"/>
          <ac:spMkLst>
            <pc:docMk/>
            <pc:sldMk cId="3163627800" sldId="323"/>
            <ac:spMk id="3" creationId="{38DC0A16-04A9-00AA-B989-929021D8BB9E}"/>
          </ac:spMkLst>
        </pc:spChg>
        <pc:spChg chg="add del mod">
          <ac:chgData name="俊杰 林" userId="dcfdc803-95d8-409b-8404-351632be86e2" providerId="ADAL" clId="{94E3D6CB-87B8-4140-836D-41B14618E241}" dt="2023-01-04T14:40:44.374" v="5313" actId="478"/>
          <ac:spMkLst>
            <pc:docMk/>
            <pc:sldMk cId="3163627800" sldId="323"/>
            <ac:spMk id="5" creationId="{33E120D7-7816-C064-4074-4C7180396CA3}"/>
          </ac:spMkLst>
        </pc:spChg>
        <pc:spChg chg="add mod">
          <ac:chgData name="俊杰 林" userId="dcfdc803-95d8-409b-8404-351632be86e2" providerId="ADAL" clId="{94E3D6CB-87B8-4140-836D-41B14618E241}" dt="2023-01-04T14:42:31.487" v="5371" actId="27636"/>
          <ac:spMkLst>
            <pc:docMk/>
            <pc:sldMk cId="3163627800" sldId="323"/>
            <ac:spMk id="6" creationId="{1B7279AA-3378-44A3-CBA6-C6B95260C4A2}"/>
          </ac:spMkLst>
        </pc:spChg>
        <pc:picChg chg="add mod">
          <ac:chgData name="俊杰 林" userId="dcfdc803-95d8-409b-8404-351632be86e2" providerId="ADAL" clId="{94E3D6CB-87B8-4140-836D-41B14618E241}" dt="2023-01-04T14:39:10.147" v="5307" actId="208"/>
          <ac:picMkLst>
            <pc:docMk/>
            <pc:sldMk cId="3163627800" sldId="323"/>
            <ac:picMk id="17410" creationId="{423857AB-D95A-D4F5-730A-E7EA5AF2E5E1}"/>
          </ac:picMkLst>
        </pc:picChg>
      </pc:sldChg>
      <pc:sldChg chg="addSp delSp modSp new mod modClrScheme modAnim chgLayout">
        <pc:chgData name="俊杰 林" userId="dcfdc803-95d8-409b-8404-351632be86e2" providerId="ADAL" clId="{94E3D6CB-87B8-4140-836D-41B14618E241}" dt="2023-01-04T14:45:38.070" v="5378" actId="14100"/>
        <pc:sldMkLst>
          <pc:docMk/>
          <pc:sldMk cId="2022905219" sldId="324"/>
        </pc:sldMkLst>
        <pc:spChg chg="del">
          <ac:chgData name="俊杰 林" userId="dcfdc803-95d8-409b-8404-351632be86e2" providerId="ADAL" clId="{94E3D6CB-87B8-4140-836D-41B14618E241}" dt="2023-01-04T14:45:13.154" v="5373" actId="700"/>
          <ac:spMkLst>
            <pc:docMk/>
            <pc:sldMk cId="2022905219" sldId="324"/>
            <ac:spMk id="2" creationId="{EB1669C3-2273-A5D7-BE16-DDB82E23CDA7}"/>
          </ac:spMkLst>
        </pc:spChg>
        <pc:spChg chg="del">
          <ac:chgData name="俊杰 林" userId="dcfdc803-95d8-409b-8404-351632be86e2" providerId="ADAL" clId="{94E3D6CB-87B8-4140-836D-41B14618E241}" dt="2023-01-04T14:45:13.154" v="5373" actId="700"/>
          <ac:spMkLst>
            <pc:docMk/>
            <pc:sldMk cId="2022905219" sldId="324"/>
            <ac:spMk id="3" creationId="{AB07BA3C-F8F3-6843-10D5-BD516E59201E}"/>
          </ac:spMkLst>
        </pc:spChg>
        <pc:picChg chg="add mod">
          <ac:chgData name="俊杰 林" userId="dcfdc803-95d8-409b-8404-351632be86e2" providerId="ADAL" clId="{94E3D6CB-87B8-4140-836D-41B14618E241}" dt="2023-01-04T14:45:38.070" v="5378" actId="14100"/>
          <ac:picMkLst>
            <pc:docMk/>
            <pc:sldMk cId="2022905219" sldId="324"/>
            <ac:picMk id="4" creationId="{F381A8A9-E809-AE85-B91D-BC784AE848FA}"/>
          </ac:picMkLst>
        </pc:picChg>
      </pc:sldChg>
      <pc:sldChg chg="addSp modSp new mod modClrScheme chgLayout">
        <pc:chgData name="俊杰 林" userId="dcfdc803-95d8-409b-8404-351632be86e2" providerId="ADAL" clId="{94E3D6CB-87B8-4140-836D-41B14618E241}" dt="2023-01-04T14:50:36.184" v="5410" actId="20577"/>
        <pc:sldMkLst>
          <pc:docMk/>
          <pc:sldMk cId="1351971489" sldId="325"/>
        </pc:sldMkLst>
        <pc:spChg chg="add mod">
          <ac:chgData name="俊杰 林" userId="dcfdc803-95d8-409b-8404-351632be86e2" providerId="ADAL" clId="{94E3D6CB-87B8-4140-836D-41B14618E241}" dt="2023-01-04T14:49:29.123" v="5406" actId="20577"/>
          <ac:spMkLst>
            <pc:docMk/>
            <pc:sldMk cId="1351971489" sldId="325"/>
            <ac:spMk id="2" creationId="{6F552B2D-6AB4-7670-786E-1280CDA0FB4C}"/>
          </ac:spMkLst>
        </pc:spChg>
        <pc:spChg chg="add mod">
          <ac:chgData name="俊杰 林" userId="dcfdc803-95d8-409b-8404-351632be86e2" providerId="ADAL" clId="{94E3D6CB-87B8-4140-836D-41B14618E241}" dt="2023-01-04T14:50:36.184" v="5410" actId="20577"/>
          <ac:spMkLst>
            <pc:docMk/>
            <pc:sldMk cId="1351971489" sldId="325"/>
            <ac:spMk id="3" creationId="{30B6817C-EBE7-40B6-255A-F1780558153A}"/>
          </ac:spMkLst>
        </pc:spChg>
      </pc:sldChg>
      <pc:sldChg chg="modSp new mod">
        <pc:chgData name="俊杰 林" userId="dcfdc803-95d8-409b-8404-351632be86e2" providerId="ADAL" clId="{94E3D6CB-87B8-4140-836D-41B14618E241}" dt="2023-01-04T14:53:35.346" v="5437" actId="20577"/>
        <pc:sldMkLst>
          <pc:docMk/>
          <pc:sldMk cId="2986562883" sldId="326"/>
        </pc:sldMkLst>
        <pc:spChg chg="mod">
          <ac:chgData name="俊杰 林" userId="dcfdc803-95d8-409b-8404-351632be86e2" providerId="ADAL" clId="{94E3D6CB-87B8-4140-836D-41B14618E241}" dt="2023-01-04T14:53:17.113" v="5433" actId="20577"/>
          <ac:spMkLst>
            <pc:docMk/>
            <pc:sldMk cId="2986562883" sldId="326"/>
            <ac:spMk id="2" creationId="{53A8DA73-0AC2-23F9-196E-473413AE08DB}"/>
          </ac:spMkLst>
        </pc:spChg>
        <pc:spChg chg="mod">
          <ac:chgData name="俊杰 林" userId="dcfdc803-95d8-409b-8404-351632be86e2" providerId="ADAL" clId="{94E3D6CB-87B8-4140-836D-41B14618E241}" dt="2023-01-04T14:53:35.346" v="5437" actId="20577"/>
          <ac:spMkLst>
            <pc:docMk/>
            <pc:sldMk cId="2986562883" sldId="326"/>
            <ac:spMk id="3" creationId="{38CEEB71-813B-6039-1C96-EA649B44A856}"/>
          </ac:spMkLst>
        </pc:spChg>
      </pc:sldChg>
    </pc:docChg>
  </pc:docChgLst>
  <pc:docChgLst>
    <pc:chgData name="林俊杰" userId="dcfdc803-95d8-409b-8404-351632be86e2" providerId="ADAL" clId="{8B54D075-4DB1-4747-99D1-B0DB49CE924D}"/>
    <pc:docChg chg="custSel delSld modSld">
      <pc:chgData name="林俊杰" userId="dcfdc803-95d8-409b-8404-351632be86e2" providerId="ADAL" clId="{8B54D075-4DB1-4747-99D1-B0DB49CE924D}" dt="2024-03-28T13:25:28.026" v="209"/>
      <pc:docMkLst>
        <pc:docMk/>
      </pc:docMkLst>
      <pc:sldChg chg="modSp mod">
        <pc:chgData name="林俊杰" userId="dcfdc803-95d8-409b-8404-351632be86e2" providerId="ADAL" clId="{8B54D075-4DB1-4747-99D1-B0DB49CE924D}" dt="2024-03-28T13:00:08.268" v="1" actId="167"/>
        <pc:sldMkLst>
          <pc:docMk/>
          <pc:sldMk cId="1869271070" sldId="257"/>
        </pc:sldMkLst>
        <pc:picChg chg="mod">
          <ac:chgData name="林俊杰" userId="dcfdc803-95d8-409b-8404-351632be86e2" providerId="ADAL" clId="{8B54D075-4DB1-4747-99D1-B0DB49CE924D}" dt="2024-03-28T13:00:08.268" v="1" actId="167"/>
          <ac:picMkLst>
            <pc:docMk/>
            <pc:sldMk cId="1869271070" sldId="257"/>
            <ac:picMk id="5" creationId="{99043604-7941-23E5-7173-9DDE7C43344A}"/>
          </ac:picMkLst>
        </pc:picChg>
      </pc:sldChg>
      <pc:sldChg chg="modAnim">
        <pc:chgData name="林俊杰" userId="dcfdc803-95d8-409b-8404-351632be86e2" providerId="ADAL" clId="{8B54D075-4DB1-4747-99D1-B0DB49CE924D}" dt="2024-03-28T13:02:54.794" v="2"/>
        <pc:sldMkLst>
          <pc:docMk/>
          <pc:sldMk cId="4178212072" sldId="264"/>
        </pc:sldMkLst>
      </pc:sldChg>
      <pc:sldChg chg="modSp mod modAnim">
        <pc:chgData name="林俊杰" userId="dcfdc803-95d8-409b-8404-351632be86e2" providerId="ADAL" clId="{8B54D075-4DB1-4747-99D1-B0DB49CE924D}" dt="2024-03-28T13:04:07.140" v="5" actId="14100"/>
        <pc:sldMkLst>
          <pc:docMk/>
          <pc:sldMk cId="3561643036" sldId="266"/>
        </pc:sldMkLst>
        <pc:picChg chg="mod">
          <ac:chgData name="林俊杰" userId="dcfdc803-95d8-409b-8404-351632be86e2" providerId="ADAL" clId="{8B54D075-4DB1-4747-99D1-B0DB49CE924D}" dt="2024-03-28T13:04:07.140" v="5" actId="14100"/>
          <ac:picMkLst>
            <pc:docMk/>
            <pc:sldMk cId="3561643036" sldId="266"/>
            <ac:picMk id="4" creationId="{FD55220E-DC83-8E11-2AE1-14DA0BAF5266}"/>
          </ac:picMkLst>
        </pc:picChg>
      </pc:sldChg>
      <pc:sldChg chg="modAnim">
        <pc:chgData name="林俊杰" userId="dcfdc803-95d8-409b-8404-351632be86e2" providerId="ADAL" clId="{8B54D075-4DB1-4747-99D1-B0DB49CE924D}" dt="2024-03-28T13:04:50.991" v="6"/>
        <pc:sldMkLst>
          <pc:docMk/>
          <pc:sldMk cId="3981585175" sldId="267"/>
        </pc:sldMkLst>
      </pc:sldChg>
      <pc:sldChg chg="addSp modSp mod">
        <pc:chgData name="林俊杰" userId="dcfdc803-95d8-409b-8404-351632be86e2" providerId="ADAL" clId="{8B54D075-4DB1-4747-99D1-B0DB49CE924D}" dt="2024-03-28T13:07:29.100" v="34" actId="1076"/>
        <pc:sldMkLst>
          <pc:docMk/>
          <pc:sldMk cId="2495498582" sldId="269"/>
        </pc:sldMkLst>
        <pc:spChg chg="mod">
          <ac:chgData name="林俊杰" userId="dcfdc803-95d8-409b-8404-351632be86e2" providerId="ADAL" clId="{8B54D075-4DB1-4747-99D1-B0DB49CE924D}" dt="2024-03-28T13:05:59.205" v="11"/>
          <ac:spMkLst>
            <pc:docMk/>
            <pc:sldMk cId="2495498582" sldId="269"/>
            <ac:spMk id="3" creationId="{7A108276-D9E8-60CC-A8CE-305D412F03CB}"/>
          </ac:spMkLst>
        </pc:spChg>
        <pc:picChg chg="add mod">
          <ac:chgData name="林俊杰" userId="dcfdc803-95d8-409b-8404-351632be86e2" providerId="ADAL" clId="{8B54D075-4DB1-4747-99D1-B0DB49CE924D}" dt="2024-03-28T13:07:29.100" v="34" actId="1076"/>
          <ac:picMkLst>
            <pc:docMk/>
            <pc:sldMk cId="2495498582" sldId="269"/>
            <ac:picMk id="4" creationId="{3DC8820A-C1E6-3A21-C5C5-6F47D0D7B1A4}"/>
          </ac:picMkLst>
        </pc:picChg>
        <pc:picChg chg="mod">
          <ac:chgData name="林俊杰" userId="dcfdc803-95d8-409b-8404-351632be86e2" providerId="ADAL" clId="{8B54D075-4DB1-4747-99D1-B0DB49CE924D}" dt="2024-03-28T13:06:23.078" v="19" actId="1076"/>
          <ac:picMkLst>
            <pc:docMk/>
            <pc:sldMk cId="2495498582" sldId="269"/>
            <ac:picMk id="4098" creationId="{D34DBBF7-84F0-3A0D-A256-9FE5753C0F7E}"/>
          </ac:picMkLst>
        </pc:picChg>
        <pc:picChg chg="mod">
          <ac:chgData name="林俊杰" userId="dcfdc803-95d8-409b-8404-351632be86e2" providerId="ADAL" clId="{8B54D075-4DB1-4747-99D1-B0DB49CE924D}" dt="2024-03-28T13:07:26.142" v="33" actId="1076"/>
          <ac:picMkLst>
            <pc:docMk/>
            <pc:sldMk cId="2495498582" sldId="269"/>
            <ac:picMk id="4100" creationId="{7C837092-D83E-2FE3-F63E-30C246896A7A}"/>
          </ac:picMkLst>
        </pc:picChg>
      </pc:sldChg>
      <pc:sldChg chg="addSp delSp modSp mod modAnim chgLayout">
        <pc:chgData name="林俊杰" userId="dcfdc803-95d8-409b-8404-351632be86e2" providerId="ADAL" clId="{8B54D075-4DB1-4747-99D1-B0DB49CE924D}" dt="2024-03-28T13:08:15.614" v="46" actId="1076"/>
        <pc:sldMkLst>
          <pc:docMk/>
          <pc:sldMk cId="3900104303" sldId="270"/>
        </pc:sldMkLst>
        <pc:spChg chg="mod ord">
          <ac:chgData name="林俊杰" userId="dcfdc803-95d8-409b-8404-351632be86e2" providerId="ADAL" clId="{8B54D075-4DB1-4747-99D1-B0DB49CE924D}" dt="2024-03-28T13:07:51.961" v="37" actId="6264"/>
          <ac:spMkLst>
            <pc:docMk/>
            <pc:sldMk cId="3900104303" sldId="270"/>
            <ac:spMk id="2" creationId="{02739B36-D1E3-30AE-9AC8-8F5D68098CD6}"/>
          </ac:spMkLst>
        </pc:spChg>
        <pc:spChg chg="mod ord">
          <ac:chgData name="林俊杰" userId="dcfdc803-95d8-409b-8404-351632be86e2" providerId="ADAL" clId="{8B54D075-4DB1-4747-99D1-B0DB49CE924D}" dt="2024-03-28T13:07:58.879" v="43" actId="6549"/>
          <ac:spMkLst>
            <pc:docMk/>
            <pc:sldMk cId="3900104303" sldId="270"/>
            <ac:spMk id="3" creationId="{7F54BD5D-DDAE-362A-4AD1-1AF45B34C2E3}"/>
          </ac:spMkLst>
        </pc:spChg>
        <pc:spChg chg="add del mod">
          <ac:chgData name="林俊杰" userId="dcfdc803-95d8-409b-8404-351632be86e2" providerId="ADAL" clId="{8B54D075-4DB1-4747-99D1-B0DB49CE924D}" dt="2024-03-28T13:07:51.961" v="37" actId="6264"/>
          <ac:spMkLst>
            <pc:docMk/>
            <pc:sldMk cId="3900104303" sldId="270"/>
            <ac:spMk id="4" creationId="{26B3D3A3-6702-C4E8-4B5A-1FB64D26F25A}"/>
          </ac:spMkLst>
        </pc:spChg>
        <pc:spChg chg="add del mod">
          <ac:chgData name="林俊杰" userId="dcfdc803-95d8-409b-8404-351632be86e2" providerId="ADAL" clId="{8B54D075-4DB1-4747-99D1-B0DB49CE924D}" dt="2024-03-28T13:07:51.961" v="37" actId="6264"/>
          <ac:spMkLst>
            <pc:docMk/>
            <pc:sldMk cId="3900104303" sldId="270"/>
            <ac:spMk id="5" creationId="{D4A91BCD-26C5-FA93-0064-3F548ACE12D0}"/>
          </ac:spMkLst>
        </pc:spChg>
        <pc:spChg chg="mod">
          <ac:chgData name="林俊杰" userId="dcfdc803-95d8-409b-8404-351632be86e2" providerId="ADAL" clId="{8B54D075-4DB1-4747-99D1-B0DB49CE924D}" dt="2024-03-28T13:08:15.614" v="46" actId="1076"/>
          <ac:spMkLst>
            <pc:docMk/>
            <pc:sldMk cId="3900104303" sldId="270"/>
            <ac:spMk id="6" creationId="{A10897F5-D978-8B2C-463C-55E5AFA9F131}"/>
          </ac:spMkLst>
        </pc:spChg>
        <pc:grpChg chg="add mod">
          <ac:chgData name="林俊杰" userId="dcfdc803-95d8-409b-8404-351632be86e2" providerId="ADAL" clId="{8B54D075-4DB1-4747-99D1-B0DB49CE924D}" dt="2024-03-28T13:08:15.614" v="46" actId="1076"/>
          <ac:grpSpMkLst>
            <pc:docMk/>
            <pc:sldMk cId="3900104303" sldId="270"/>
            <ac:grpSpMk id="7" creationId="{ECC39155-50F6-F517-3369-2087DD9DFBD5}"/>
          </ac:grpSpMkLst>
        </pc:grpChg>
        <pc:picChg chg="mod">
          <ac:chgData name="林俊杰" userId="dcfdc803-95d8-409b-8404-351632be86e2" providerId="ADAL" clId="{8B54D075-4DB1-4747-99D1-B0DB49CE924D}" dt="2024-03-28T13:08:15.614" v="46" actId="1076"/>
          <ac:picMkLst>
            <pc:docMk/>
            <pc:sldMk cId="3900104303" sldId="270"/>
            <ac:picMk id="6146" creationId="{43B816C7-6398-8CAA-21FB-E72DBC8EA364}"/>
          </ac:picMkLst>
        </pc:picChg>
        <pc:picChg chg="mod">
          <ac:chgData name="林俊杰" userId="dcfdc803-95d8-409b-8404-351632be86e2" providerId="ADAL" clId="{8B54D075-4DB1-4747-99D1-B0DB49CE924D}" dt="2024-03-28T13:08:15.614" v="46" actId="1076"/>
          <ac:picMkLst>
            <pc:docMk/>
            <pc:sldMk cId="3900104303" sldId="270"/>
            <ac:picMk id="6148" creationId="{D289CC1B-A881-583F-80D6-76555FEB44A1}"/>
          </ac:picMkLst>
        </pc:picChg>
      </pc:sldChg>
      <pc:sldChg chg="delSp modSp">
        <pc:chgData name="林俊杰" userId="dcfdc803-95d8-409b-8404-351632be86e2" providerId="ADAL" clId="{8B54D075-4DB1-4747-99D1-B0DB49CE924D}" dt="2024-03-28T13:11:33.136" v="55" actId="21"/>
        <pc:sldMkLst>
          <pc:docMk/>
          <pc:sldMk cId="2846253108" sldId="280"/>
        </pc:sldMkLst>
        <pc:picChg chg="del mod">
          <ac:chgData name="林俊杰" userId="dcfdc803-95d8-409b-8404-351632be86e2" providerId="ADAL" clId="{8B54D075-4DB1-4747-99D1-B0DB49CE924D}" dt="2024-03-28T13:11:33.136" v="55" actId="21"/>
          <ac:picMkLst>
            <pc:docMk/>
            <pc:sldMk cId="2846253108" sldId="280"/>
            <ac:picMk id="13316" creationId="{0852BCD4-E380-DED4-4FA1-23EBAF6CFD9D}"/>
          </ac:picMkLst>
        </pc:picChg>
      </pc:sldChg>
      <pc:sldChg chg="addSp modSp mod">
        <pc:chgData name="林俊杰" userId="dcfdc803-95d8-409b-8404-351632be86e2" providerId="ADAL" clId="{8B54D075-4DB1-4747-99D1-B0DB49CE924D}" dt="2024-03-28T13:12:16.137" v="72" actId="20577"/>
        <pc:sldMkLst>
          <pc:docMk/>
          <pc:sldMk cId="2449163304" sldId="281"/>
        </pc:sldMkLst>
        <pc:spChg chg="mod">
          <ac:chgData name="林俊杰" userId="dcfdc803-95d8-409b-8404-351632be86e2" providerId="ADAL" clId="{8B54D075-4DB1-4747-99D1-B0DB49CE924D}" dt="2024-03-28T13:12:16.137" v="72" actId="20577"/>
          <ac:spMkLst>
            <pc:docMk/>
            <pc:sldMk cId="2449163304" sldId="281"/>
            <ac:spMk id="3" creationId="{234887E3-6F6C-3C03-5A6D-8C19796DBA63}"/>
          </ac:spMkLst>
        </pc:spChg>
        <pc:spChg chg="mod">
          <ac:chgData name="林俊杰" userId="dcfdc803-95d8-409b-8404-351632be86e2" providerId="ADAL" clId="{8B54D075-4DB1-4747-99D1-B0DB49CE924D}" dt="2024-03-28T13:12:01.900" v="66" actId="1076"/>
          <ac:spMkLst>
            <pc:docMk/>
            <pc:sldMk cId="2449163304" sldId="281"/>
            <ac:spMk id="4" creationId="{E6B7EF56-D275-6F57-4497-DD37FBA4CB99}"/>
          </ac:spMkLst>
        </pc:spChg>
        <pc:picChg chg="add mod">
          <ac:chgData name="林俊杰" userId="dcfdc803-95d8-409b-8404-351632be86e2" providerId="ADAL" clId="{8B54D075-4DB1-4747-99D1-B0DB49CE924D}" dt="2024-03-28T13:12:04.583" v="67" actId="14100"/>
          <ac:picMkLst>
            <pc:docMk/>
            <pc:sldMk cId="2449163304" sldId="281"/>
            <ac:picMk id="5" creationId="{90B97E0E-0B62-9281-0BA0-E7669982D141}"/>
          </ac:picMkLst>
        </pc:picChg>
        <pc:picChg chg="mod">
          <ac:chgData name="林俊杰" userId="dcfdc803-95d8-409b-8404-351632be86e2" providerId="ADAL" clId="{8B54D075-4DB1-4747-99D1-B0DB49CE924D}" dt="2024-03-28T13:11:59.379" v="65" actId="1076"/>
          <ac:picMkLst>
            <pc:docMk/>
            <pc:sldMk cId="2449163304" sldId="281"/>
            <ac:picMk id="14338" creationId="{1522337A-8FD4-0E3E-575E-D49393A7C9A5}"/>
          </ac:picMkLst>
        </pc:picChg>
      </pc:sldChg>
      <pc:sldChg chg="delSp">
        <pc:chgData name="林俊杰" userId="dcfdc803-95d8-409b-8404-351632be86e2" providerId="ADAL" clId="{8B54D075-4DB1-4747-99D1-B0DB49CE924D}" dt="2024-03-28T13:12:19.804" v="73" actId="478"/>
        <pc:sldMkLst>
          <pc:docMk/>
          <pc:sldMk cId="1522061967" sldId="282"/>
        </pc:sldMkLst>
        <pc:picChg chg="del">
          <ac:chgData name="林俊杰" userId="dcfdc803-95d8-409b-8404-351632be86e2" providerId="ADAL" clId="{8B54D075-4DB1-4747-99D1-B0DB49CE924D}" dt="2024-03-28T13:12:19.804" v="73" actId="478"/>
          <ac:picMkLst>
            <pc:docMk/>
            <pc:sldMk cId="1522061967" sldId="282"/>
            <ac:picMk id="4" creationId="{6377FBA8-2DA6-D71B-D4D7-281222FE2B60}"/>
          </ac:picMkLst>
        </pc:picChg>
      </pc:sldChg>
      <pc:sldChg chg="addSp modSp">
        <pc:chgData name="林俊杰" userId="dcfdc803-95d8-409b-8404-351632be86e2" providerId="ADAL" clId="{8B54D075-4DB1-4747-99D1-B0DB49CE924D}" dt="2024-03-28T13:12:40.816" v="75" actId="1076"/>
        <pc:sldMkLst>
          <pc:docMk/>
          <pc:sldMk cId="103986535" sldId="283"/>
        </pc:sldMkLst>
        <pc:picChg chg="add mod">
          <ac:chgData name="林俊杰" userId="dcfdc803-95d8-409b-8404-351632be86e2" providerId="ADAL" clId="{8B54D075-4DB1-4747-99D1-B0DB49CE924D}" dt="2024-03-28T13:12:40.816" v="75" actId="1076"/>
          <ac:picMkLst>
            <pc:docMk/>
            <pc:sldMk cId="103986535" sldId="283"/>
            <ac:picMk id="4" creationId="{635E12F7-10A6-0202-C67F-1BC224599063}"/>
          </ac:picMkLst>
        </pc:picChg>
      </pc:sldChg>
      <pc:sldChg chg="modSp mod">
        <pc:chgData name="林俊杰" userId="dcfdc803-95d8-409b-8404-351632be86e2" providerId="ADAL" clId="{8B54D075-4DB1-4747-99D1-B0DB49CE924D}" dt="2024-03-28T13:18:57.622" v="205" actId="27636"/>
        <pc:sldMkLst>
          <pc:docMk/>
          <pc:sldMk cId="271613208" sldId="312"/>
        </pc:sldMkLst>
        <pc:spChg chg="mod">
          <ac:chgData name="林俊杰" userId="dcfdc803-95d8-409b-8404-351632be86e2" providerId="ADAL" clId="{8B54D075-4DB1-4747-99D1-B0DB49CE924D}" dt="2024-03-28T13:18:51.208" v="203" actId="948"/>
          <ac:spMkLst>
            <pc:docMk/>
            <pc:sldMk cId="271613208" sldId="312"/>
            <ac:spMk id="3" creationId="{5C212B6B-863D-CEF2-42CA-D27CB672A7FF}"/>
          </ac:spMkLst>
        </pc:spChg>
        <pc:spChg chg="mod">
          <ac:chgData name="林俊杰" userId="dcfdc803-95d8-409b-8404-351632be86e2" providerId="ADAL" clId="{8B54D075-4DB1-4747-99D1-B0DB49CE924D}" dt="2024-03-28T13:18:57.622" v="205" actId="27636"/>
          <ac:spMkLst>
            <pc:docMk/>
            <pc:sldMk cId="271613208" sldId="312"/>
            <ac:spMk id="4" creationId="{321C47E1-5BEA-3A71-FD42-087CA08D1C2A}"/>
          </ac:spMkLst>
        </pc:spChg>
        <pc:picChg chg="mod">
          <ac:chgData name="林俊杰" userId="dcfdc803-95d8-409b-8404-351632be86e2" providerId="ADAL" clId="{8B54D075-4DB1-4747-99D1-B0DB49CE924D}" dt="2024-03-28T13:18:36.088" v="202" actId="732"/>
          <ac:picMkLst>
            <pc:docMk/>
            <pc:sldMk cId="271613208" sldId="312"/>
            <ac:picMk id="11266" creationId="{E15E663B-A6B7-B833-A198-56752DD179BD}"/>
          </ac:picMkLst>
        </pc:picChg>
      </pc:sldChg>
      <pc:sldChg chg="modSp mod modShow">
        <pc:chgData name="林俊杰" userId="dcfdc803-95d8-409b-8404-351632be86e2" providerId="ADAL" clId="{8B54D075-4DB1-4747-99D1-B0DB49CE924D}" dt="2024-03-28T13:14:00.970" v="108" actId="20577"/>
        <pc:sldMkLst>
          <pc:docMk/>
          <pc:sldMk cId="1692009415" sldId="317"/>
        </pc:sldMkLst>
        <pc:spChg chg="mod">
          <ac:chgData name="林俊杰" userId="dcfdc803-95d8-409b-8404-351632be86e2" providerId="ADAL" clId="{8B54D075-4DB1-4747-99D1-B0DB49CE924D}" dt="2024-03-28T13:14:00.970" v="108" actId="20577"/>
          <ac:spMkLst>
            <pc:docMk/>
            <pc:sldMk cId="1692009415" sldId="317"/>
            <ac:spMk id="2" creationId="{E7454360-D7C0-3018-F4B1-D3595B4A21AF}"/>
          </ac:spMkLst>
        </pc:spChg>
      </pc:sldChg>
      <pc:sldChg chg="modSp mod modShow">
        <pc:chgData name="林俊杰" userId="dcfdc803-95d8-409b-8404-351632be86e2" providerId="ADAL" clId="{8B54D075-4DB1-4747-99D1-B0DB49CE924D}" dt="2024-03-28T13:25:13.313" v="206"/>
        <pc:sldMkLst>
          <pc:docMk/>
          <pc:sldMk cId="2900426169" sldId="318"/>
        </pc:sldMkLst>
        <pc:spChg chg="mod">
          <ac:chgData name="林俊杰" userId="dcfdc803-95d8-409b-8404-351632be86e2" providerId="ADAL" clId="{8B54D075-4DB1-4747-99D1-B0DB49CE924D}" dt="2024-03-28T13:25:13.313" v="206"/>
          <ac:spMkLst>
            <pc:docMk/>
            <pc:sldMk cId="2900426169" sldId="318"/>
            <ac:spMk id="2" creationId="{D09493DD-EEDA-A0DD-DAE8-9C2690DB2A6E}"/>
          </ac:spMkLst>
        </pc:spChg>
      </pc:sldChg>
      <pc:sldChg chg="mod modShow">
        <pc:chgData name="林俊杰" userId="dcfdc803-95d8-409b-8404-351632be86e2" providerId="ADAL" clId="{8B54D075-4DB1-4747-99D1-B0DB49CE924D}" dt="2024-03-28T13:14:08.339" v="109" actId="729"/>
        <pc:sldMkLst>
          <pc:docMk/>
          <pc:sldMk cId="575397475" sldId="319"/>
        </pc:sldMkLst>
      </pc:sldChg>
      <pc:sldChg chg="modSp mod modShow">
        <pc:chgData name="林俊杰" userId="dcfdc803-95d8-409b-8404-351632be86e2" providerId="ADAL" clId="{8B54D075-4DB1-4747-99D1-B0DB49CE924D}" dt="2024-03-28T13:15:46.127" v="112" actId="14100"/>
        <pc:sldMkLst>
          <pc:docMk/>
          <pc:sldMk cId="1037317433" sldId="320"/>
        </pc:sldMkLst>
        <pc:picChg chg="mod">
          <ac:chgData name="林俊杰" userId="dcfdc803-95d8-409b-8404-351632be86e2" providerId="ADAL" clId="{8B54D075-4DB1-4747-99D1-B0DB49CE924D}" dt="2024-03-28T13:15:46.127" v="112" actId="14100"/>
          <ac:picMkLst>
            <pc:docMk/>
            <pc:sldMk cId="1037317433" sldId="320"/>
            <ac:picMk id="4" creationId="{3407927B-4C6B-2686-6C7D-5B3A3C4F3226}"/>
          </ac:picMkLst>
        </pc:picChg>
      </pc:sldChg>
      <pc:sldChg chg="modSp mod modShow">
        <pc:chgData name="林俊杰" userId="dcfdc803-95d8-409b-8404-351632be86e2" providerId="ADAL" clId="{8B54D075-4DB1-4747-99D1-B0DB49CE924D}" dt="2024-03-28T13:25:21.090" v="207"/>
        <pc:sldMkLst>
          <pc:docMk/>
          <pc:sldMk cId="3658947445" sldId="321"/>
        </pc:sldMkLst>
        <pc:spChg chg="mod">
          <ac:chgData name="林俊杰" userId="dcfdc803-95d8-409b-8404-351632be86e2" providerId="ADAL" clId="{8B54D075-4DB1-4747-99D1-B0DB49CE924D}" dt="2024-03-28T13:25:21.090" v="207"/>
          <ac:spMkLst>
            <pc:docMk/>
            <pc:sldMk cId="3658947445" sldId="321"/>
            <ac:spMk id="2" creationId="{D399D262-8FB9-963F-DEF2-D4FC230804D1}"/>
          </ac:spMkLst>
        </pc:spChg>
        <pc:spChg chg="mod">
          <ac:chgData name="林俊杰" userId="dcfdc803-95d8-409b-8404-351632be86e2" providerId="ADAL" clId="{8B54D075-4DB1-4747-99D1-B0DB49CE924D}" dt="2024-03-28T13:16:31.615" v="157" actId="20577"/>
          <ac:spMkLst>
            <pc:docMk/>
            <pc:sldMk cId="3658947445" sldId="321"/>
            <ac:spMk id="3" creationId="{ABD3CE70-53B4-E266-5229-E605FB91E19C}"/>
          </ac:spMkLst>
        </pc:spChg>
      </pc:sldChg>
      <pc:sldChg chg="modSp mod modShow">
        <pc:chgData name="林俊杰" userId="dcfdc803-95d8-409b-8404-351632be86e2" providerId="ADAL" clId="{8B54D075-4DB1-4747-99D1-B0DB49CE924D}" dt="2024-03-28T13:25:24.125" v="208"/>
        <pc:sldMkLst>
          <pc:docMk/>
          <pc:sldMk cId="1153646240" sldId="322"/>
        </pc:sldMkLst>
        <pc:spChg chg="mod">
          <ac:chgData name="林俊杰" userId="dcfdc803-95d8-409b-8404-351632be86e2" providerId="ADAL" clId="{8B54D075-4DB1-4747-99D1-B0DB49CE924D}" dt="2024-03-28T13:25:24.125" v="208"/>
          <ac:spMkLst>
            <pc:docMk/>
            <pc:sldMk cId="1153646240" sldId="322"/>
            <ac:spMk id="2" creationId="{F70315F8-9658-75F8-83B1-D5C8510A780A}"/>
          </ac:spMkLst>
        </pc:spChg>
      </pc:sldChg>
      <pc:sldChg chg="modSp mod modShow">
        <pc:chgData name="林俊杰" userId="dcfdc803-95d8-409b-8404-351632be86e2" providerId="ADAL" clId="{8B54D075-4DB1-4747-99D1-B0DB49CE924D}" dt="2024-03-28T13:25:28.026" v="209"/>
        <pc:sldMkLst>
          <pc:docMk/>
          <pc:sldMk cId="3163627800" sldId="323"/>
        </pc:sldMkLst>
        <pc:spChg chg="mod">
          <ac:chgData name="林俊杰" userId="dcfdc803-95d8-409b-8404-351632be86e2" providerId="ADAL" clId="{8B54D075-4DB1-4747-99D1-B0DB49CE924D}" dt="2024-03-28T13:25:28.026" v="209"/>
          <ac:spMkLst>
            <pc:docMk/>
            <pc:sldMk cId="3163627800" sldId="323"/>
            <ac:spMk id="2" creationId="{92EE98F4-4541-0F7E-6EC8-72BB50702A18}"/>
          </ac:spMkLst>
        </pc:spChg>
        <pc:spChg chg="mod">
          <ac:chgData name="林俊杰" userId="dcfdc803-95d8-409b-8404-351632be86e2" providerId="ADAL" clId="{8B54D075-4DB1-4747-99D1-B0DB49CE924D}" dt="2024-03-28T13:17:21.005" v="162" actId="14100"/>
          <ac:spMkLst>
            <pc:docMk/>
            <pc:sldMk cId="3163627800" sldId="323"/>
            <ac:spMk id="3" creationId="{38DC0A16-04A9-00AA-B989-929021D8BB9E}"/>
          </ac:spMkLst>
        </pc:spChg>
        <pc:spChg chg="mod">
          <ac:chgData name="林俊杰" userId="dcfdc803-95d8-409b-8404-351632be86e2" providerId="ADAL" clId="{8B54D075-4DB1-4747-99D1-B0DB49CE924D}" dt="2024-03-28T13:17:43.674" v="198" actId="20577"/>
          <ac:spMkLst>
            <pc:docMk/>
            <pc:sldMk cId="3163627800" sldId="323"/>
            <ac:spMk id="6" creationId="{1B7279AA-3378-44A3-CBA6-C6B95260C4A2}"/>
          </ac:spMkLst>
        </pc:spChg>
        <pc:picChg chg="mod">
          <ac:chgData name="林俊杰" userId="dcfdc803-95d8-409b-8404-351632be86e2" providerId="ADAL" clId="{8B54D075-4DB1-4747-99D1-B0DB49CE924D}" dt="2024-03-28T13:17:23.272" v="163" actId="14100"/>
          <ac:picMkLst>
            <pc:docMk/>
            <pc:sldMk cId="3163627800" sldId="323"/>
            <ac:picMk id="17410" creationId="{423857AB-D95A-D4F5-730A-E7EA5AF2E5E1}"/>
          </ac:picMkLst>
        </pc:picChg>
      </pc:sldChg>
      <pc:sldChg chg="del mod modShow">
        <pc:chgData name="林俊杰" userId="dcfdc803-95d8-409b-8404-351632be86e2" providerId="ADAL" clId="{8B54D075-4DB1-4747-99D1-B0DB49CE924D}" dt="2024-03-28T13:14:14.007" v="110" actId="2696"/>
        <pc:sldMkLst>
          <pc:docMk/>
          <pc:sldMk cId="1351971489" sldId="325"/>
        </pc:sldMkLst>
      </pc:sldChg>
    </pc:docChg>
  </pc:docChgLst>
  <pc:docChgLst>
    <pc:chgData name="林俊杰" userId="dcfdc803-95d8-409b-8404-351632be86e2" providerId="ADAL" clId="{7282C6B5-5C61-4B9A-A6A8-079E45AAD3A1}"/>
    <pc:docChg chg="undo custSel addSld delSld modSld">
      <pc:chgData name="林俊杰" userId="dcfdc803-95d8-409b-8404-351632be86e2" providerId="ADAL" clId="{7282C6B5-5C61-4B9A-A6A8-079E45AAD3A1}" dt="2023-11-07T07:39:04.506" v="301" actId="1076"/>
      <pc:docMkLst>
        <pc:docMk/>
      </pc:docMkLst>
      <pc:sldChg chg="modSp mod">
        <pc:chgData name="林俊杰" userId="dcfdc803-95d8-409b-8404-351632be86e2" providerId="ADAL" clId="{7282C6B5-5C61-4B9A-A6A8-079E45AAD3A1}" dt="2023-11-03T06:37:03.105" v="10" actId="20577"/>
        <pc:sldMkLst>
          <pc:docMk/>
          <pc:sldMk cId="2964137436" sldId="256"/>
        </pc:sldMkLst>
        <pc:spChg chg="mod">
          <ac:chgData name="林俊杰" userId="dcfdc803-95d8-409b-8404-351632be86e2" providerId="ADAL" clId="{7282C6B5-5C61-4B9A-A6A8-079E45AAD3A1}" dt="2023-11-03T06:37:03.105" v="10" actId="20577"/>
          <ac:spMkLst>
            <pc:docMk/>
            <pc:sldMk cId="2964137436" sldId="256"/>
            <ac:spMk id="2" creationId="{E5A3541F-BF76-5948-36A9-A013C70347C3}"/>
          </ac:spMkLst>
        </pc:spChg>
        <pc:spChg chg="mod">
          <ac:chgData name="林俊杰" userId="dcfdc803-95d8-409b-8404-351632be86e2" providerId="ADAL" clId="{7282C6B5-5C61-4B9A-A6A8-079E45AAD3A1}" dt="2023-11-02T06:48:46.808" v="4" actId="15"/>
          <ac:spMkLst>
            <pc:docMk/>
            <pc:sldMk cId="2964137436" sldId="256"/>
            <ac:spMk id="5" creationId="{1BB16F83-F6DC-C61B-BA00-1BD09E0832E4}"/>
          </ac:spMkLst>
        </pc:spChg>
      </pc:sldChg>
      <pc:sldChg chg="del">
        <pc:chgData name="林俊杰" userId="dcfdc803-95d8-409b-8404-351632be86e2" providerId="ADAL" clId="{7282C6B5-5C61-4B9A-A6A8-079E45AAD3A1}" dt="2023-11-03T06:37:32.241" v="11" actId="47"/>
        <pc:sldMkLst>
          <pc:docMk/>
          <pc:sldMk cId="4290285520" sldId="265"/>
        </pc:sldMkLst>
      </pc:sldChg>
      <pc:sldChg chg="modSp mod modAnim">
        <pc:chgData name="林俊杰" userId="dcfdc803-95d8-409b-8404-351632be86e2" providerId="ADAL" clId="{7282C6B5-5C61-4B9A-A6A8-079E45AAD3A1}" dt="2023-11-07T06:55:04.498" v="14"/>
        <pc:sldMkLst>
          <pc:docMk/>
          <pc:sldMk cId="3900104303" sldId="270"/>
        </pc:sldMkLst>
        <pc:spChg chg="mod">
          <ac:chgData name="林俊杰" userId="dcfdc803-95d8-409b-8404-351632be86e2" providerId="ADAL" clId="{7282C6B5-5C61-4B9A-A6A8-079E45AAD3A1}" dt="2023-11-02T06:54:03.482" v="6" actId="20577"/>
          <ac:spMkLst>
            <pc:docMk/>
            <pc:sldMk cId="3900104303" sldId="270"/>
            <ac:spMk id="3" creationId="{7F54BD5D-DDAE-362A-4AD1-1AF45B34C2E3}"/>
          </ac:spMkLst>
        </pc:spChg>
      </pc:sldChg>
      <pc:sldChg chg="modSp mod">
        <pc:chgData name="林俊杰" userId="dcfdc803-95d8-409b-8404-351632be86e2" providerId="ADAL" clId="{7282C6B5-5C61-4B9A-A6A8-079E45AAD3A1}" dt="2023-11-07T07:01:51.337" v="15" actId="15"/>
        <pc:sldMkLst>
          <pc:docMk/>
          <pc:sldMk cId="193752639" sldId="277"/>
        </pc:sldMkLst>
        <pc:spChg chg="mod">
          <ac:chgData name="林俊杰" userId="dcfdc803-95d8-409b-8404-351632be86e2" providerId="ADAL" clId="{7282C6B5-5C61-4B9A-A6A8-079E45AAD3A1}" dt="2023-11-07T07:01:51.337" v="15" actId="15"/>
          <ac:spMkLst>
            <pc:docMk/>
            <pc:sldMk cId="193752639" sldId="277"/>
            <ac:spMk id="3" creationId="{2FE01CEA-CDF1-E35C-DE23-A923E28505EA}"/>
          </ac:spMkLst>
        </pc:spChg>
      </pc:sldChg>
      <pc:sldChg chg="mod modShow">
        <pc:chgData name="林俊杰" userId="dcfdc803-95d8-409b-8404-351632be86e2" providerId="ADAL" clId="{7282C6B5-5C61-4B9A-A6A8-079E45AAD3A1}" dt="2023-11-02T06:29:15.515" v="2" actId="729"/>
        <pc:sldMkLst>
          <pc:docMk/>
          <pc:sldMk cId="1692009415" sldId="317"/>
        </pc:sldMkLst>
      </pc:sldChg>
      <pc:sldChg chg="mod modShow">
        <pc:chgData name="林俊杰" userId="dcfdc803-95d8-409b-8404-351632be86e2" providerId="ADAL" clId="{7282C6B5-5C61-4B9A-A6A8-079E45AAD3A1}" dt="2023-11-02T06:29:15.515" v="2" actId="729"/>
        <pc:sldMkLst>
          <pc:docMk/>
          <pc:sldMk cId="2900426169" sldId="318"/>
        </pc:sldMkLst>
      </pc:sldChg>
      <pc:sldChg chg="mod modShow">
        <pc:chgData name="林俊杰" userId="dcfdc803-95d8-409b-8404-351632be86e2" providerId="ADAL" clId="{7282C6B5-5C61-4B9A-A6A8-079E45AAD3A1}" dt="2023-11-02T06:29:15.515" v="2" actId="729"/>
        <pc:sldMkLst>
          <pc:docMk/>
          <pc:sldMk cId="575397475" sldId="319"/>
        </pc:sldMkLst>
      </pc:sldChg>
      <pc:sldChg chg="mod modShow">
        <pc:chgData name="林俊杰" userId="dcfdc803-95d8-409b-8404-351632be86e2" providerId="ADAL" clId="{7282C6B5-5C61-4B9A-A6A8-079E45AAD3A1}" dt="2023-11-02T06:29:15.515" v="2" actId="729"/>
        <pc:sldMkLst>
          <pc:docMk/>
          <pc:sldMk cId="1037317433" sldId="320"/>
        </pc:sldMkLst>
      </pc:sldChg>
      <pc:sldChg chg="mod modShow">
        <pc:chgData name="林俊杰" userId="dcfdc803-95d8-409b-8404-351632be86e2" providerId="ADAL" clId="{7282C6B5-5C61-4B9A-A6A8-079E45AAD3A1}" dt="2023-11-02T06:29:15.515" v="2" actId="729"/>
        <pc:sldMkLst>
          <pc:docMk/>
          <pc:sldMk cId="3658947445" sldId="321"/>
        </pc:sldMkLst>
      </pc:sldChg>
      <pc:sldChg chg="mod modShow">
        <pc:chgData name="林俊杰" userId="dcfdc803-95d8-409b-8404-351632be86e2" providerId="ADAL" clId="{7282C6B5-5C61-4B9A-A6A8-079E45AAD3A1}" dt="2023-11-02T06:29:15.515" v="2" actId="729"/>
        <pc:sldMkLst>
          <pc:docMk/>
          <pc:sldMk cId="1153646240" sldId="322"/>
        </pc:sldMkLst>
      </pc:sldChg>
      <pc:sldChg chg="mod modShow">
        <pc:chgData name="林俊杰" userId="dcfdc803-95d8-409b-8404-351632be86e2" providerId="ADAL" clId="{7282C6B5-5C61-4B9A-A6A8-079E45AAD3A1}" dt="2023-11-02T06:29:15.515" v="2" actId="729"/>
        <pc:sldMkLst>
          <pc:docMk/>
          <pc:sldMk cId="3163627800" sldId="323"/>
        </pc:sldMkLst>
      </pc:sldChg>
      <pc:sldChg chg="del">
        <pc:chgData name="林俊杰" userId="dcfdc803-95d8-409b-8404-351632be86e2" providerId="ADAL" clId="{7282C6B5-5C61-4B9A-A6A8-079E45AAD3A1}" dt="2023-11-02T06:28:58.329" v="1" actId="47"/>
        <pc:sldMkLst>
          <pc:docMk/>
          <pc:sldMk cId="2022905219" sldId="324"/>
        </pc:sldMkLst>
      </pc:sldChg>
      <pc:sldChg chg="mod modShow">
        <pc:chgData name="林俊杰" userId="dcfdc803-95d8-409b-8404-351632be86e2" providerId="ADAL" clId="{7282C6B5-5C61-4B9A-A6A8-079E45AAD3A1}" dt="2023-11-02T06:28:53.456" v="0" actId="729"/>
        <pc:sldMkLst>
          <pc:docMk/>
          <pc:sldMk cId="1351971489" sldId="325"/>
        </pc:sldMkLst>
      </pc:sldChg>
      <pc:sldChg chg="mod modShow">
        <pc:chgData name="林俊杰" userId="dcfdc803-95d8-409b-8404-351632be86e2" providerId="ADAL" clId="{7282C6B5-5C61-4B9A-A6A8-079E45AAD3A1}" dt="2023-11-02T06:28:53.456" v="0" actId="729"/>
        <pc:sldMkLst>
          <pc:docMk/>
          <pc:sldMk cId="2986562883" sldId="326"/>
        </pc:sldMkLst>
      </pc:sldChg>
      <pc:sldChg chg="addSp modSp new mod">
        <pc:chgData name="林俊杰" userId="dcfdc803-95d8-409b-8404-351632be86e2" providerId="ADAL" clId="{7282C6B5-5C61-4B9A-A6A8-079E45AAD3A1}" dt="2023-11-07T07:39:04.506" v="301" actId="1076"/>
        <pc:sldMkLst>
          <pc:docMk/>
          <pc:sldMk cId="3004461848" sldId="330"/>
        </pc:sldMkLst>
        <pc:spChg chg="mod">
          <ac:chgData name="林俊杰" userId="dcfdc803-95d8-409b-8404-351632be86e2" providerId="ADAL" clId="{7282C6B5-5C61-4B9A-A6A8-079E45AAD3A1}" dt="2023-11-07T07:32:20.369" v="42"/>
          <ac:spMkLst>
            <pc:docMk/>
            <pc:sldMk cId="3004461848" sldId="330"/>
            <ac:spMk id="2" creationId="{305F8F8E-EC7B-431C-AD80-520CF2AC285F}"/>
          </ac:spMkLst>
        </pc:spChg>
        <pc:spChg chg="mod">
          <ac:chgData name="林俊杰" userId="dcfdc803-95d8-409b-8404-351632be86e2" providerId="ADAL" clId="{7282C6B5-5C61-4B9A-A6A8-079E45AAD3A1}" dt="2023-11-07T07:38:14.886" v="286" actId="20577"/>
          <ac:spMkLst>
            <pc:docMk/>
            <pc:sldMk cId="3004461848" sldId="330"/>
            <ac:spMk id="3" creationId="{6F4F6ADE-9FD6-4025-B386-5A13044E7DCE}"/>
          </ac:spMkLst>
        </pc:spChg>
        <pc:spChg chg="add mod">
          <ac:chgData name="林俊杰" userId="dcfdc803-95d8-409b-8404-351632be86e2" providerId="ADAL" clId="{7282C6B5-5C61-4B9A-A6A8-079E45AAD3A1}" dt="2023-11-07T07:39:04.506" v="301" actId="1076"/>
          <ac:spMkLst>
            <pc:docMk/>
            <pc:sldMk cId="3004461848" sldId="330"/>
            <ac:spMk id="6" creationId="{AB6E7DAE-33DA-4113-BE6C-F2D0A1716EEA}"/>
          </ac:spMkLst>
        </pc:spChg>
        <pc:picChg chg="add mod">
          <ac:chgData name="林俊杰" userId="dcfdc803-95d8-409b-8404-351632be86e2" providerId="ADAL" clId="{7282C6B5-5C61-4B9A-A6A8-079E45AAD3A1}" dt="2023-11-07T07:38:42.258" v="293" actId="1076"/>
          <ac:picMkLst>
            <pc:docMk/>
            <pc:sldMk cId="3004461848" sldId="330"/>
            <ac:picMk id="1026" creationId="{F0F5EAF4-BFA3-4E3F-886A-8D54F28F79FA}"/>
          </ac:picMkLst>
        </pc:picChg>
      </pc:sldChg>
    </pc:docChg>
  </pc:docChgLst>
  <pc:docChgLst>
    <pc:chgData name="林俊杰" userId="dcfdc803-95d8-409b-8404-351632be86e2" providerId="ADAL" clId="{866932C9-D9DC-4878-901A-73B697BD976D}"/>
    <pc:docChg chg="undo custSel addSld delSld modSld sldOrd">
      <pc:chgData name="林俊杰" userId="dcfdc803-95d8-409b-8404-351632be86e2" providerId="ADAL" clId="{866932C9-D9DC-4878-901A-73B697BD976D}" dt="2024-05-27T07:08:21.528" v="185"/>
      <pc:docMkLst>
        <pc:docMk/>
      </pc:docMkLst>
      <pc:sldChg chg="modSp new mod">
        <pc:chgData name="林俊杰" userId="dcfdc803-95d8-409b-8404-351632be86e2" providerId="ADAL" clId="{866932C9-D9DC-4878-901A-73B697BD976D}" dt="2024-05-27T06:52:35.310" v="46"/>
        <pc:sldMkLst>
          <pc:docMk/>
          <pc:sldMk cId="2303824660" sldId="331"/>
        </pc:sldMkLst>
        <pc:spChg chg="mod">
          <ac:chgData name="林俊杰" userId="dcfdc803-95d8-409b-8404-351632be86e2" providerId="ADAL" clId="{866932C9-D9DC-4878-901A-73B697BD976D}" dt="2024-05-27T06:33:00.716" v="23" actId="20577"/>
          <ac:spMkLst>
            <pc:docMk/>
            <pc:sldMk cId="2303824660" sldId="331"/>
            <ac:spMk id="2" creationId="{C33E5156-4703-4BF4-AE3F-850EC654ACBD}"/>
          </ac:spMkLst>
        </pc:spChg>
        <pc:spChg chg="mod">
          <ac:chgData name="林俊杰" userId="dcfdc803-95d8-409b-8404-351632be86e2" providerId="ADAL" clId="{866932C9-D9DC-4878-901A-73B697BD976D}" dt="2024-05-27T06:52:35.310" v="46"/>
          <ac:spMkLst>
            <pc:docMk/>
            <pc:sldMk cId="2303824660" sldId="331"/>
            <ac:spMk id="3" creationId="{DBAE1A35-6E23-4385-ACB4-C5F76BE6690D}"/>
          </ac:spMkLst>
        </pc:spChg>
      </pc:sldChg>
      <pc:sldChg chg="add">
        <pc:chgData name="林俊杰" userId="dcfdc803-95d8-409b-8404-351632be86e2" providerId="ADAL" clId="{866932C9-D9DC-4878-901A-73B697BD976D}" dt="2024-05-27T07:07:36.141" v="150"/>
        <pc:sldMkLst>
          <pc:docMk/>
          <pc:sldMk cId="579491796" sldId="332"/>
        </pc:sldMkLst>
      </pc:sldChg>
      <pc:sldChg chg="modSp new del mod ord">
        <pc:chgData name="林俊杰" userId="dcfdc803-95d8-409b-8404-351632be86e2" providerId="ADAL" clId="{866932C9-D9DC-4878-901A-73B697BD976D}" dt="2024-05-27T07:07:29.881" v="149" actId="2696"/>
        <pc:sldMkLst>
          <pc:docMk/>
          <pc:sldMk cId="3604570480" sldId="332"/>
        </pc:sldMkLst>
        <pc:spChg chg="mod">
          <ac:chgData name="林俊杰" userId="dcfdc803-95d8-409b-8404-351632be86e2" providerId="ADAL" clId="{866932C9-D9DC-4878-901A-73B697BD976D}" dt="2024-05-27T07:05:21.639" v="77" actId="20577"/>
          <ac:spMkLst>
            <pc:docMk/>
            <pc:sldMk cId="3604570480" sldId="332"/>
            <ac:spMk id="2" creationId="{0269A215-4CB5-4C01-B2FC-635ED1968769}"/>
          </ac:spMkLst>
        </pc:spChg>
        <pc:spChg chg="mod">
          <ac:chgData name="林俊杰" userId="dcfdc803-95d8-409b-8404-351632be86e2" providerId="ADAL" clId="{866932C9-D9DC-4878-901A-73B697BD976D}" dt="2024-05-27T07:05:35.022" v="146" actId="20577"/>
          <ac:spMkLst>
            <pc:docMk/>
            <pc:sldMk cId="3604570480" sldId="332"/>
            <ac:spMk id="3" creationId="{CA2CBB6D-0E30-4604-B09A-5B00F2E25E02}"/>
          </ac:spMkLst>
        </pc:spChg>
      </pc:sldChg>
      <pc:sldChg chg="new del">
        <pc:chgData name="林俊杰" userId="dcfdc803-95d8-409b-8404-351632be86e2" providerId="ADAL" clId="{866932C9-D9DC-4878-901A-73B697BD976D}" dt="2024-05-27T07:07:48.630" v="153" actId="47"/>
        <pc:sldMkLst>
          <pc:docMk/>
          <pc:sldMk cId="4150044192" sldId="333"/>
        </pc:sldMkLst>
      </pc:sldChg>
      <pc:sldChg chg="modSp add mod">
        <pc:chgData name="林俊杰" userId="dcfdc803-95d8-409b-8404-351632be86e2" providerId="ADAL" clId="{866932C9-D9DC-4878-901A-73B697BD976D}" dt="2024-05-27T07:08:21.528" v="185"/>
        <pc:sldMkLst>
          <pc:docMk/>
          <pc:sldMk cId="520918895" sldId="334"/>
        </pc:sldMkLst>
        <pc:spChg chg="mod">
          <ac:chgData name="林俊杰" userId="dcfdc803-95d8-409b-8404-351632be86e2" providerId="ADAL" clId="{866932C9-D9DC-4878-901A-73B697BD976D}" dt="2024-05-27T07:07:54.252" v="164" actId="20577"/>
          <ac:spMkLst>
            <pc:docMk/>
            <pc:sldMk cId="520918895" sldId="334"/>
            <ac:spMk id="2" creationId="{0269A215-4CB5-4C01-B2FC-635ED1968769}"/>
          </ac:spMkLst>
        </pc:spChg>
        <pc:spChg chg="mod">
          <ac:chgData name="林俊杰" userId="dcfdc803-95d8-409b-8404-351632be86e2" providerId="ADAL" clId="{866932C9-D9DC-4878-901A-73B697BD976D}" dt="2024-05-27T07:08:21.528" v="185"/>
          <ac:spMkLst>
            <pc:docMk/>
            <pc:sldMk cId="520918895" sldId="334"/>
            <ac:spMk id="3" creationId="{CA2CBB6D-0E30-4604-B09A-5B00F2E25E02}"/>
          </ac:spMkLst>
        </pc:spChg>
      </pc:sldChg>
    </pc:docChg>
  </pc:docChgLst>
  <pc:docChgLst>
    <pc:chgData name="林俊杰" userId="dcfdc803-95d8-409b-8404-351632be86e2" providerId="ADAL" clId="{F02BFD77-3BA4-D94C-ACE3-B75D8D51A4F0}"/>
    <pc:docChg chg="undo custSel addSld delSld modSld">
      <pc:chgData name="林俊杰" userId="dcfdc803-95d8-409b-8404-351632be86e2" providerId="ADAL" clId="{F02BFD77-3BA4-D94C-ACE3-B75D8D51A4F0}" dt="2024-06-03T05:56:47.711" v="387" actId="20577"/>
      <pc:docMkLst>
        <pc:docMk/>
      </pc:docMkLst>
      <pc:sldChg chg="del">
        <pc:chgData name="林俊杰" userId="dcfdc803-95d8-409b-8404-351632be86e2" providerId="ADAL" clId="{F02BFD77-3BA4-D94C-ACE3-B75D8D51A4F0}" dt="2024-06-02T07:40:07.226" v="333" actId="2696"/>
        <pc:sldMkLst>
          <pc:docMk/>
          <pc:sldMk cId="193788142" sldId="302"/>
        </pc:sldMkLst>
      </pc:sldChg>
      <pc:sldChg chg="delSp modSp mod">
        <pc:chgData name="林俊杰" userId="dcfdc803-95d8-409b-8404-351632be86e2" providerId="ADAL" clId="{F02BFD77-3BA4-D94C-ACE3-B75D8D51A4F0}" dt="2024-06-03T05:56:47.711" v="387" actId="20577"/>
        <pc:sldMkLst>
          <pc:docMk/>
          <pc:sldMk cId="2081976272" sldId="305"/>
        </pc:sldMkLst>
        <pc:spChg chg="del mod">
          <ac:chgData name="林俊杰" userId="dcfdc803-95d8-409b-8404-351632be86e2" providerId="ADAL" clId="{F02BFD77-3BA4-D94C-ACE3-B75D8D51A4F0}" dt="2024-06-03T05:55:11.133" v="336" actId="21"/>
          <ac:spMkLst>
            <pc:docMk/>
            <pc:sldMk cId="2081976272" sldId="305"/>
            <ac:spMk id="5" creationId="{A23B91F4-EDF6-170B-3FBA-29D827D83052}"/>
          </ac:spMkLst>
        </pc:spChg>
        <pc:spChg chg="mod">
          <ac:chgData name="林俊杰" userId="dcfdc803-95d8-409b-8404-351632be86e2" providerId="ADAL" clId="{F02BFD77-3BA4-D94C-ACE3-B75D8D51A4F0}" dt="2024-06-03T05:56:47.711" v="387" actId="20577"/>
          <ac:spMkLst>
            <pc:docMk/>
            <pc:sldMk cId="2081976272" sldId="305"/>
            <ac:spMk id="7" creationId="{E6E662FC-F514-F890-8BD8-F2FB7BF98ED8}"/>
          </ac:spMkLst>
        </pc:spChg>
        <pc:spChg chg="mod">
          <ac:chgData name="林俊杰" userId="dcfdc803-95d8-409b-8404-351632be86e2" providerId="ADAL" clId="{F02BFD77-3BA4-D94C-ACE3-B75D8D51A4F0}" dt="2024-06-03T05:56:05.628" v="374" actId="1076"/>
          <ac:spMkLst>
            <pc:docMk/>
            <pc:sldMk cId="2081976272" sldId="305"/>
            <ac:spMk id="9" creationId="{ED6F9C41-72D2-D8E3-E7C8-024B99891616}"/>
          </ac:spMkLst>
        </pc:spChg>
      </pc:sldChg>
      <pc:sldChg chg="addSp delSp modSp mod">
        <pc:chgData name="林俊杰" userId="dcfdc803-95d8-409b-8404-351632be86e2" providerId="ADAL" clId="{F02BFD77-3BA4-D94C-ACE3-B75D8D51A4F0}" dt="2024-06-03T05:55:44.048" v="373" actId="20577"/>
        <pc:sldMkLst>
          <pc:docMk/>
          <pc:sldMk cId="3672416412" sldId="306"/>
        </pc:sldMkLst>
        <pc:spChg chg="mod">
          <ac:chgData name="林俊杰" userId="dcfdc803-95d8-409b-8404-351632be86e2" providerId="ADAL" clId="{F02BFD77-3BA4-D94C-ACE3-B75D8D51A4F0}" dt="2024-06-03T05:55:44.048" v="373" actId="20577"/>
          <ac:spMkLst>
            <pc:docMk/>
            <pc:sldMk cId="3672416412" sldId="306"/>
            <ac:spMk id="2" creationId="{8DAE0E39-F019-C171-6B8D-96FBD7A5AF4C}"/>
          </ac:spMkLst>
        </pc:spChg>
        <pc:spChg chg="add del mod">
          <ac:chgData name="林俊杰" userId="dcfdc803-95d8-409b-8404-351632be86e2" providerId="ADAL" clId="{F02BFD77-3BA4-D94C-ACE3-B75D8D51A4F0}" dt="2024-06-03T05:55:23.523" v="341" actId="478"/>
          <ac:spMkLst>
            <pc:docMk/>
            <pc:sldMk cId="3672416412" sldId="306"/>
            <ac:spMk id="4" creationId="{298D7116-5589-3BCC-2B39-BE95984ABF0E}"/>
          </ac:spMkLst>
        </pc:spChg>
        <pc:picChg chg="mod">
          <ac:chgData name="林俊杰" userId="dcfdc803-95d8-409b-8404-351632be86e2" providerId="ADAL" clId="{F02BFD77-3BA4-D94C-ACE3-B75D8D51A4F0}" dt="2024-06-03T05:55:17.373" v="338" actId="14100"/>
          <ac:picMkLst>
            <pc:docMk/>
            <pc:sldMk cId="3672416412" sldId="306"/>
            <ac:picMk id="5122" creationId="{52457E70-7138-E744-4393-FD3E8BB5B363}"/>
          </ac:picMkLst>
        </pc:picChg>
      </pc:sldChg>
      <pc:sldChg chg="addSp modSp mod">
        <pc:chgData name="林俊杰" userId="dcfdc803-95d8-409b-8404-351632be86e2" providerId="ADAL" clId="{F02BFD77-3BA4-D94C-ACE3-B75D8D51A4F0}" dt="2024-05-27T11:47:03.052" v="26" actId="20577"/>
        <pc:sldMkLst>
          <pc:docMk/>
          <pc:sldMk cId="2303824660" sldId="331"/>
        </pc:sldMkLst>
        <pc:spChg chg="mod">
          <ac:chgData name="林俊杰" userId="dcfdc803-95d8-409b-8404-351632be86e2" providerId="ADAL" clId="{F02BFD77-3BA4-D94C-ACE3-B75D8D51A4F0}" dt="2024-05-27T11:47:03.052" v="26" actId="20577"/>
          <ac:spMkLst>
            <pc:docMk/>
            <pc:sldMk cId="2303824660" sldId="331"/>
            <ac:spMk id="3" creationId="{DBAE1A35-6E23-4385-ACB4-C5F76BE6690D}"/>
          </ac:spMkLst>
        </pc:spChg>
        <pc:picChg chg="add mod">
          <ac:chgData name="林俊杰" userId="dcfdc803-95d8-409b-8404-351632be86e2" providerId="ADAL" clId="{F02BFD77-3BA4-D94C-ACE3-B75D8D51A4F0}" dt="2024-05-27T11:46:26.945" v="14" actId="1076"/>
          <ac:picMkLst>
            <pc:docMk/>
            <pc:sldMk cId="2303824660" sldId="331"/>
            <ac:picMk id="1026" creationId="{520E640A-B2BA-EC51-7976-16130B2F73B4}"/>
          </ac:picMkLst>
        </pc:picChg>
      </pc:sldChg>
      <pc:sldChg chg="modSp mod">
        <pc:chgData name="林俊杰" userId="dcfdc803-95d8-409b-8404-351632be86e2" providerId="ADAL" clId="{F02BFD77-3BA4-D94C-ACE3-B75D8D51A4F0}" dt="2024-05-27T14:38:15.480" v="244"/>
        <pc:sldMkLst>
          <pc:docMk/>
          <pc:sldMk cId="579491796" sldId="332"/>
        </pc:sldMkLst>
        <pc:spChg chg="mod">
          <ac:chgData name="林俊杰" userId="dcfdc803-95d8-409b-8404-351632be86e2" providerId="ADAL" clId="{F02BFD77-3BA4-D94C-ACE3-B75D8D51A4F0}" dt="2024-05-27T11:36:27.716" v="9" actId="20577"/>
          <ac:spMkLst>
            <pc:docMk/>
            <pc:sldMk cId="579491796" sldId="332"/>
            <ac:spMk id="2" creationId="{0269A215-4CB5-4C01-B2FC-635ED1968769}"/>
          </ac:spMkLst>
        </pc:spChg>
        <pc:spChg chg="mod">
          <ac:chgData name="林俊杰" userId="dcfdc803-95d8-409b-8404-351632be86e2" providerId="ADAL" clId="{F02BFD77-3BA4-D94C-ACE3-B75D8D51A4F0}" dt="2024-05-27T14:38:15.480" v="244"/>
          <ac:spMkLst>
            <pc:docMk/>
            <pc:sldMk cId="579491796" sldId="332"/>
            <ac:spMk id="3" creationId="{CA2CBB6D-0E30-4604-B09A-5B00F2E25E02}"/>
          </ac:spMkLst>
        </pc:spChg>
      </pc:sldChg>
      <pc:sldChg chg="addSp delSp modSp mod chgLayout">
        <pc:chgData name="林俊杰" userId="dcfdc803-95d8-409b-8404-351632be86e2" providerId="ADAL" clId="{F02BFD77-3BA4-D94C-ACE3-B75D8D51A4F0}" dt="2024-05-27T14:41:54.894" v="332" actId="27636"/>
        <pc:sldMkLst>
          <pc:docMk/>
          <pc:sldMk cId="520918895" sldId="334"/>
        </pc:sldMkLst>
        <pc:spChg chg="mod ord">
          <ac:chgData name="林俊杰" userId="dcfdc803-95d8-409b-8404-351632be86e2" providerId="ADAL" clId="{F02BFD77-3BA4-D94C-ACE3-B75D8D51A4F0}" dt="2024-05-27T14:41:01.709" v="316" actId="6264"/>
          <ac:spMkLst>
            <pc:docMk/>
            <pc:sldMk cId="520918895" sldId="334"/>
            <ac:spMk id="2" creationId="{0269A215-4CB5-4C01-B2FC-635ED1968769}"/>
          </ac:spMkLst>
        </pc:spChg>
        <pc:spChg chg="mod ord">
          <ac:chgData name="林俊杰" userId="dcfdc803-95d8-409b-8404-351632be86e2" providerId="ADAL" clId="{F02BFD77-3BA4-D94C-ACE3-B75D8D51A4F0}" dt="2024-05-27T14:41:54.894" v="332" actId="27636"/>
          <ac:spMkLst>
            <pc:docMk/>
            <pc:sldMk cId="520918895" sldId="334"/>
            <ac:spMk id="3" creationId="{CA2CBB6D-0E30-4604-B09A-5B00F2E25E02}"/>
          </ac:spMkLst>
        </pc:spChg>
        <pc:spChg chg="add del mod">
          <ac:chgData name="林俊杰" userId="dcfdc803-95d8-409b-8404-351632be86e2" providerId="ADAL" clId="{F02BFD77-3BA4-D94C-ACE3-B75D8D51A4F0}" dt="2024-05-27T14:41:01.709" v="316" actId="6264"/>
          <ac:spMkLst>
            <pc:docMk/>
            <pc:sldMk cId="520918895" sldId="334"/>
            <ac:spMk id="4" creationId="{CD491AC8-FB7C-5BA3-AF89-1320B7282CC9}"/>
          </ac:spMkLst>
        </pc:spChg>
        <pc:spChg chg="add del mod">
          <ac:chgData name="林俊杰" userId="dcfdc803-95d8-409b-8404-351632be86e2" providerId="ADAL" clId="{F02BFD77-3BA4-D94C-ACE3-B75D8D51A4F0}" dt="2024-05-27T14:41:01.709" v="316" actId="6264"/>
          <ac:spMkLst>
            <pc:docMk/>
            <pc:sldMk cId="520918895" sldId="334"/>
            <ac:spMk id="5" creationId="{E2E5979D-47EE-F626-5E57-819DEC16EABA}"/>
          </ac:spMkLst>
        </pc:spChg>
      </pc:sldChg>
      <pc:sldChg chg="addSp delSp modSp new mod chgLayout">
        <pc:chgData name="林俊杰" userId="dcfdc803-95d8-409b-8404-351632be86e2" providerId="ADAL" clId="{F02BFD77-3BA4-D94C-ACE3-B75D8D51A4F0}" dt="2024-05-27T14:41:41.227" v="330" actId="403"/>
        <pc:sldMkLst>
          <pc:docMk/>
          <pc:sldMk cId="4095389488" sldId="335"/>
        </pc:sldMkLst>
        <pc:spChg chg="mod ord">
          <ac:chgData name="林俊杰" userId="dcfdc803-95d8-409b-8404-351632be86e2" providerId="ADAL" clId="{F02BFD77-3BA4-D94C-ACE3-B75D8D51A4F0}" dt="2024-05-27T14:41:19.542" v="322" actId="6264"/>
          <ac:spMkLst>
            <pc:docMk/>
            <pc:sldMk cId="4095389488" sldId="335"/>
            <ac:spMk id="2" creationId="{3C66BD13-552C-0A00-BC8E-58E0AC17820C}"/>
          </ac:spMkLst>
        </pc:spChg>
        <pc:spChg chg="mod ord">
          <ac:chgData name="林俊杰" userId="dcfdc803-95d8-409b-8404-351632be86e2" providerId="ADAL" clId="{F02BFD77-3BA4-D94C-ACE3-B75D8D51A4F0}" dt="2024-05-27T14:41:41.227" v="330" actId="403"/>
          <ac:spMkLst>
            <pc:docMk/>
            <pc:sldMk cId="4095389488" sldId="335"/>
            <ac:spMk id="3" creationId="{7AB48654-3433-5622-3656-E3CF72625AA1}"/>
          </ac:spMkLst>
        </pc:spChg>
        <pc:spChg chg="add del mod">
          <ac:chgData name="林俊杰" userId="dcfdc803-95d8-409b-8404-351632be86e2" providerId="ADAL" clId="{F02BFD77-3BA4-D94C-ACE3-B75D8D51A4F0}" dt="2024-05-27T14:41:19.542" v="322" actId="6264"/>
          <ac:spMkLst>
            <pc:docMk/>
            <pc:sldMk cId="4095389488" sldId="335"/>
            <ac:spMk id="4" creationId="{268BE890-5193-AD32-9991-1F12506CEA71}"/>
          </ac:spMkLst>
        </pc:spChg>
        <pc:spChg chg="add del mod">
          <ac:chgData name="林俊杰" userId="dcfdc803-95d8-409b-8404-351632be86e2" providerId="ADAL" clId="{F02BFD77-3BA4-D94C-ACE3-B75D8D51A4F0}" dt="2024-05-27T14:41:19.542" v="322" actId="6264"/>
          <ac:spMkLst>
            <pc:docMk/>
            <pc:sldMk cId="4095389488" sldId="335"/>
            <ac:spMk id="5" creationId="{6EEBB6FA-0F15-7C33-4670-8E6F724B0420}"/>
          </ac:spMkLst>
        </pc:spChg>
      </pc:sldChg>
    </pc:docChg>
  </pc:docChgLst>
  <pc:docChgLst>
    <pc:chgData name="林俊杰" userId="dcfdc803-95d8-409b-8404-351632be86e2" providerId="ADAL" clId="{7643A8CA-C9FF-2147-8F76-CA1714D115C4}"/>
    <pc:docChg chg="undo custSel addSld delSld modSld">
      <pc:chgData name="林俊杰" userId="dcfdc803-95d8-409b-8404-351632be86e2" providerId="ADAL" clId="{7643A8CA-C9FF-2147-8F76-CA1714D115C4}" dt="2023-11-03T15:20:54.018" v="1631" actId="20577"/>
      <pc:docMkLst>
        <pc:docMk/>
      </pc:docMkLst>
      <pc:sldChg chg="modSp mod">
        <pc:chgData name="林俊杰" userId="dcfdc803-95d8-409b-8404-351632be86e2" providerId="ADAL" clId="{7643A8CA-C9FF-2147-8F76-CA1714D115C4}" dt="2023-11-03T07:37:20.248" v="6" actId="20577"/>
        <pc:sldMkLst>
          <pc:docMk/>
          <pc:sldMk cId="2964137436" sldId="256"/>
        </pc:sldMkLst>
        <pc:spChg chg="mod">
          <ac:chgData name="林俊杰" userId="dcfdc803-95d8-409b-8404-351632be86e2" providerId="ADAL" clId="{7643A8CA-C9FF-2147-8F76-CA1714D115C4}" dt="2023-11-03T07:37:20.248" v="6" actId="20577"/>
          <ac:spMkLst>
            <pc:docMk/>
            <pc:sldMk cId="2964137436" sldId="256"/>
            <ac:spMk id="5" creationId="{1BB16F83-F6DC-C61B-BA00-1BD09E0832E4}"/>
          </ac:spMkLst>
        </pc:spChg>
      </pc:sldChg>
      <pc:sldChg chg="modSp mod">
        <pc:chgData name="林俊杰" userId="dcfdc803-95d8-409b-8404-351632be86e2" providerId="ADAL" clId="{7643A8CA-C9FF-2147-8F76-CA1714D115C4}" dt="2023-11-03T07:38:14.509" v="13" actId="20577"/>
        <pc:sldMkLst>
          <pc:docMk/>
          <pc:sldMk cId="1869271070" sldId="257"/>
        </pc:sldMkLst>
        <pc:spChg chg="mod">
          <ac:chgData name="林俊杰" userId="dcfdc803-95d8-409b-8404-351632be86e2" providerId="ADAL" clId="{7643A8CA-C9FF-2147-8F76-CA1714D115C4}" dt="2023-11-03T07:38:14.509" v="13" actId="20577"/>
          <ac:spMkLst>
            <pc:docMk/>
            <pc:sldMk cId="1869271070" sldId="257"/>
            <ac:spMk id="3" creationId="{591E6ACE-75E5-9FDD-E960-29B29810CC4F}"/>
          </ac:spMkLst>
        </pc:spChg>
      </pc:sldChg>
      <pc:sldChg chg="modSp mod">
        <pc:chgData name="林俊杰" userId="dcfdc803-95d8-409b-8404-351632be86e2" providerId="ADAL" clId="{7643A8CA-C9FF-2147-8F76-CA1714D115C4}" dt="2023-11-03T13:59:09.741" v="425" actId="20577"/>
        <pc:sldMkLst>
          <pc:docMk/>
          <pc:sldMk cId="581733423" sldId="258"/>
        </pc:sldMkLst>
        <pc:spChg chg="mod">
          <ac:chgData name="林俊杰" userId="dcfdc803-95d8-409b-8404-351632be86e2" providerId="ADAL" clId="{7643A8CA-C9FF-2147-8F76-CA1714D115C4}" dt="2023-11-03T13:59:09.741" v="425" actId="20577"/>
          <ac:spMkLst>
            <pc:docMk/>
            <pc:sldMk cId="581733423" sldId="258"/>
            <ac:spMk id="3" creationId="{F9221C3E-7556-E0E0-50C6-F80D9BE76412}"/>
          </ac:spMkLst>
        </pc:spChg>
      </pc:sldChg>
      <pc:sldChg chg="addSp delSp modSp mod chgLayout">
        <pc:chgData name="林俊杰" userId="dcfdc803-95d8-409b-8404-351632be86e2" providerId="ADAL" clId="{7643A8CA-C9FF-2147-8F76-CA1714D115C4}" dt="2023-11-03T14:03:34.570" v="476" actId="20577"/>
        <pc:sldMkLst>
          <pc:docMk/>
          <pc:sldMk cId="26270566" sldId="259"/>
        </pc:sldMkLst>
        <pc:spChg chg="mod ord">
          <ac:chgData name="林俊杰" userId="dcfdc803-95d8-409b-8404-351632be86e2" providerId="ADAL" clId="{7643A8CA-C9FF-2147-8F76-CA1714D115C4}" dt="2023-11-03T14:02:55.536" v="455" actId="6264"/>
          <ac:spMkLst>
            <pc:docMk/>
            <pc:sldMk cId="26270566" sldId="259"/>
            <ac:spMk id="2" creationId="{F278CECC-BE05-CB2B-4202-2EA8E819C77D}"/>
          </ac:spMkLst>
        </pc:spChg>
        <pc:spChg chg="mod ord">
          <ac:chgData name="林俊杰" userId="dcfdc803-95d8-409b-8404-351632be86e2" providerId="ADAL" clId="{7643A8CA-C9FF-2147-8F76-CA1714D115C4}" dt="2023-11-03T14:03:34.570" v="476" actId="20577"/>
          <ac:spMkLst>
            <pc:docMk/>
            <pc:sldMk cId="26270566" sldId="259"/>
            <ac:spMk id="3" creationId="{1117ACA4-8F86-A135-80FB-ABE557E219D5}"/>
          </ac:spMkLst>
        </pc:spChg>
        <pc:spChg chg="add del mod">
          <ac:chgData name="林俊杰" userId="dcfdc803-95d8-409b-8404-351632be86e2" providerId="ADAL" clId="{7643A8CA-C9FF-2147-8F76-CA1714D115C4}" dt="2023-11-03T14:02:55.536" v="455" actId="6264"/>
          <ac:spMkLst>
            <pc:docMk/>
            <pc:sldMk cId="26270566" sldId="259"/>
            <ac:spMk id="4" creationId="{0DC03FD4-440D-C301-7151-FD28A6449BB1}"/>
          </ac:spMkLst>
        </pc:spChg>
        <pc:spChg chg="add del mod">
          <ac:chgData name="林俊杰" userId="dcfdc803-95d8-409b-8404-351632be86e2" providerId="ADAL" clId="{7643A8CA-C9FF-2147-8F76-CA1714D115C4}" dt="2023-11-03T14:02:55.536" v="455" actId="6264"/>
          <ac:spMkLst>
            <pc:docMk/>
            <pc:sldMk cId="26270566" sldId="259"/>
            <ac:spMk id="6" creationId="{0F253C2B-6FD2-4D56-D01B-7F9BA4A2DA40}"/>
          </ac:spMkLst>
        </pc:spChg>
        <pc:picChg chg="mod">
          <ac:chgData name="林俊杰" userId="dcfdc803-95d8-409b-8404-351632be86e2" providerId="ADAL" clId="{7643A8CA-C9FF-2147-8F76-CA1714D115C4}" dt="2023-11-03T14:02:59.360" v="456" actId="1076"/>
          <ac:picMkLst>
            <pc:docMk/>
            <pc:sldMk cId="26270566" sldId="259"/>
            <ac:picMk id="5" creationId="{10171F82-2620-14D8-18DE-54539247D073}"/>
          </ac:picMkLst>
        </pc:picChg>
      </pc:sldChg>
      <pc:sldChg chg="modSp mod">
        <pc:chgData name="林俊杰" userId="dcfdc803-95d8-409b-8404-351632be86e2" providerId="ADAL" clId="{7643A8CA-C9FF-2147-8F76-CA1714D115C4}" dt="2023-11-03T07:40:37.963" v="65" actId="20577"/>
        <pc:sldMkLst>
          <pc:docMk/>
          <pc:sldMk cId="3713335798" sldId="260"/>
        </pc:sldMkLst>
        <pc:spChg chg="mod">
          <ac:chgData name="林俊杰" userId="dcfdc803-95d8-409b-8404-351632be86e2" providerId="ADAL" clId="{7643A8CA-C9FF-2147-8F76-CA1714D115C4}" dt="2023-11-03T07:40:37.963" v="65" actId="20577"/>
          <ac:spMkLst>
            <pc:docMk/>
            <pc:sldMk cId="3713335798" sldId="260"/>
            <ac:spMk id="3" creationId="{81B069CC-22CB-368F-98AC-3693809B7E81}"/>
          </ac:spMkLst>
        </pc:spChg>
      </pc:sldChg>
      <pc:sldChg chg="modSp mod">
        <pc:chgData name="林俊杰" userId="dcfdc803-95d8-409b-8404-351632be86e2" providerId="ADAL" clId="{7643A8CA-C9FF-2147-8F76-CA1714D115C4}" dt="2023-11-03T07:47:37.739" v="86" actId="1076"/>
        <pc:sldMkLst>
          <pc:docMk/>
          <pc:sldMk cId="1876344237" sldId="261"/>
        </pc:sldMkLst>
        <pc:spChg chg="mod">
          <ac:chgData name="林俊杰" userId="dcfdc803-95d8-409b-8404-351632be86e2" providerId="ADAL" clId="{7643A8CA-C9FF-2147-8F76-CA1714D115C4}" dt="2023-11-03T07:47:29.699" v="85" actId="20577"/>
          <ac:spMkLst>
            <pc:docMk/>
            <pc:sldMk cId="1876344237" sldId="261"/>
            <ac:spMk id="3" creationId="{6A7E1801-60C6-0EAD-213A-1F90D4F0F23B}"/>
          </ac:spMkLst>
        </pc:spChg>
        <pc:picChg chg="mod">
          <ac:chgData name="林俊杰" userId="dcfdc803-95d8-409b-8404-351632be86e2" providerId="ADAL" clId="{7643A8CA-C9FF-2147-8F76-CA1714D115C4}" dt="2023-11-03T07:47:37.739" v="86" actId="1076"/>
          <ac:picMkLst>
            <pc:docMk/>
            <pc:sldMk cId="1876344237" sldId="261"/>
            <ac:picMk id="2050" creationId="{A3F77932-5143-5BF1-836E-47A69AAF0C52}"/>
          </ac:picMkLst>
        </pc:picChg>
      </pc:sldChg>
      <pc:sldChg chg="modSp mod">
        <pc:chgData name="林俊杰" userId="dcfdc803-95d8-409b-8404-351632be86e2" providerId="ADAL" clId="{7643A8CA-C9FF-2147-8F76-CA1714D115C4}" dt="2023-11-03T14:05:15.875" v="479" actId="1076"/>
        <pc:sldMkLst>
          <pc:docMk/>
          <pc:sldMk cId="2528988286" sldId="262"/>
        </pc:sldMkLst>
        <pc:spChg chg="mod">
          <ac:chgData name="林俊杰" userId="dcfdc803-95d8-409b-8404-351632be86e2" providerId="ADAL" clId="{7643A8CA-C9FF-2147-8F76-CA1714D115C4}" dt="2023-11-03T14:05:07.683" v="478" actId="15"/>
          <ac:spMkLst>
            <pc:docMk/>
            <pc:sldMk cId="2528988286" sldId="262"/>
            <ac:spMk id="3" creationId="{5922A958-27D1-2EAE-F70E-8715B98FD881}"/>
          </ac:spMkLst>
        </pc:spChg>
        <pc:picChg chg="mod">
          <ac:chgData name="林俊杰" userId="dcfdc803-95d8-409b-8404-351632be86e2" providerId="ADAL" clId="{7643A8CA-C9FF-2147-8F76-CA1714D115C4}" dt="2023-11-03T14:05:15.875" v="479" actId="1076"/>
          <ac:picMkLst>
            <pc:docMk/>
            <pc:sldMk cId="2528988286" sldId="262"/>
            <ac:picMk id="4" creationId="{844D1DEA-BA94-7B53-A5FD-C23E91EFEB21}"/>
          </ac:picMkLst>
        </pc:picChg>
      </pc:sldChg>
      <pc:sldChg chg="modSp mod">
        <pc:chgData name="林俊杰" userId="dcfdc803-95d8-409b-8404-351632be86e2" providerId="ADAL" clId="{7643A8CA-C9FF-2147-8F76-CA1714D115C4}" dt="2023-11-03T07:48:26.199" v="87" actId="12"/>
        <pc:sldMkLst>
          <pc:docMk/>
          <pc:sldMk cId="885858784" sldId="263"/>
        </pc:sldMkLst>
        <pc:spChg chg="mod">
          <ac:chgData name="林俊杰" userId="dcfdc803-95d8-409b-8404-351632be86e2" providerId="ADAL" clId="{7643A8CA-C9FF-2147-8F76-CA1714D115C4}" dt="2023-11-03T07:48:26.199" v="87" actId="12"/>
          <ac:spMkLst>
            <pc:docMk/>
            <pc:sldMk cId="885858784" sldId="263"/>
            <ac:spMk id="3" creationId="{CEEE3A54-42F1-CAC0-0E0C-102E7C4D4514}"/>
          </ac:spMkLst>
        </pc:spChg>
      </pc:sldChg>
      <pc:sldChg chg="modSp mod">
        <pc:chgData name="林俊杰" userId="dcfdc803-95d8-409b-8404-351632be86e2" providerId="ADAL" clId="{7643A8CA-C9FF-2147-8F76-CA1714D115C4}" dt="2023-11-03T07:49:49.284" v="96" actId="1076"/>
        <pc:sldMkLst>
          <pc:docMk/>
          <pc:sldMk cId="4178212072" sldId="264"/>
        </pc:sldMkLst>
        <pc:picChg chg="mod">
          <ac:chgData name="林俊杰" userId="dcfdc803-95d8-409b-8404-351632be86e2" providerId="ADAL" clId="{7643A8CA-C9FF-2147-8F76-CA1714D115C4}" dt="2023-11-03T07:49:49.284" v="96" actId="1076"/>
          <ac:picMkLst>
            <pc:docMk/>
            <pc:sldMk cId="4178212072" sldId="264"/>
            <ac:picMk id="4" creationId="{89E739AA-C1FE-DC56-E439-5CCF751FF997}"/>
          </ac:picMkLst>
        </pc:picChg>
      </pc:sldChg>
      <pc:sldChg chg="modSp mod">
        <pc:chgData name="林俊杰" userId="dcfdc803-95d8-409b-8404-351632be86e2" providerId="ADAL" clId="{7643A8CA-C9FF-2147-8F76-CA1714D115C4}" dt="2023-11-03T14:14:21.263" v="551" actId="12"/>
        <pc:sldMkLst>
          <pc:docMk/>
          <pc:sldMk cId="3561643036" sldId="266"/>
        </pc:sldMkLst>
        <pc:spChg chg="mod">
          <ac:chgData name="林俊杰" userId="dcfdc803-95d8-409b-8404-351632be86e2" providerId="ADAL" clId="{7643A8CA-C9FF-2147-8F76-CA1714D115C4}" dt="2023-11-03T07:49:22.892" v="94" actId="20577"/>
          <ac:spMkLst>
            <pc:docMk/>
            <pc:sldMk cId="3561643036" sldId="266"/>
            <ac:spMk id="2" creationId="{A465BBF7-E4C9-ED8E-8E45-8431E32FA277}"/>
          </ac:spMkLst>
        </pc:spChg>
        <pc:spChg chg="mod">
          <ac:chgData name="林俊杰" userId="dcfdc803-95d8-409b-8404-351632be86e2" providerId="ADAL" clId="{7643A8CA-C9FF-2147-8F76-CA1714D115C4}" dt="2023-11-03T14:14:21.263" v="551" actId="12"/>
          <ac:spMkLst>
            <pc:docMk/>
            <pc:sldMk cId="3561643036" sldId="266"/>
            <ac:spMk id="3" creationId="{5210AF5B-20CF-AF5E-FE52-4FDC2E8EFFD8}"/>
          </ac:spMkLst>
        </pc:spChg>
        <pc:picChg chg="mod">
          <ac:chgData name="林俊杰" userId="dcfdc803-95d8-409b-8404-351632be86e2" providerId="ADAL" clId="{7643A8CA-C9FF-2147-8F76-CA1714D115C4}" dt="2023-11-03T07:49:13.603" v="93" actId="14100"/>
          <ac:picMkLst>
            <pc:docMk/>
            <pc:sldMk cId="3561643036" sldId="266"/>
            <ac:picMk id="4" creationId="{FD55220E-DC83-8E11-2AE1-14DA0BAF5266}"/>
          </ac:picMkLst>
        </pc:picChg>
      </pc:sldChg>
      <pc:sldChg chg="addSp modSp mod">
        <pc:chgData name="林俊杰" userId="dcfdc803-95d8-409b-8404-351632be86e2" providerId="ADAL" clId="{7643A8CA-C9FF-2147-8F76-CA1714D115C4}" dt="2023-11-03T14:09:07.855" v="517" actId="1076"/>
        <pc:sldMkLst>
          <pc:docMk/>
          <pc:sldMk cId="465079889" sldId="268"/>
        </pc:sldMkLst>
        <pc:spChg chg="mod">
          <ac:chgData name="林俊杰" userId="dcfdc803-95d8-409b-8404-351632be86e2" providerId="ADAL" clId="{7643A8CA-C9FF-2147-8F76-CA1714D115C4}" dt="2023-11-03T14:08:54.520" v="513" actId="14100"/>
          <ac:spMkLst>
            <pc:docMk/>
            <pc:sldMk cId="465079889" sldId="268"/>
            <ac:spMk id="3" creationId="{AC406601-E517-BAEE-FC40-4CF90FC4C9CC}"/>
          </ac:spMkLst>
        </pc:spChg>
        <pc:spChg chg="add mod">
          <ac:chgData name="林俊杰" userId="dcfdc803-95d8-409b-8404-351632be86e2" providerId="ADAL" clId="{7643A8CA-C9FF-2147-8F76-CA1714D115C4}" dt="2023-11-03T14:09:07.855" v="517" actId="1076"/>
          <ac:spMkLst>
            <pc:docMk/>
            <pc:sldMk cId="465079889" sldId="268"/>
            <ac:spMk id="5" creationId="{EF47BD9D-087B-7AC1-A9A5-00809F87A5C7}"/>
          </ac:spMkLst>
        </pc:spChg>
        <pc:picChg chg="mod">
          <ac:chgData name="林俊杰" userId="dcfdc803-95d8-409b-8404-351632be86e2" providerId="ADAL" clId="{7643A8CA-C9FF-2147-8F76-CA1714D115C4}" dt="2023-11-03T14:09:02.154" v="516" actId="208"/>
          <ac:picMkLst>
            <pc:docMk/>
            <pc:sldMk cId="465079889" sldId="268"/>
            <ac:picMk id="3074" creationId="{903F55F5-6F62-D0F0-E9DF-7B9936FBBEC4}"/>
          </ac:picMkLst>
        </pc:picChg>
      </pc:sldChg>
      <pc:sldChg chg="modSp">
        <pc:chgData name="林俊杰" userId="dcfdc803-95d8-409b-8404-351632be86e2" providerId="ADAL" clId="{7643A8CA-C9FF-2147-8F76-CA1714D115C4}" dt="2023-11-03T14:07:10.105" v="481" actId="14100"/>
        <pc:sldMkLst>
          <pc:docMk/>
          <pc:sldMk cId="2495498582" sldId="269"/>
        </pc:sldMkLst>
        <pc:picChg chg="mod">
          <ac:chgData name="林俊杰" userId="dcfdc803-95d8-409b-8404-351632be86e2" providerId="ADAL" clId="{7643A8CA-C9FF-2147-8F76-CA1714D115C4}" dt="2023-11-03T14:07:10.105" v="481" actId="14100"/>
          <ac:picMkLst>
            <pc:docMk/>
            <pc:sldMk cId="2495498582" sldId="269"/>
            <ac:picMk id="4098" creationId="{D34DBBF7-84F0-3A0D-A256-9FE5753C0F7E}"/>
          </ac:picMkLst>
        </pc:picChg>
      </pc:sldChg>
      <pc:sldChg chg="modSp mod">
        <pc:chgData name="林俊杰" userId="dcfdc803-95d8-409b-8404-351632be86e2" providerId="ADAL" clId="{7643A8CA-C9FF-2147-8F76-CA1714D115C4}" dt="2023-11-03T14:07:34.963" v="507" actId="20577"/>
        <pc:sldMkLst>
          <pc:docMk/>
          <pc:sldMk cId="3900104303" sldId="270"/>
        </pc:sldMkLst>
        <pc:spChg chg="mod">
          <ac:chgData name="林俊杰" userId="dcfdc803-95d8-409b-8404-351632be86e2" providerId="ADAL" clId="{7643A8CA-C9FF-2147-8F76-CA1714D115C4}" dt="2023-11-03T14:07:34.963" v="507" actId="20577"/>
          <ac:spMkLst>
            <pc:docMk/>
            <pc:sldMk cId="3900104303" sldId="270"/>
            <ac:spMk id="3" creationId="{7F54BD5D-DDAE-362A-4AD1-1AF45B34C2E3}"/>
          </ac:spMkLst>
        </pc:spChg>
      </pc:sldChg>
      <pc:sldChg chg="modSp mod">
        <pc:chgData name="林俊杰" userId="dcfdc803-95d8-409b-8404-351632be86e2" providerId="ADAL" clId="{7643A8CA-C9FF-2147-8F76-CA1714D115C4}" dt="2023-11-03T14:16:24.087" v="666" actId="20577"/>
        <pc:sldMkLst>
          <pc:docMk/>
          <pc:sldMk cId="2656138586" sldId="271"/>
        </pc:sldMkLst>
        <pc:spChg chg="mod">
          <ac:chgData name="林俊杰" userId="dcfdc803-95d8-409b-8404-351632be86e2" providerId="ADAL" clId="{7643A8CA-C9FF-2147-8F76-CA1714D115C4}" dt="2023-11-03T14:16:24.087" v="666" actId="20577"/>
          <ac:spMkLst>
            <pc:docMk/>
            <pc:sldMk cId="2656138586" sldId="271"/>
            <ac:spMk id="3" creationId="{D2AEB8D2-78E3-4A21-53ED-1BBD86933EF5}"/>
          </ac:spMkLst>
        </pc:spChg>
        <pc:picChg chg="mod">
          <ac:chgData name="林俊杰" userId="dcfdc803-95d8-409b-8404-351632be86e2" providerId="ADAL" clId="{7643A8CA-C9FF-2147-8F76-CA1714D115C4}" dt="2023-11-03T07:56:19.673" v="318" actId="167"/>
          <ac:picMkLst>
            <pc:docMk/>
            <pc:sldMk cId="2656138586" sldId="271"/>
            <ac:picMk id="7170" creationId="{557CFFEC-0A62-FC92-4568-15239A124DB6}"/>
          </ac:picMkLst>
        </pc:picChg>
      </pc:sldChg>
      <pc:sldChg chg="modSp mod">
        <pc:chgData name="林俊杰" userId="dcfdc803-95d8-409b-8404-351632be86e2" providerId="ADAL" clId="{7643A8CA-C9FF-2147-8F76-CA1714D115C4}" dt="2023-11-03T14:19:48.242" v="770" actId="20577"/>
        <pc:sldMkLst>
          <pc:docMk/>
          <pc:sldMk cId="2903115437" sldId="272"/>
        </pc:sldMkLst>
        <pc:spChg chg="mod">
          <ac:chgData name="林俊杰" userId="dcfdc803-95d8-409b-8404-351632be86e2" providerId="ADAL" clId="{7643A8CA-C9FF-2147-8F76-CA1714D115C4}" dt="2023-11-03T14:19:48.242" v="770" actId="20577"/>
          <ac:spMkLst>
            <pc:docMk/>
            <pc:sldMk cId="2903115437" sldId="272"/>
            <ac:spMk id="3" creationId="{1090A525-4C19-D93F-E381-F7D2B6AE955C}"/>
          </ac:spMkLst>
        </pc:spChg>
      </pc:sldChg>
      <pc:sldChg chg="modSp mod">
        <pc:chgData name="林俊杰" userId="dcfdc803-95d8-409b-8404-351632be86e2" providerId="ADAL" clId="{7643A8CA-C9FF-2147-8F76-CA1714D115C4}" dt="2023-11-03T14:27:48.127" v="956" actId="1076"/>
        <pc:sldMkLst>
          <pc:docMk/>
          <pc:sldMk cId="716658997" sldId="273"/>
        </pc:sldMkLst>
        <pc:spChg chg="mod">
          <ac:chgData name="林俊杰" userId="dcfdc803-95d8-409b-8404-351632be86e2" providerId="ADAL" clId="{7643A8CA-C9FF-2147-8F76-CA1714D115C4}" dt="2023-11-03T14:27:45.095" v="955" actId="20577"/>
          <ac:spMkLst>
            <pc:docMk/>
            <pc:sldMk cId="716658997" sldId="273"/>
            <ac:spMk id="3" creationId="{B75F8958-F81D-B3FA-A4B6-1FC0C6D11EAB}"/>
          </ac:spMkLst>
        </pc:spChg>
        <pc:picChg chg="mod">
          <ac:chgData name="林俊杰" userId="dcfdc803-95d8-409b-8404-351632be86e2" providerId="ADAL" clId="{7643A8CA-C9FF-2147-8F76-CA1714D115C4}" dt="2023-11-03T14:27:48.127" v="956" actId="1076"/>
          <ac:picMkLst>
            <pc:docMk/>
            <pc:sldMk cId="716658997" sldId="273"/>
            <ac:picMk id="9218" creationId="{C80378EF-C54E-BB7D-6A1E-C9E08089CF9B}"/>
          </ac:picMkLst>
        </pc:picChg>
      </pc:sldChg>
      <pc:sldChg chg="modSp mod">
        <pc:chgData name="林俊杰" userId="dcfdc803-95d8-409b-8404-351632be86e2" providerId="ADAL" clId="{7643A8CA-C9FF-2147-8F76-CA1714D115C4}" dt="2023-11-03T14:29:09" v="979" actId="20577"/>
        <pc:sldMkLst>
          <pc:docMk/>
          <pc:sldMk cId="2448715845" sldId="274"/>
        </pc:sldMkLst>
        <pc:spChg chg="mod">
          <ac:chgData name="林俊杰" userId="dcfdc803-95d8-409b-8404-351632be86e2" providerId="ADAL" clId="{7643A8CA-C9FF-2147-8F76-CA1714D115C4}" dt="2023-11-03T14:28:51.648" v="958" actId="20577"/>
          <ac:spMkLst>
            <pc:docMk/>
            <pc:sldMk cId="2448715845" sldId="274"/>
            <ac:spMk id="3" creationId="{84303BB1-A052-86A6-F87C-299A20E3A44B}"/>
          </ac:spMkLst>
        </pc:spChg>
        <pc:spChg chg="mod">
          <ac:chgData name="林俊杰" userId="dcfdc803-95d8-409b-8404-351632be86e2" providerId="ADAL" clId="{7643A8CA-C9FF-2147-8F76-CA1714D115C4}" dt="2023-11-03T14:29:09" v="979" actId="20577"/>
          <ac:spMkLst>
            <pc:docMk/>
            <pc:sldMk cId="2448715845" sldId="274"/>
            <ac:spMk id="4" creationId="{5881263D-7DD3-0C42-916C-661B727E631C}"/>
          </ac:spMkLst>
        </pc:spChg>
        <pc:picChg chg="mod">
          <ac:chgData name="林俊杰" userId="dcfdc803-95d8-409b-8404-351632be86e2" providerId="ADAL" clId="{7643A8CA-C9FF-2147-8F76-CA1714D115C4}" dt="2023-11-03T14:28:58.873" v="959" actId="1076"/>
          <ac:picMkLst>
            <pc:docMk/>
            <pc:sldMk cId="2448715845" sldId="274"/>
            <ac:picMk id="10242" creationId="{C9200595-5A03-04FC-952B-CA66AE7E1058}"/>
          </ac:picMkLst>
        </pc:picChg>
      </pc:sldChg>
      <pc:sldChg chg="modSp mod">
        <pc:chgData name="林俊杰" userId="dcfdc803-95d8-409b-8404-351632be86e2" providerId="ADAL" clId="{7643A8CA-C9FF-2147-8F76-CA1714D115C4}" dt="2023-11-03T14:30:22.657" v="1078" actId="115"/>
        <pc:sldMkLst>
          <pc:docMk/>
          <pc:sldMk cId="3207571159" sldId="275"/>
        </pc:sldMkLst>
        <pc:spChg chg="mod">
          <ac:chgData name="林俊杰" userId="dcfdc803-95d8-409b-8404-351632be86e2" providerId="ADAL" clId="{7643A8CA-C9FF-2147-8F76-CA1714D115C4}" dt="2023-11-03T14:30:22.657" v="1078" actId="115"/>
          <ac:spMkLst>
            <pc:docMk/>
            <pc:sldMk cId="3207571159" sldId="275"/>
            <ac:spMk id="3" creationId="{FC80812D-021F-C194-700F-3DB578EF9B2B}"/>
          </ac:spMkLst>
        </pc:spChg>
      </pc:sldChg>
      <pc:sldChg chg="modSp mod">
        <pc:chgData name="林俊杰" userId="dcfdc803-95d8-409b-8404-351632be86e2" providerId="ADAL" clId="{7643A8CA-C9FF-2147-8F76-CA1714D115C4}" dt="2023-11-03T14:35:53.300" v="1106" actId="14100"/>
        <pc:sldMkLst>
          <pc:docMk/>
          <pc:sldMk cId="1910124612" sldId="276"/>
        </pc:sldMkLst>
        <pc:spChg chg="mod">
          <ac:chgData name="林俊杰" userId="dcfdc803-95d8-409b-8404-351632be86e2" providerId="ADAL" clId="{7643A8CA-C9FF-2147-8F76-CA1714D115C4}" dt="2023-11-03T14:34:44.485" v="1104" actId="27636"/>
          <ac:spMkLst>
            <pc:docMk/>
            <pc:sldMk cId="1910124612" sldId="276"/>
            <ac:spMk id="3" creationId="{320CA369-F855-90A5-DB7D-5ECB316EE7F0}"/>
          </ac:spMkLst>
        </pc:spChg>
        <pc:spChg chg="mod">
          <ac:chgData name="林俊杰" userId="dcfdc803-95d8-409b-8404-351632be86e2" providerId="ADAL" clId="{7643A8CA-C9FF-2147-8F76-CA1714D115C4}" dt="2023-11-03T14:35:53.300" v="1106" actId="14100"/>
          <ac:spMkLst>
            <pc:docMk/>
            <pc:sldMk cId="1910124612" sldId="276"/>
            <ac:spMk id="4" creationId="{948730C3-3726-8A7B-6066-5B6852E01B6F}"/>
          </ac:spMkLst>
        </pc:spChg>
        <pc:picChg chg="mod">
          <ac:chgData name="林俊杰" userId="dcfdc803-95d8-409b-8404-351632be86e2" providerId="ADAL" clId="{7643A8CA-C9FF-2147-8F76-CA1714D115C4}" dt="2023-11-03T14:34:48.644" v="1105" actId="208"/>
          <ac:picMkLst>
            <pc:docMk/>
            <pc:sldMk cId="1910124612" sldId="276"/>
            <ac:picMk id="11266" creationId="{2E438471-C533-488E-CEF1-EFF1A3DE8BB1}"/>
          </ac:picMkLst>
        </pc:picChg>
      </pc:sldChg>
      <pc:sldChg chg="modSp mod">
        <pc:chgData name="林俊杰" userId="dcfdc803-95d8-409b-8404-351632be86e2" providerId="ADAL" clId="{7643A8CA-C9FF-2147-8F76-CA1714D115C4}" dt="2023-11-03T14:36:26.899" v="1121" actId="20577"/>
        <pc:sldMkLst>
          <pc:docMk/>
          <pc:sldMk cId="193752639" sldId="277"/>
        </pc:sldMkLst>
        <pc:spChg chg="mod">
          <ac:chgData name="林俊杰" userId="dcfdc803-95d8-409b-8404-351632be86e2" providerId="ADAL" clId="{7643A8CA-C9FF-2147-8F76-CA1714D115C4}" dt="2023-11-03T14:36:26.899" v="1121" actId="20577"/>
          <ac:spMkLst>
            <pc:docMk/>
            <pc:sldMk cId="193752639" sldId="277"/>
            <ac:spMk id="3" creationId="{2FE01CEA-CDF1-E35C-DE23-A923E28505EA}"/>
          </ac:spMkLst>
        </pc:spChg>
      </pc:sldChg>
      <pc:sldChg chg="addSp modSp mod">
        <pc:chgData name="林俊杰" userId="dcfdc803-95d8-409b-8404-351632be86e2" providerId="ADAL" clId="{7643A8CA-C9FF-2147-8F76-CA1714D115C4}" dt="2023-11-03T15:01:44.080" v="1182" actId="27636"/>
        <pc:sldMkLst>
          <pc:docMk/>
          <pc:sldMk cId="2885544192" sldId="279"/>
        </pc:sldMkLst>
        <pc:spChg chg="mod">
          <ac:chgData name="林俊杰" userId="dcfdc803-95d8-409b-8404-351632be86e2" providerId="ADAL" clId="{7643A8CA-C9FF-2147-8F76-CA1714D115C4}" dt="2023-11-03T15:01:44.080" v="1182" actId="27636"/>
          <ac:spMkLst>
            <pc:docMk/>
            <pc:sldMk cId="2885544192" sldId="279"/>
            <ac:spMk id="3" creationId="{866A72DB-0837-41CA-A2C3-F82BDC03E184}"/>
          </ac:spMkLst>
        </pc:spChg>
        <pc:picChg chg="add mod">
          <ac:chgData name="林俊杰" userId="dcfdc803-95d8-409b-8404-351632be86e2" providerId="ADAL" clId="{7643A8CA-C9FF-2147-8F76-CA1714D115C4}" dt="2023-11-03T14:53:52.447" v="1123" actId="1076"/>
          <ac:picMkLst>
            <pc:docMk/>
            <pc:sldMk cId="2885544192" sldId="279"/>
            <ac:picMk id="4" creationId="{82B050E4-9636-FC86-4A90-4D987E27B01B}"/>
          </ac:picMkLst>
        </pc:picChg>
      </pc:sldChg>
      <pc:sldChg chg="modSp mod">
        <pc:chgData name="林俊杰" userId="dcfdc803-95d8-409b-8404-351632be86e2" providerId="ADAL" clId="{7643A8CA-C9FF-2147-8F76-CA1714D115C4}" dt="2023-11-03T15:03:07.332" v="1206" actId="20577"/>
        <pc:sldMkLst>
          <pc:docMk/>
          <pc:sldMk cId="1522061967" sldId="282"/>
        </pc:sldMkLst>
        <pc:spChg chg="mod">
          <ac:chgData name="林俊杰" userId="dcfdc803-95d8-409b-8404-351632be86e2" providerId="ADAL" clId="{7643A8CA-C9FF-2147-8F76-CA1714D115C4}" dt="2023-11-03T15:03:07.332" v="1206" actId="20577"/>
          <ac:spMkLst>
            <pc:docMk/>
            <pc:sldMk cId="1522061967" sldId="282"/>
            <ac:spMk id="3" creationId="{3839E04D-2DC3-4489-8C43-D3C78C46A4DD}"/>
          </ac:spMkLst>
        </pc:spChg>
      </pc:sldChg>
      <pc:sldChg chg="modSp mod">
        <pc:chgData name="林俊杰" userId="dcfdc803-95d8-409b-8404-351632be86e2" providerId="ADAL" clId="{7643A8CA-C9FF-2147-8F76-CA1714D115C4}" dt="2023-11-03T15:05:22.518" v="1267" actId="20577"/>
        <pc:sldMkLst>
          <pc:docMk/>
          <pc:sldMk cId="103986535" sldId="283"/>
        </pc:sldMkLst>
        <pc:spChg chg="mod">
          <ac:chgData name="林俊杰" userId="dcfdc803-95d8-409b-8404-351632be86e2" providerId="ADAL" clId="{7643A8CA-C9FF-2147-8F76-CA1714D115C4}" dt="2023-11-03T15:05:22.518" v="1267" actId="20577"/>
          <ac:spMkLst>
            <pc:docMk/>
            <pc:sldMk cId="103986535" sldId="283"/>
            <ac:spMk id="3" creationId="{6BE2D146-A98B-B559-29B1-16D4A93F1F6E}"/>
          </ac:spMkLst>
        </pc:spChg>
      </pc:sldChg>
      <pc:sldChg chg="modSp mod">
        <pc:chgData name="林俊杰" userId="dcfdc803-95d8-409b-8404-351632be86e2" providerId="ADAL" clId="{7643A8CA-C9FF-2147-8F76-CA1714D115C4}" dt="2023-11-03T15:09:56.115" v="1370" actId="20577"/>
        <pc:sldMkLst>
          <pc:docMk/>
          <pc:sldMk cId="2930958723" sldId="284"/>
        </pc:sldMkLst>
        <pc:spChg chg="mod">
          <ac:chgData name="林俊杰" userId="dcfdc803-95d8-409b-8404-351632be86e2" providerId="ADAL" clId="{7643A8CA-C9FF-2147-8F76-CA1714D115C4}" dt="2023-11-03T15:09:56.115" v="1370" actId="20577"/>
          <ac:spMkLst>
            <pc:docMk/>
            <pc:sldMk cId="2930958723" sldId="284"/>
            <ac:spMk id="3" creationId="{AD872302-24EF-F1B7-E336-D7BEFBE56287}"/>
          </ac:spMkLst>
        </pc:spChg>
      </pc:sldChg>
      <pc:sldChg chg="addSp delSp modSp mod">
        <pc:chgData name="林俊杰" userId="dcfdc803-95d8-409b-8404-351632be86e2" providerId="ADAL" clId="{7643A8CA-C9FF-2147-8F76-CA1714D115C4}" dt="2023-11-03T15:12:20.451" v="1424" actId="1076"/>
        <pc:sldMkLst>
          <pc:docMk/>
          <pc:sldMk cId="2353246351" sldId="295"/>
        </pc:sldMkLst>
        <pc:spChg chg="mod">
          <ac:chgData name="林俊杰" userId="dcfdc803-95d8-409b-8404-351632be86e2" providerId="ADAL" clId="{7643A8CA-C9FF-2147-8F76-CA1714D115C4}" dt="2023-11-03T15:11:20.223" v="1410" actId="20577"/>
          <ac:spMkLst>
            <pc:docMk/>
            <pc:sldMk cId="2353246351" sldId="295"/>
            <ac:spMk id="3" creationId="{3074881A-6BE7-472C-A666-AD5EFC3BD564}"/>
          </ac:spMkLst>
        </pc:spChg>
        <pc:spChg chg="add del mod">
          <ac:chgData name="林俊杰" userId="dcfdc803-95d8-409b-8404-351632be86e2" providerId="ADAL" clId="{7643A8CA-C9FF-2147-8F76-CA1714D115C4}" dt="2023-11-03T15:12:20.451" v="1424" actId="1076"/>
          <ac:spMkLst>
            <pc:docMk/>
            <pc:sldMk cId="2353246351" sldId="295"/>
            <ac:spMk id="5" creationId="{720CBB9D-BF09-CFC8-F36F-EE9A81B013B7}"/>
          </ac:spMkLst>
        </pc:spChg>
        <pc:picChg chg="mod">
          <ac:chgData name="林俊杰" userId="dcfdc803-95d8-409b-8404-351632be86e2" providerId="ADAL" clId="{7643A8CA-C9FF-2147-8F76-CA1714D115C4}" dt="2023-11-03T15:10:57.717" v="1381" actId="208"/>
          <ac:picMkLst>
            <pc:docMk/>
            <pc:sldMk cId="2353246351" sldId="295"/>
            <ac:picMk id="1026" creationId="{63173E2F-6B1E-6372-BDA1-EFB04B6298E2}"/>
          </ac:picMkLst>
        </pc:picChg>
      </pc:sldChg>
      <pc:sldChg chg="modSp mod">
        <pc:chgData name="林俊杰" userId="dcfdc803-95d8-409b-8404-351632be86e2" providerId="ADAL" clId="{7643A8CA-C9FF-2147-8F76-CA1714D115C4}" dt="2023-11-03T15:11:28.086" v="1420" actId="20577"/>
        <pc:sldMkLst>
          <pc:docMk/>
          <pc:sldMk cId="2986633395" sldId="296"/>
        </pc:sldMkLst>
        <pc:spChg chg="mod">
          <ac:chgData name="林俊杰" userId="dcfdc803-95d8-409b-8404-351632be86e2" providerId="ADAL" clId="{7643A8CA-C9FF-2147-8F76-CA1714D115C4}" dt="2023-11-03T15:11:28.086" v="1420" actId="20577"/>
          <ac:spMkLst>
            <pc:docMk/>
            <pc:sldMk cId="2986633395" sldId="296"/>
            <ac:spMk id="3" creationId="{4B5F9FAE-838D-8F01-E078-6C3FAAED4D63}"/>
          </ac:spMkLst>
        </pc:spChg>
      </pc:sldChg>
      <pc:sldChg chg="modSp mod">
        <pc:chgData name="林俊杰" userId="dcfdc803-95d8-409b-8404-351632be86e2" providerId="ADAL" clId="{7643A8CA-C9FF-2147-8F76-CA1714D115C4}" dt="2023-11-03T15:13:21.352" v="1432" actId="20577"/>
        <pc:sldMkLst>
          <pc:docMk/>
          <pc:sldMk cId="879583255" sldId="300"/>
        </pc:sldMkLst>
        <pc:spChg chg="mod">
          <ac:chgData name="林俊杰" userId="dcfdc803-95d8-409b-8404-351632be86e2" providerId="ADAL" clId="{7643A8CA-C9FF-2147-8F76-CA1714D115C4}" dt="2023-11-03T15:13:14.832" v="1429" actId="20577"/>
          <ac:spMkLst>
            <pc:docMk/>
            <pc:sldMk cId="879583255" sldId="300"/>
            <ac:spMk id="2" creationId="{E269BECE-BAAD-32C7-B6BF-79896673DE96}"/>
          </ac:spMkLst>
        </pc:spChg>
        <pc:spChg chg="mod">
          <ac:chgData name="林俊杰" userId="dcfdc803-95d8-409b-8404-351632be86e2" providerId="ADAL" clId="{7643A8CA-C9FF-2147-8F76-CA1714D115C4}" dt="2023-11-03T15:13:21.352" v="1432" actId="20577"/>
          <ac:spMkLst>
            <pc:docMk/>
            <pc:sldMk cId="879583255" sldId="300"/>
            <ac:spMk id="3" creationId="{69D8A333-5A69-29DE-9C41-FA579DBBF96A}"/>
          </ac:spMkLst>
        </pc:spChg>
      </pc:sldChg>
      <pc:sldChg chg="modSp mod">
        <pc:chgData name="林俊杰" userId="dcfdc803-95d8-409b-8404-351632be86e2" providerId="ADAL" clId="{7643A8CA-C9FF-2147-8F76-CA1714D115C4}" dt="2023-11-03T15:17:23.063" v="1442" actId="1076"/>
        <pc:sldMkLst>
          <pc:docMk/>
          <pc:sldMk cId="2636537636" sldId="308"/>
        </pc:sldMkLst>
        <pc:spChg chg="mod">
          <ac:chgData name="林俊杰" userId="dcfdc803-95d8-409b-8404-351632be86e2" providerId="ADAL" clId="{7643A8CA-C9FF-2147-8F76-CA1714D115C4}" dt="2023-11-03T15:17:17.118" v="1439" actId="20577"/>
          <ac:spMkLst>
            <pc:docMk/>
            <pc:sldMk cId="2636537636" sldId="308"/>
            <ac:spMk id="2" creationId="{F4139F22-E45F-BDFD-1838-59CCBDBAD30B}"/>
          </ac:spMkLst>
        </pc:spChg>
        <pc:picChg chg="mod">
          <ac:chgData name="林俊杰" userId="dcfdc803-95d8-409b-8404-351632be86e2" providerId="ADAL" clId="{7643A8CA-C9FF-2147-8F76-CA1714D115C4}" dt="2023-11-03T15:17:23.063" v="1442" actId="1076"/>
          <ac:picMkLst>
            <pc:docMk/>
            <pc:sldMk cId="2636537636" sldId="308"/>
            <ac:picMk id="7170" creationId="{70790C05-A8B7-8977-277F-2DCBA45EBA2F}"/>
          </ac:picMkLst>
        </pc:picChg>
      </pc:sldChg>
      <pc:sldChg chg="modSp del mod">
        <pc:chgData name="林俊杰" userId="dcfdc803-95d8-409b-8404-351632be86e2" providerId="ADAL" clId="{7643A8CA-C9FF-2147-8F76-CA1714D115C4}" dt="2023-11-03T15:17:40.750" v="1458" actId="2696"/>
        <pc:sldMkLst>
          <pc:docMk/>
          <pc:sldMk cId="4222292344" sldId="309"/>
        </pc:sldMkLst>
        <pc:spChg chg="mod">
          <ac:chgData name="林俊杰" userId="dcfdc803-95d8-409b-8404-351632be86e2" providerId="ADAL" clId="{7643A8CA-C9FF-2147-8F76-CA1714D115C4}" dt="2023-11-03T15:17:37.608" v="1457" actId="20577"/>
          <ac:spMkLst>
            <pc:docMk/>
            <pc:sldMk cId="4222292344" sldId="309"/>
            <ac:spMk id="2" creationId="{DCAF30AF-F100-BBB6-DE8E-0E69FE1573CA}"/>
          </ac:spMkLst>
        </pc:spChg>
      </pc:sldChg>
      <pc:sldChg chg="modSp mod">
        <pc:chgData name="林俊杰" userId="dcfdc803-95d8-409b-8404-351632be86e2" providerId="ADAL" clId="{7643A8CA-C9FF-2147-8F76-CA1714D115C4}" dt="2023-11-03T15:20:54.018" v="1631" actId="20577"/>
        <pc:sldMkLst>
          <pc:docMk/>
          <pc:sldMk cId="4149168320" sldId="315"/>
        </pc:sldMkLst>
        <pc:spChg chg="mod">
          <ac:chgData name="林俊杰" userId="dcfdc803-95d8-409b-8404-351632be86e2" providerId="ADAL" clId="{7643A8CA-C9FF-2147-8F76-CA1714D115C4}" dt="2023-11-03T15:20:54.018" v="1631" actId="20577"/>
          <ac:spMkLst>
            <pc:docMk/>
            <pc:sldMk cId="4149168320" sldId="315"/>
            <ac:spMk id="3" creationId="{5D2EB51D-9D79-7A57-49D2-BC72FFDFB08B}"/>
          </ac:spMkLst>
        </pc:spChg>
      </pc:sldChg>
      <pc:sldChg chg="addSp modSp new mod">
        <pc:chgData name="林俊杰" userId="dcfdc803-95d8-409b-8404-351632be86e2" providerId="ADAL" clId="{7643A8CA-C9FF-2147-8F76-CA1714D115C4}" dt="2023-11-03T14:10:41.784" v="550" actId="208"/>
        <pc:sldMkLst>
          <pc:docMk/>
          <pc:sldMk cId="1513811516" sldId="327"/>
        </pc:sldMkLst>
        <pc:spChg chg="mod">
          <ac:chgData name="林俊杰" userId="dcfdc803-95d8-409b-8404-351632be86e2" providerId="ADAL" clId="{7643A8CA-C9FF-2147-8F76-CA1714D115C4}" dt="2023-11-03T14:10:29.452" v="546" actId="20577"/>
          <ac:spMkLst>
            <pc:docMk/>
            <pc:sldMk cId="1513811516" sldId="327"/>
            <ac:spMk id="2" creationId="{1A9674F7-A564-143E-AB28-07C0A30F1E46}"/>
          </ac:spMkLst>
        </pc:spChg>
        <pc:picChg chg="add mod">
          <ac:chgData name="林俊杰" userId="dcfdc803-95d8-409b-8404-351632be86e2" providerId="ADAL" clId="{7643A8CA-C9FF-2147-8F76-CA1714D115C4}" dt="2023-11-03T14:10:41.784" v="550" actId="208"/>
          <ac:picMkLst>
            <pc:docMk/>
            <pc:sldMk cId="1513811516" sldId="327"/>
            <ac:picMk id="1026" creationId="{0FD6A3E6-AB27-E3B9-EC4D-2ACE1B6CE6B3}"/>
          </ac:picMkLst>
        </pc:picChg>
      </pc:sldChg>
      <pc:sldChg chg="modSp new mod">
        <pc:chgData name="林俊杰" userId="dcfdc803-95d8-409b-8404-351632be86e2" providerId="ADAL" clId="{7643A8CA-C9FF-2147-8F76-CA1714D115C4}" dt="2023-11-03T14:24:02.251" v="822" actId="20577"/>
        <pc:sldMkLst>
          <pc:docMk/>
          <pc:sldMk cId="1585709212" sldId="328"/>
        </pc:sldMkLst>
        <pc:spChg chg="mod">
          <ac:chgData name="林俊杰" userId="dcfdc803-95d8-409b-8404-351632be86e2" providerId="ADAL" clId="{7643A8CA-C9FF-2147-8F76-CA1714D115C4}" dt="2023-11-03T14:24:02.251" v="822" actId="20577"/>
          <ac:spMkLst>
            <pc:docMk/>
            <pc:sldMk cId="1585709212" sldId="328"/>
            <ac:spMk id="2" creationId="{607865DB-C316-ED01-12BC-1F1F530DE72E}"/>
          </ac:spMkLst>
        </pc:spChg>
        <pc:spChg chg="mod">
          <ac:chgData name="林俊杰" userId="dcfdc803-95d8-409b-8404-351632be86e2" providerId="ADAL" clId="{7643A8CA-C9FF-2147-8F76-CA1714D115C4}" dt="2023-11-03T14:23:47.498" v="812"/>
          <ac:spMkLst>
            <pc:docMk/>
            <pc:sldMk cId="1585709212" sldId="328"/>
            <ac:spMk id="3" creationId="{C3F82A2E-5326-2CEB-AB33-6B20CA2F0569}"/>
          </ac:spMkLst>
        </pc:spChg>
      </pc:sldChg>
      <pc:sldChg chg="addSp new">
        <pc:chgData name="林俊杰" userId="dcfdc803-95d8-409b-8404-351632be86e2" providerId="ADAL" clId="{7643A8CA-C9FF-2147-8F76-CA1714D115C4}" dt="2023-11-03T15:17:29.036" v="1443"/>
        <pc:sldMkLst>
          <pc:docMk/>
          <pc:sldMk cId="1839031799" sldId="329"/>
        </pc:sldMkLst>
        <pc:picChg chg="add">
          <ac:chgData name="林俊杰" userId="dcfdc803-95d8-409b-8404-351632be86e2" providerId="ADAL" clId="{7643A8CA-C9FF-2147-8F76-CA1714D115C4}" dt="2023-11-03T15:17:29.036" v="1443"/>
          <ac:picMkLst>
            <pc:docMk/>
            <pc:sldMk cId="1839031799" sldId="329"/>
            <ac:picMk id="2050" creationId="{A7FA67D0-47BD-367D-3350-C9673B97D5D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0EEB4E-B4A0-C24A-855C-F9324F615CA4}" type="datetimeFigureOut">
              <a:rPr kumimoji="1" lang="zh-TW" altLang="en-US" smtClean="0"/>
              <a:t>2024/6/3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4E5EF-DA90-2E48-B51C-850F04AD8E9F}" type="slidenum">
              <a:rPr kumimoji="1" lang="zh-TW" altLang="en-US" smtClean="0"/>
              <a:t>‹#›</a:t>
            </a:fld>
            <a:endParaRPr kumimoji="1" lang="zh-TW" altLang="en-US"/>
          </a:p>
        </p:txBody>
      </p:sp>
    </p:spTree>
    <p:extLst>
      <p:ext uri="{BB962C8B-B14F-4D97-AF65-F5344CB8AC3E}">
        <p14:creationId xmlns:p14="http://schemas.microsoft.com/office/powerpoint/2010/main" val="317462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E74E5EF-DA90-2E48-B51C-850F04AD8E9F}" type="slidenum">
              <a:rPr kumimoji="1" lang="zh-TW" altLang="en-US" smtClean="0"/>
              <a:t>2</a:t>
            </a:fld>
            <a:endParaRPr kumimoji="1" lang="zh-TW" altLang="en-US"/>
          </a:p>
        </p:txBody>
      </p:sp>
    </p:spTree>
    <p:extLst>
      <p:ext uri="{BB962C8B-B14F-4D97-AF65-F5344CB8AC3E}">
        <p14:creationId xmlns:p14="http://schemas.microsoft.com/office/powerpoint/2010/main" val="925711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E74E5EF-DA90-2E48-B51C-850F04AD8E9F}" type="slidenum">
              <a:rPr kumimoji="1" lang="zh-TW" altLang="en-US" smtClean="0"/>
              <a:t>55</a:t>
            </a:fld>
            <a:endParaRPr kumimoji="1" lang="zh-TW" altLang="en-US"/>
          </a:p>
        </p:txBody>
      </p:sp>
    </p:spTree>
    <p:extLst>
      <p:ext uri="{BB962C8B-B14F-4D97-AF65-F5344CB8AC3E}">
        <p14:creationId xmlns:p14="http://schemas.microsoft.com/office/powerpoint/2010/main" val="4001941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A131B1-496F-16E7-F77E-75B0FD330DDB}"/>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954AB211-FA02-83EE-4147-75D93A299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2EF2C1DF-E175-36F2-42E4-B755B336B20C}"/>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5" name="頁尾版面配置區 4">
            <a:extLst>
              <a:ext uri="{FF2B5EF4-FFF2-40B4-BE49-F238E27FC236}">
                <a16:creationId xmlns:a16="http://schemas.microsoft.com/office/drawing/2014/main" id="{85813156-C115-E4E7-1488-7D1EA4E26AE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9C6D226-666B-E320-C066-AED436B074D7}"/>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77235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9467F1-0174-0136-61BC-59CADAAA3D2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2316FFA-AF7E-F622-3822-2B4DA42F746B}"/>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0D655AC4-83E4-FD80-2AD8-08A7A6706967}"/>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5" name="頁尾版面配置區 4">
            <a:extLst>
              <a:ext uri="{FF2B5EF4-FFF2-40B4-BE49-F238E27FC236}">
                <a16:creationId xmlns:a16="http://schemas.microsoft.com/office/drawing/2014/main" id="{CEF5BB69-6495-CCC4-2FFE-9DF474E56D1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C746635-51D5-655F-BDBC-9ED76C009F41}"/>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311112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71E77F-99C5-F4DA-9600-CEF898D8DDE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9951979C-49F1-F074-9534-33C1DEDAD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5569230-3903-74E3-1E8E-1058E26CF134}"/>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5" name="頁尾版面配置區 4">
            <a:extLst>
              <a:ext uri="{FF2B5EF4-FFF2-40B4-BE49-F238E27FC236}">
                <a16:creationId xmlns:a16="http://schemas.microsoft.com/office/drawing/2014/main" id="{F720D6C0-32BD-79BC-C468-F9267F3CBF7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60CAB26-CB24-40F7-83D1-A99E7A791CB6}"/>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442606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ED0829-3220-67BC-9A34-7D8B3EAAD9CC}"/>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5947269-4EF2-1A96-31F2-9E03AA214340}"/>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7A66A04-8B55-7DB0-88D2-14540BA33BE6}"/>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7C0F9248-AB72-C3B7-261E-F55E59068071}"/>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6" name="頁尾版面配置區 5">
            <a:extLst>
              <a:ext uri="{FF2B5EF4-FFF2-40B4-BE49-F238E27FC236}">
                <a16:creationId xmlns:a16="http://schemas.microsoft.com/office/drawing/2014/main" id="{A139F70A-4844-AC7E-8306-C9C6CB739797}"/>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FAAB27-25A4-6014-E02F-60AD2230FE9F}"/>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406776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46F6FD-CCD4-904B-1E53-E18F7641DA2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63F741D-F1DD-80FA-59C2-39BC66FF8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2DC5C29C-0D8A-A272-E3E0-2852814E9341}"/>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A5A6624A-7EF7-DD99-F01D-D858410017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E9535E08-07C9-FCFA-9DB7-333ED0474843}"/>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D3DCA4B3-C456-C861-ADC6-F821D55F1399}"/>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8" name="頁尾版面配置區 7">
            <a:extLst>
              <a:ext uri="{FF2B5EF4-FFF2-40B4-BE49-F238E27FC236}">
                <a16:creationId xmlns:a16="http://schemas.microsoft.com/office/drawing/2014/main" id="{3147092E-242A-7ACE-9252-F508EC11F5D0}"/>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EB5191DD-7666-8642-0FC0-881C65723773}"/>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407856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8AAEE2-6F1D-689F-322E-AF6D7E3A7B27}"/>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813FB38D-890A-E730-85FA-4546CB82951D}"/>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4" name="頁尾版面配置區 3">
            <a:extLst>
              <a:ext uri="{FF2B5EF4-FFF2-40B4-BE49-F238E27FC236}">
                <a16:creationId xmlns:a16="http://schemas.microsoft.com/office/drawing/2014/main" id="{8D2078C5-77A2-E65E-B915-5D59654222B8}"/>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6E4BF2B-AE31-5027-F118-5DA5BF6A13DF}"/>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861535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3E1BFB1-D4E7-3038-A46A-95A6BF67395F}"/>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3" name="頁尾版面配置區 2">
            <a:extLst>
              <a:ext uri="{FF2B5EF4-FFF2-40B4-BE49-F238E27FC236}">
                <a16:creationId xmlns:a16="http://schemas.microsoft.com/office/drawing/2014/main" id="{E286FE13-1CE9-1BFB-8EB5-8D89DF7DCDD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C2C998E1-188A-1FCC-570A-C2948D6BEDE8}"/>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846749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BE0C08-C583-3E51-83E5-7EACF49E6A4E}"/>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22D7825F-8BBC-269A-B66A-EAB73C5CEE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C94A027C-1B54-256F-1694-6EA4544F4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2A4994AE-30CB-4129-0CBC-5186A783A9B8}"/>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6" name="頁尾版面配置區 5">
            <a:extLst>
              <a:ext uri="{FF2B5EF4-FFF2-40B4-BE49-F238E27FC236}">
                <a16:creationId xmlns:a16="http://schemas.microsoft.com/office/drawing/2014/main" id="{EBBEDC49-84F6-A6F1-6603-03BC8CD07BC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68D839D7-83BB-1F6B-63F1-D902F508D389}"/>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98685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BBC9BF-E75C-035E-D5F2-967DF292AF5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B0BB25C-813B-0B47-FE83-A07E6A567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3C8DAC8B-5CD5-C175-7D5F-3D6E75BDE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CDA217FC-B589-0AFA-231B-DF0B6DAED87A}"/>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6" name="頁尾版面配置區 5">
            <a:extLst>
              <a:ext uri="{FF2B5EF4-FFF2-40B4-BE49-F238E27FC236}">
                <a16:creationId xmlns:a16="http://schemas.microsoft.com/office/drawing/2014/main" id="{8F736F6A-346B-9D26-92AA-7D149D87B8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F42C6CCD-A6F2-DD81-0F9B-A17D2ED105CC}"/>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3719760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D98D7-189C-6939-3FE6-9A6BC0CB9A16}"/>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756190E7-525B-AAF1-6B11-3E96BBE3B282}"/>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05D4AFE-16A9-44E1-FA33-3C68AA7BCCBF}"/>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5" name="頁尾版面配置區 4">
            <a:extLst>
              <a:ext uri="{FF2B5EF4-FFF2-40B4-BE49-F238E27FC236}">
                <a16:creationId xmlns:a16="http://schemas.microsoft.com/office/drawing/2014/main" id="{CA0E46A1-12B2-8C75-B882-86A41E54506A}"/>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B770C76-5250-41ED-0D8E-50D8A293A9BD}"/>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932430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ADD7C5D-939B-3CF3-B785-929A5857C969}"/>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4E76C394-1E37-B101-F034-B942F7331080}"/>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BB7EB90-0863-6BCA-8690-5437FFE8CE28}"/>
              </a:ext>
            </a:extLst>
          </p:cNvPr>
          <p:cNvSpPr>
            <a:spLocks noGrp="1"/>
          </p:cNvSpPr>
          <p:nvPr>
            <p:ph type="dt" sz="half" idx="10"/>
          </p:nvPr>
        </p:nvSpPr>
        <p:spPr/>
        <p:txBody>
          <a:bodyPr/>
          <a:lstStyle/>
          <a:p>
            <a:fld id="{7A3BF50A-FE8B-3D43-B433-49718D88FFBA}" type="datetimeFigureOut">
              <a:rPr kumimoji="1" lang="zh-TW" altLang="en-US" smtClean="0"/>
              <a:t>2024/6/3</a:t>
            </a:fld>
            <a:endParaRPr kumimoji="1" lang="zh-TW" altLang="en-US"/>
          </a:p>
        </p:txBody>
      </p:sp>
      <p:sp>
        <p:nvSpPr>
          <p:cNvPr id="5" name="頁尾版面配置區 4">
            <a:extLst>
              <a:ext uri="{FF2B5EF4-FFF2-40B4-BE49-F238E27FC236}">
                <a16:creationId xmlns:a16="http://schemas.microsoft.com/office/drawing/2014/main" id="{F2B0D207-25F3-BCAE-F820-2C459F3F07E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209EE2E-1078-AA3E-C0BF-32EAE793D5E9}"/>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95186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D517BBB-6C32-8B31-2385-24718A3531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2A044CE1-CBBD-C24A-D55B-8D59126978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9375CE64-6229-1BFC-BEE1-B1A8BB5CA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3BF50A-FE8B-3D43-B433-49718D88FFBA}" type="datetimeFigureOut">
              <a:rPr kumimoji="1" lang="zh-TW" altLang="en-US" smtClean="0"/>
              <a:t>2024/6/3</a:t>
            </a:fld>
            <a:endParaRPr kumimoji="1" lang="zh-TW" altLang="en-US"/>
          </a:p>
        </p:txBody>
      </p:sp>
      <p:sp>
        <p:nvSpPr>
          <p:cNvPr id="5" name="頁尾版面配置區 4">
            <a:extLst>
              <a:ext uri="{FF2B5EF4-FFF2-40B4-BE49-F238E27FC236}">
                <a16:creationId xmlns:a16="http://schemas.microsoft.com/office/drawing/2014/main" id="{1C97EC55-8CE5-3E5C-A00D-DC5AA2DB38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45F55BC-1423-06BA-8C4E-B21963719E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795913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alammar.github.io/illustrated-transformer/" TargetMode="External"/><Relationship Id="rId2" Type="http://schemas.openxmlformats.org/officeDocument/2006/relationships/hyperlink" Target="https://jalammar.github.io/visualizing-neural-machine-translation-mechanics-of-seq2seq-models-with-attention/" TargetMode="External"/><Relationship Id="rId1" Type="http://schemas.openxmlformats.org/officeDocument/2006/relationships/slideLayout" Target="../slideLayouts/slideLayout1.xml"/><Relationship Id="rId4" Type="http://schemas.openxmlformats.org/officeDocument/2006/relationships/hyperlink" Target="https://colab.research.google.com/github/tensorflow/tensor2tensor/blob/master/tensor2tensor/notebooks/hello_t2t.ipynb"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2.mp4"/><Relationship Id="rId7" Type="http://schemas.openxmlformats.org/officeDocument/2006/relationships/image" Target="../media/image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1508.04025" TargetMode="External"/><Relationship Id="rId2" Type="http://schemas.openxmlformats.org/officeDocument/2006/relationships/hyperlink" Target="https://arxiv.org/abs/1409.0473"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6.mp4"/><Relationship Id="rId1" Type="http://schemas.microsoft.com/office/2007/relationships/media" Target="../media/media6.mp4"/><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7.mp4"/><Relationship Id="rId1" Type="http://schemas.microsoft.com/office/2007/relationships/media" Target="../media/media7.mp4"/><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tensorflow/nmt"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pdf/1706.03762.pdf" TargetMode="External"/><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colab.research.google.com/github/tensorflow/tensor2tensor/blob/master/tensor2tensor/notebooks/hello_t2t.ipynb#scrollTo=OJKU36QAfqOC"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leonjyentub/Text_Generation/blob/main/Text_Generation_Attention.py" TargetMode="External"/><Relationship Id="rId2" Type="http://schemas.openxmlformats.org/officeDocument/2006/relationships/hyperlink" Target="https://www.kaggle.com/code/leonjye/a-simple-attention-based-text-prediction-model" TargetMode="External"/><Relationship Id="rId1" Type="http://schemas.openxmlformats.org/officeDocument/2006/relationships/slideLayout" Target="../slideLayouts/slideLayout2.xml"/><Relationship Id="rId4" Type="http://schemas.openxmlformats.org/officeDocument/2006/relationships/hyperlink" Target="https://colab.research.google.com/drive/1NJmaCpaXPQeUWqjvO-lbJm-m0d7Pvxf4?usp=shar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github.com/jalammar/jalammar.github.io/blob/master/notebookes/transformer/transformer_positional_encoding_graph.ipynb"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github.com/leonjyentub/Text_Generation/blob/main/Text_Generation_Transformer.py" TargetMode="External"/><Relationship Id="rId2" Type="http://schemas.openxmlformats.org/officeDocument/2006/relationships/hyperlink" Target="https://colab.research.google.com/drive/1YiKLKZt4UhoyoTdQRCFW5nHi9yPrw-Kv?usp=sharing"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arxiv.org/pdf/2001.04451.pdf" TargetMode="External"/><Relationship Id="rId2" Type="http://schemas.openxmlformats.org/officeDocument/2006/relationships/hyperlink" Target="https://marssu.coderbridge.io/2021/02/09/reform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A3541F-BF76-5948-36A9-A013C70347C3}"/>
              </a:ext>
            </a:extLst>
          </p:cNvPr>
          <p:cNvSpPr>
            <a:spLocks noGrp="1"/>
          </p:cNvSpPr>
          <p:nvPr>
            <p:ph type="ctrTitle"/>
          </p:nvPr>
        </p:nvSpPr>
        <p:spPr/>
        <p:txBody>
          <a:bodyPr/>
          <a:lstStyle/>
          <a:p>
            <a:r>
              <a:rPr kumimoji="1" lang="en-US" altLang="zh-TW" dirty="0"/>
              <a:t>Attention</a:t>
            </a:r>
            <a:endParaRPr kumimoji="1" lang="zh-TW" altLang="en-US" dirty="0"/>
          </a:p>
        </p:txBody>
      </p:sp>
      <p:sp>
        <p:nvSpPr>
          <p:cNvPr id="3" name="副標題 2">
            <a:extLst>
              <a:ext uri="{FF2B5EF4-FFF2-40B4-BE49-F238E27FC236}">
                <a16:creationId xmlns:a16="http://schemas.microsoft.com/office/drawing/2014/main" id="{4CE3A28C-5F77-064A-1BF0-5B734E45C99D}"/>
              </a:ext>
            </a:extLst>
          </p:cNvPr>
          <p:cNvSpPr>
            <a:spLocks noGrp="1"/>
          </p:cNvSpPr>
          <p:nvPr>
            <p:ph type="subTitle" idx="1"/>
          </p:nvPr>
        </p:nvSpPr>
        <p:spPr/>
        <p:txBody>
          <a:bodyPr/>
          <a:lstStyle/>
          <a:p>
            <a:r>
              <a:rPr kumimoji="1" lang="zh-TW" altLang="en-US" dirty="0"/>
              <a:t>基於</a:t>
            </a:r>
            <a:r>
              <a:rPr kumimoji="1" lang="en" altLang="zh-TW" dirty="0"/>
              <a:t>Attention</a:t>
            </a:r>
            <a:r>
              <a:rPr kumimoji="1" lang="zh-TW" altLang="en-US" dirty="0"/>
              <a:t>的機器翻譯模型</a:t>
            </a:r>
          </a:p>
        </p:txBody>
      </p:sp>
      <p:sp>
        <p:nvSpPr>
          <p:cNvPr id="5" name="文字方塊 4">
            <a:extLst>
              <a:ext uri="{FF2B5EF4-FFF2-40B4-BE49-F238E27FC236}">
                <a16:creationId xmlns:a16="http://schemas.microsoft.com/office/drawing/2014/main" id="{1BB16F83-F6DC-C61B-BA00-1BD09E0832E4}"/>
              </a:ext>
            </a:extLst>
          </p:cNvPr>
          <p:cNvSpPr txBox="1"/>
          <p:nvPr/>
        </p:nvSpPr>
        <p:spPr>
          <a:xfrm>
            <a:off x="1524000" y="5349875"/>
            <a:ext cx="9255760" cy="1200329"/>
          </a:xfrm>
          <a:prstGeom prst="rect">
            <a:avLst/>
          </a:prstGeom>
          <a:noFill/>
        </p:spPr>
        <p:txBody>
          <a:bodyPr wrap="square">
            <a:spAutoFit/>
          </a:bodyPr>
          <a:lstStyle/>
          <a:p>
            <a:r>
              <a:rPr lang="zh-TW" altLang="en-US" dirty="0">
                <a:hlinkClick r:id="rId2"/>
              </a:rPr>
              <a:t>https://jalammar.github.io/visualizing-neural-machine-translation-mechanics-of-seq2seq-models-with-attention/</a:t>
            </a:r>
            <a:endParaRPr lang="en-US" altLang="zh-TW" dirty="0"/>
          </a:p>
          <a:p>
            <a:r>
              <a:rPr lang="en-US" altLang="zh-TW" dirty="0">
                <a:hlinkClick r:id="rId3"/>
              </a:rPr>
              <a:t>https://jalammar.github.io/illustrated-transformer/</a:t>
            </a:r>
            <a:endParaRPr lang="en-US" altLang="zh-TW" dirty="0"/>
          </a:p>
          <a:p>
            <a:r>
              <a:rPr lang="en" altLang="zh-TW" dirty="0">
                <a:hlinkClick r:id="rId4"/>
              </a:rPr>
              <a:t>Tensor2Tensor Intro - Colaboratory (google.com)</a:t>
            </a:r>
            <a:endParaRPr lang="en-US" altLang="zh-TW" dirty="0"/>
          </a:p>
        </p:txBody>
      </p:sp>
    </p:spTree>
    <p:extLst>
      <p:ext uri="{BB962C8B-B14F-4D97-AF65-F5344CB8AC3E}">
        <p14:creationId xmlns:p14="http://schemas.microsoft.com/office/powerpoint/2010/main" val="2964137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q2seq_4.mp4">
            <a:hlinkClick r:id="" action="ppaction://media"/>
            <a:extLst>
              <a:ext uri="{FF2B5EF4-FFF2-40B4-BE49-F238E27FC236}">
                <a16:creationId xmlns:a16="http://schemas.microsoft.com/office/drawing/2014/main" id="{99043604-7941-23E5-7173-9DDE7C43344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901462" y="5000980"/>
            <a:ext cx="6946868" cy="1857020"/>
          </a:xfrm>
          <a:prstGeom prst="rect">
            <a:avLst/>
          </a:prstGeom>
        </p:spPr>
      </p:pic>
      <p:sp>
        <p:nvSpPr>
          <p:cNvPr id="2" name="標題 1">
            <a:extLst>
              <a:ext uri="{FF2B5EF4-FFF2-40B4-BE49-F238E27FC236}">
                <a16:creationId xmlns:a16="http://schemas.microsoft.com/office/drawing/2014/main" id="{35D1AC02-20D8-072E-544E-E763BC23C11E}"/>
              </a:ext>
            </a:extLst>
          </p:cNvPr>
          <p:cNvSpPr>
            <a:spLocks noGrp="1"/>
          </p:cNvSpPr>
          <p:nvPr>
            <p:ph type="title"/>
          </p:nvPr>
        </p:nvSpPr>
        <p:spPr/>
        <p:txBody>
          <a:bodyPr/>
          <a:lstStyle/>
          <a:p>
            <a:r>
              <a:rPr kumimoji="1" lang="en-US" altLang="zh-TW" dirty="0"/>
              <a:t>NMT</a:t>
            </a:r>
            <a:endParaRPr kumimoji="1" lang="zh-TW" altLang="en-US" dirty="0"/>
          </a:p>
        </p:txBody>
      </p:sp>
      <p:sp>
        <p:nvSpPr>
          <p:cNvPr id="3" name="內容版面配置區 2">
            <a:extLst>
              <a:ext uri="{FF2B5EF4-FFF2-40B4-BE49-F238E27FC236}">
                <a16:creationId xmlns:a16="http://schemas.microsoft.com/office/drawing/2014/main" id="{591E6ACE-75E5-9FDD-E960-29B29810CC4F}"/>
              </a:ext>
            </a:extLst>
          </p:cNvPr>
          <p:cNvSpPr>
            <a:spLocks noGrp="1"/>
          </p:cNvSpPr>
          <p:nvPr>
            <p:ph idx="1"/>
          </p:nvPr>
        </p:nvSpPr>
        <p:spPr/>
        <p:txBody>
          <a:bodyPr>
            <a:normAutofit/>
          </a:bodyPr>
          <a:lstStyle/>
          <a:p>
            <a:r>
              <a:rPr kumimoji="1" lang="zh-TW" altLang="en-US" dirty="0"/>
              <a:t>神經機器翻譯（</a:t>
            </a:r>
            <a:r>
              <a:rPr kumimoji="1" lang="en" altLang="zh-TW" dirty="0"/>
              <a:t>Neural machine translation</a:t>
            </a:r>
            <a:r>
              <a:rPr kumimoji="1" lang="zh-TW" altLang="en" dirty="0"/>
              <a:t>，</a:t>
            </a:r>
            <a:r>
              <a:rPr kumimoji="1" lang="en" altLang="zh-TW" dirty="0"/>
              <a:t>NMT</a:t>
            </a:r>
            <a:r>
              <a:rPr kumimoji="1" lang="zh-TW" altLang="en" dirty="0"/>
              <a:t>）</a:t>
            </a:r>
            <a:r>
              <a:rPr kumimoji="1" lang="en-US" altLang="zh-TW" dirty="0"/>
              <a:t>-</a:t>
            </a:r>
            <a:r>
              <a:rPr kumimoji="1" lang="zh-TW" altLang="en-US" dirty="0"/>
              <a:t>機器翻譯方法。</a:t>
            </a:r>
            <a:endParaRPr kumimoji="1" lang="en-US" altLang="zh-TW" dirty="0"/>
          </a:p>
          <a:p>
            <a:r>
              <a:rPr kumimoji="1" lang="zh-TW" altLang="en-US" dirty="0"/>
              <a:t>與傳統的統計機器翻譯不同，</a:t>
            </a:r>
            <a:r>
              <a:rPr kumimoji="1" lang="en" altLang="zh-TW" dirty="0"/>
              <a:t>NMT</a:t>
            </a:r>
            <a:r>
              <a:rPr kumimoji="1" lang="zh-TW" altLang="en-US" dirty="0"/>
              <a:t>的目標是建立一個單一的神經網路，可以共同調整以最大化翻譯性能。</a:t>
            </a:r>
            <a:endParaRPr kumimoji="1" lang="en-US" altLang="zh-TW" dirty="0"/>
          </a:p>
          <a:p>
            <a:r>
              <a:rPr kumimoji="1" lang="zh-TW" altLang="en-US" dirty="0"/>
              <a:t>最近提出的用於神經機器翻譯的模型經常屬於</a:t>
            </a:r>
            <a:r>
              <a:rPr kumimoji="1" lang="en-US" altLang="zh-TW" dirty="0"/>
              <a:t>Encoder-Decoder</a:t>
            </a:r>
          </a:p>
          <a:p>
            <a:pPr lvl="1"/>
            <a:r>
              <a:rPr kumimoji="1" lang="zh-TW" altLang="en-US" dirty="0"/>
              <a:t>將來源句子編碼成固定長度的向量，解碼器從該向量生成翻譯。</a:t>
            </a:r>
            <a:endParaRPr kumimoji="1" lang="en-US" altLang="zh-TW" dirty="0"/>
          </a:p>
          <a:p>
            <a:pPr lvl="1"/>
            <a:r>
              <a:rPr kumimoji="1" lang="zh-TW" altLang="en-US" dirty="0"/>
              <a:t>使用固定長度向量是造成</a:t>
            </a:r>
            <a:r>
              <a:rPr kumimoji="1" lang="en-US" altLang="zh-TW" dirty="0"/>
              <a:t>Encoder-Decoder</a:t>
            </a:r>
            <a:r>
              <a:rPr kumimoji="1" lang="zh-TW" altLang="en-US" dirty="0"/>
              <a:t>性能的瓶頸，提出讓模型從源語句中自動尋找和目標單詞相關的部分，而不是人為的將來源語句顯示分割進行關係對應。</a:t>
            </a:r>
          </a:p>
          <a:p>
            <a:endParaRPr kumimoji="1" lang="zh-TW" altLang="en-US" dirty="0"/>
          </a:p>
        </p:txBody>
      </p:sp>
      <p:pic>
        <p:nvPicPr>
          <p:cNvPr id="4" name="seq2seq_2.mp4">
            <a:hlinkClick r:id="" action="ppaction://media"/>
            <a:extLst>
              <a:ext uri="{FF2B5EF4-FFF2-40B4-BE49-F238E27FC236}">
                <a16:creationId xmlns:a16="http://schemas.microsoft.com/office/drawing/2014/main" id="{7504D24E-47AF-4185-0AAD-7EAE01EA786B}"/>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5826369" y="198791"/>
            <a:ext cx="5527431" cy="1658230"/>
          </a:xfrm>
          <a:prstGeom prst="rect">
            <a:avLst/>
          </a:prstGeom>
        </p:spPr>
      </p:pic>
    </p:spTree>
    <p:extLst>
      <p:ext uri="{BB962C8B-B14F-4D97-AF65-F5344CB8AC3E}">
        <p14:creationId xmlns:p14="http://schemas.microsoft.com/office/powerpoint/2010/main" val="186927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733"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4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2F2F2D-4416-4BE9-1FDE-BF4D8346367C}"/>
              </a:ext>
            </a:extLst>
          </p:cNvPr>
          <p:cNvSpPr>
            <a:spLocks noGrp="1"/>
          </p:cNvSpPr>
          <p:nvPr>
            <p:ph type="title"/>
          </p:nvPr>
        </p:nvSpPr>
        <p:spPr/>
        <p:txBody>
          <a:bodyPr/>
          <a:lstStyle/>
          <a:p>
            <a:r>
              <a:rPr kumimoji="1" lang="en-US" altLang="zh-TW" dirty="0"/>
              <a:t>Context</a:t>
            </a:r>
            <a:endParaRPr kumimoji="1" lang="zh-TW" altLang="en-US" dirty="0"/>
          </a:p>
        </p:txBody>
      </p:sp>
      <p:sp>
        <p:nvSpPr>
          <p:cNvPr id="3" name="內容版面配置區 2">
            <a:extLst>
              <a:ext uri="{FF2B5EF4-FFF2-40B4-BE49-F238E27FC236}">
                <a16:creationId xmlns:a16="http://schemas.microsoft.com/office/drawing/2014/main" id="{F9221C3E-7556-E0E0-50C6-F80D9BE76412}"/>
              </a:ext>
            </a:extLst>
          </p:cNvPr>
          <p:cNvSpPr>
            <a:spLocks noGrp="1"/>
          </p:cNvSpPr>
          <p:nvPr>
            <p:ph idx="1"/>
          </p:nvPr>
        </p:nvSpPr>
        <p:spPr/>
        <p:txBody>
          <a:bodyPr/>
          <a:lstStyle/>
          <a:p>
            <a:r>
              <a:rPr kumimoji="1" lang="en-US" altLang="zh-TW" dirty="0"/>
              <a:t>Context</a:t>
            </a:r>
            <a:r>
              <a:rPr kumimoji="1" lang="zh-TW" altLang="en-US" dirty="0"/>
              <a:t>一般而言是數字數組的向量</a:t>
            </a:r>
            <a:endParaRPr kumimoji="1" lang="en-US" altLang="zh-TW" dirty="0"/>
          </a:p>
          <a:p>
            <a:r>
              <a:rPr kumimoji="1" lang="en-US" altLang="zh-TW" dirty="0"/>
              <a:t>Encoder</a:t>
            </a:r>
            <a:r>
              <a:rPr kumimoji="1" lang="zh-TW" altLang="en-US" dirty="0"/>
              <a:t>跟</a:t>
            </a:r>
            <a:r>
              <a:rPr kumimoji="1" lang="en-US" altLang="zh-TW" dirty="0"/>
              <a:t>decoder</a:t>
            </a:r>
            <a:r>
              <a:rPr kumimoji="1" lang="zh-TW" altLang="en-US" dirty="0"/>
              <a:t>都先假定是</a:t>
            </a:r>
            <a:r>
              <a:rPr kumimoji="1" lang="en-US" altLang="zh-TW" dirty="0"/>
              <a:t>recurrent neural networks</a:t>
            </a:r>
          </a:p>
          <a:p>
            <a:r>
              <a:rPr kumimoji="1" lang="zh-TW" altLang="en-US" dirty="0"/>
              <a:t>基本上指的就是</a:t>
            </a:r>
            <a:r>
              <a:rPr kumimoji="1" lang="en-US" altLang="zh-TW" dirty="0"/>
              <a:t>encoder</a:t>
            </a:r>
            <a:r>
              <a:rPr kumimoji="1" lang="zh-TW" altLang="en-US" dirty="0"/>
              <a:t> </a:t>
            </a:r>
            <a:r>
              <a:rPr kumimoji="1" lang="en-US" altLang="zh-TW" dirty="0"/>
              <a:t>RNN</a:t>
            </a:r>
            <a:r>
              <a:rPr kumimoji="1" lang="zh-TW" altLang="en-US" dirty="0"/>
              <a:t>隱藏層神經元的個數</a:t>
            </a:r>
            <a:endParaRPr kumimoji="1" lang="en-US" altLang="zh-TW" dirty="0"/>
          </a:p>
          <a:p>
            <a:pPr lvl="1"/>
            <a:r>
              <a:rPr kumimoji="1" lang="zh-TW" altLang="en-US" dirty="0"/>
              <a:t>上圖是大小為</a:t>
            </a:r>
            <a:r>
              <a:rPr kumimoji="1" lang="en-US" altLang="zh-TW" dirty="0"/>
              <a:t>4</a:t>
            </a:r>
            <a:r>
              <a:rPr kumimoji="1" lang="zh-TW" altLang="en-US" dirty="0"/>
              <a:t>的</a:t>
            </a:r>
            <a:r>
              <a:rPr kumimoji="1" lang="en-US" altLang="zh-TW" dirty="0"/>
              <a:t>vector, </a:t>
            </a:r>
            <a:r>
              <a:rPr kumimoji="1" lang="zh-TW" altLang="en-US" dirty="0"/>
              <a:t>正常一般使用通常</a:t>
            </a:r>
            <a:r>
              <a:rPr kumimoji="1" lang="en-US" altLang="zh-TW" dirty="0"/>
              <a:t>256, 512, </a:t>
            </a:r>
            <a:r>
              <a:rPr kumimoji="1" lang="zh-TW" altLang="en-US" dirty="0"/>
              <a:t>或</a:t>
            </a:r>
            <a:r>
              <a:rPr kumimoji="1" lang="en-US" altLang="zh-TW" dirty="0"/>
              <a:t> 1024.</a:t>
            </a:r>
          </a:p>
          <a:p>
            <a:r>
              <a:rPr kumimoji="1" lang="zh-TW" altLang="en-US" dirty="0"/>
              <a:t>接著將句子透過</a:t>
            </a:r>
            <a:r>
              <a:rPr kumimoji="1" lang="en-US" altLang="zh-TW" dirty="0"/>
              <a:t>word embedding</a:t>
            </a:r>
            <a:r>
              <a:rPr kumimoji="1" lang="zh-TW" altLang="en-US" dirty="0"/>
              <a:t>轉成向量</a:t>
            </a:r>
            <a:endParaRPr kumimoji="1" lang="en-US" altLang="zh-TW" dirty="0"/>
          </a:p>
        </p:txBody>
      </p:sp>
      <p:pic>
        <p:nvPicPr>
          <p:cNvPr id="1026" name="Picture 2">
            <a:extLst>
              <a:ext uri="{FF2B5EF4-FFF2-40B4-BE49-F238E27FC236}">
                <a16:creationId xmlns:a16="http://schemas.microsoft.com/office/drawing/2014/main" id="{77E0DFA3-60B9-424C-4450-3BDC9D4158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3931" y="365125"/>
            <a:ext cx="4619869" cy="16259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F2769A6-8A28-C0C8-1BAD-13AF13D87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4069" y="4254570"/>
            <a:ext cx="7444154" cy="2428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733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78CECC-BE05-CB2B-4202-2EA8E819C77D}"/>
              </a:ext>
            </a:extLst>
          </p:cNvPr>
          <p:cNvSpPr>
            <a:spLocks noGrp="1"/>
          </p:cNvSpPr>
          <p:nvPr>
            <p:ph type="title"/>
          </p:nvPr>
        </p:nvSpPr>
        <p:spPr>
          <a:xfrm>
            <a:off x="838200" y="365125"/>
            <a:ext cx="10515600" cy="1325563"/>
          </a:xfrm>
        </p:spPr>
        <p:txBody>
          <a:bodyPr/>
          <a:lstStyle/>
          <a:p>
            <a:r>
              <a:rPr lang="en-US" altLang="zh-TW" dirty="0"/>
              <a:t>Context</a:t>
            </a:r>
            <a:endParaRPr lang="zh-TW" altLang="en-US" dirty="0"/>
          </a:p>
        </p:txBody>
      </p:sp>
      <p:sp>
        <p:nvSpPr>
          <p:cNvPr id="3" name="內容版面配置區 2">
            <a:extLst>
              <a:ext uri="{FF2B5EF4-FFF2-40B4-BE49-F238E27FC236}">
                <a16:creationId xmlns:a16="http://schemas.microsoft.com/office/drawing/2014/main" id="{1117ACA4-8F86-A135-80FB-ABE557E219D5}"/>
              </a:ext>
            </a:extLst>
          </p:cNvPr>
          <p:cNvSpPr>
            <a:spLocks noGrp="1"/>
          </p:cNvSpPr>
          <p:nvPr>
            <p:ph idx="1"/>
          </p:nvPr>
        </p:nvSpPr>
        <p:spPr>
          <a:xfrm>
            <a:off x="838200" y="1825625"/>
            <a:ext cx="10515600" cy="4737100"/>
          </a:xfrm>
        </p:spPr>
        <p:txBody>
          <a:bodyPr>
            <a:normAutofit lnSpcReduction="10000"/>
          </a:bodyPr>
          <a:lstStyle/>
          <a:p>
            <a:r>
              <a:rPr lang="zh-TW" altLang="en-US" dirty="0"/>
              <a:t>每次編碼器或解碼器都是 </a:t>
            </a:r>
            <a:r>
              <a:rPr lang="en" altLang="zh-TW" dirty="0"/>
              <a:t>RNN </a:t>
            </a:r>
            <a:r>
              <a:rPr lang="zh-TW" altLang="en-US" dirty="0"/>
              <a:t>處理其輸入並在該時間點產生輸出。</a:t>
            </a:r>
            <a:endParaRPr lang="en-US" altLang="zh-TW" dirty="0"/>
          </a:p>
          <a:p>
            <a:r>
              <a:rPr lang="zh-TW" altLang="en-US" dirty="0"/>
              <a:t>由於編碼器和解碼器 都是 </a:t>
            </a:r>
            <a:r>
              <a:rPr lang="en" altLang="zh-TW" dirty="0"/>
              <a:t>RNN</a:t>
            </a:r>
            <a:r>
              <a:rPr lang="zh-TW" altLang="en" dirty="0"/>
              <a:t>，</a:t>
            </a:r>
            <a:r>
              <a:rPr lang="zh-TW" altLang="en-US" dirty="0"/>
              <a:t>因此 </a:t>
            </a:r>
            <a:r>
              <a:rPr lang="en" altLang="zh-TW" dirty="0"/>
              <a:t>RNN </a:t>
            </a:r>
            <a:r>
              <a:rPr lang="zh-TW" altLang="en-US" dirty="0"/>
              <a:t>的每一個時間步驟都會進行一些處理，它會根據其輸入和之前看到的輸入更新其隱藏狀態。</a:t>
            </a:r>
            <a:endParaRPr lang="en-US" altLang="zh-TW" dirty="0"/>
          </a:p>
          <a:p>
            <a:endParaRPr lang="en-US" altLang="zh-TW" dirty="0"/>
          </a:p>
          <a:p>
            <a:endParaRPr lang="en-US" altLang="zh-TW" dirty="0"/>
          </a:p>
          <a:p>
            <a:endParaRPr lang="en-US" altLang="zh-TW" dirty="0"/>
          </a:p>
          <a:p>
            <a:endParaRPr lang="zh-TW" altLang="en-US" dirty="0"/>
          </a:p>
          <a:p>
            <a:endParaRPr lang="en-US" altLang="zh-TW" dirty="0"/>
          </a:p>
          <a:p>
            <a:r>
              <a:rPr lang="zh-TW" altLang="en-US" dirty="0"/>
              <a:t>注意最後一個隱藏狀態</a:t>
            </a:r>
            <a:r>
              <a:rPr lang="en-US" altLang="zh-TW" dirty="0"/>
              <a:t>(</a:t>
            </a:r>
            <a:r>
              <a:rPr lang="zh-TW" altLang="en-US" dirty="0"/>
              <a:t>輸出</a:t>
            </a:r>
            <a:r>
              <a:rPr lang="en-US" altLang="zh-TW" dirty="0"/>
              <a:t>)</a:t>
            </a:r>
            <a:r>
              <a:rPr lang="zh-TW" altLang="en-US" dirty="0"/>
              <a:t>就是傳遞給</a:t>
            </a:r>
            <a:r>
              <a:rPr lang="en-US" altLang="zh-TW" dirty="0"/>
              <a:t>Decoder</a:t>
            </a:r>
            <a:r>
              <a:rPr lang="zh-TW" altLang="en-US" dirty="0"/>
              <a:t>的</a:t>
            </a:r>
            <a:r>
              <a:rPr lang="en-US" altLang="zh-TW" dirty="0"/>
              <a:t>context</a:t>
            </a:r>
            <a:r>
              <a:rPr lang="zh-TW" altLang="en-US" dirty="0"/>
              <a:t>。</a:t>
            </a:r>
          </a:p>
        </p:txBody>
      </p:sp>
      <p:pic>
        <p:nvPicPr>
          <p:cNvPr id="5" name="seq2seq_5.mp4">
            <a:hlinkClick r:id="" action="ppaction://media"/>
            <a:extLst>
              <a:ext uri="{FF2B5EF4-FFF2-40B4-BE49-F238E27FC236}">
                <a16:creationId xmlns:a16="http://schemas.microsoft.com/office/drawing/2014/main" id="{10171F82-2620-14D8-18DE-54539247D07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37086" y="3191973"/>
            <a:ext cx="6014352" cy="2577245"/>
          </a:xfrm>
          <a:prstGeom prst="rect">
            <a:avLst/>
          </a:prstGeom>
        </p:spPr>
      </p:pic>
    </p:spTree>
    <p:extLst>
      <p:ext uri="{BB962C8B-B14F-4D97-AF65-F5344CB8AC3E}">
        <p14:creationId xmlns:p14="http://schemas.microsoft.com/office/powerpoint/2010/main" val="2627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1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C7052A-5C66-E6C2-D116-5050C8DC51FB}"/>
              </a:ext>
            </a:extLst>
          </p:cNvPr>
          <p:cNvSpPr>
            <a:spLocks noGrp="1"/>
          </p:cNvSpPr>
          <p:nvPr>
            <p:ph type="title"/>
          </p:nvPr>
        </p:nvSpPr>
        <p:spPr/>
        <p:txBody>
          <a:bodyPr/>
          <a:lstStyle/>
          <a:p>
            <a:r>
              <a:rPr kumimoji="1" lang="en-US" altLang="zh-TW" dirty="0"/>
              <a:t>Context</a:t>
            </a:r>
            <a:endParaRPr kumimoji="1" lang="zh-TW" altLang="en-US" dirty="0"/>
          </a:p>
        </p:txBody>
      </p:sp>
      <p:sp>
        <p:nvSpPr>
          <p:cNvPr id="3" name="內容版面配置區 2">
            <a:extLst>
              <a:ext uri="{FF2B5EF4-FFF2-40B4-BE49-F238E27FC236}">
                <a16:creationId xmlns:a16="http://schemas.microsoft.com/office/drawing/2014/main" id="{81B069CC-22CB-368F-98AC-3693809B7E81}"/>
              </a:ext>
            </a:extLst>
          </p:cNvPr>
          <p:cNvSpPr>
            <a:spLocks noGrp="1"/>
          </p:cNvSpPr>
          <p:nvPr>
            <p:ph idx="1"/>
          </p:nvPr>
        </p:nvSpPr>
        <p:spPr/>
        <p:txBody>
          <a:bodyPr/>
          <a:lstStyle/>
          <a:p>
            <a:r>
              <a:rPr kumimoji="1" lang="zh-TW" altLang="en-US" dirty="0"/>
              <a:t>把</a:t>
            </a:r>
            <a:r>
              <a:rPr kumimoji="1" lang="en-US" altLang="zh-TW" dirty="0"/>
              <a:t>RNN</a:t>
            </a:r>
            <a:r>
              <a:rPr kumimoji="1" lang="zh-TW" altLang="en-US" dirty="0"/>
              <a:t>展開</a:t>
            </a:r>
            <a:r>
              <a:rPr kumimoji="1" lang="en-US" altLang="zh-TW" dirty="0"/>
              <a:t>(</a:t>
            </a:r>
            <a:r>
              <a:rPr kumimoji="1" lang="en" altLang="zh-TW" dirty="0"/>
              <a:t>unrolled</a:t>
            </a:r>
            <a:r>
              <a:rPr kumimoji="1" lang="en-US" altLang="zh-TW" dirty="0"/>
              <a:t>)</a:t>
            </a:r>
            <a:r>
              <a:rPr kumimoji="1" lang="zh-TW" altLang="en-US" dirty="0"/>
              <a:t>的示意動畫</a:t>
            </a:r>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r>
              <a:rPr kumimoji="1" lang="en-US" altLang="zh-TW" dirty="0"/>
              <a:t>Context</a:t>
            </a:r>
            <a:r>
              <a:rPr kumimoji="1" lang="zh-TW" altLang="en-US" dirty="0"/>
              <a:t>變成這些模型的瓶頸，讓模型很難處理長句子</a:t>
            </a:r>
            <a:endParaRPr kumimoji="1" lang="en-US" altLang="zh-TW" dirty="0"/>
          </a:p>
          <a:p>
            <a:endParaRPr kumimoji="1" lang="en-US" altLang="zh-TW" dirty="0"/>
          </a:p>
          <a:p>
            <a:endParaRPr kumimoji="1" lang="en-US" altLang="zh-TW" dirty="0"/>
          </a:p>
          <a:p>
            <a:endParaRPr kumimoji="1" lang="zh-TW" altLang="en-US" dirty="0"/>
          </a:p>
        </p:txBody>
      </p:sp>
      <p:pic>
        <p:nvPicPr>
          <p:cNvPr id="4" name="seq2seq_6.mp4">
            <a:hlinkClick r:id="" action="ppaction://media"/>
            <a:extLst>
              <a:ext uri="{FF2B5EF4-FFF2-40B4-BE49-F238E27FC236}">
                <a16:creationId xmlns:a16="http://schemas.microsoft.com/office/drawing/2014/main" id="{A2CD691E-097D-3527-9DA7-2497E2C6D72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813538" y="2307554"/>
            <a:ext cx="6714392" cy="2965523"/>
          </a:xfrm>
          <a:prstGeom prst="rect">
            <a:avLst/>
          </a:prstGeom>
        </p:spPr>
      </p:pic>
    </p:spTree>
    <p:extLst>
      <p:ext uri="{BB962C8B-B14F-4D97-AF65-F5344CB8AC3E}">
        <p14:creationId xmlns:p14="http://schemas.microsoft.com/office/powerpoint/2010/main" val="371333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3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6FE26-B191-8892-113A-3A786DEF2195}"/>
              </a:ext>
            </a:extLst>
          </p:cNvPr>
          <p:cNvSpPr>
            <a:spLocks noGrp="1"/>
          </p:cNvSpPr>
          <p:nvPr>
            <p:ph type="title"/>
          </p:nvPr>
        </p:nvSpPr>
        <p:spPr/>
        <p:txBody>
          <a:bodyPr/>
          <a:lstStyle/>
          <a:p>
            <a:r>
              <a:rPr kumimoji="1" lang="en-US" altLang="zh-TW" dirty="0"/>
              <a:t>Pay attention now</a:t>
            </a:r>
            <a:endParaRPr kumimoji="1" lang="zh-TW" altLang="en-US" dirty="0"/>
          </a:p>
        </p:txBody>
      </p:sp>
      <p:sp>
        <p:nvSpPr>
          <p:cNvPr id="3" name="內容版面配置區 2">
            <a:extLst>
              <a:ext uri="{FF2B5EF4-FFF2-40B4-BE49-F238E27FC236}">
                <a16:creationId xmlns:a16="http://schemas.microsoft.com/office/drawing/2014/main" id="{6A7E1801-60C6-0EAD-213A-1F90D4F0F23B}"/>
              </a:ext>
            </a:extLst>
          </p:cNvPr>
          <p:cNvSpPr>
            <a:spLocks noGrp="1"/>
          </p:cNvSpPr>
          <p:nvPr>
            <p:ph idx="1"/>
          </p:nvPr>
        </p:nvSpPr>
        <p:spPr/>
        <p:txBody>
          <a:bodyPr/>
          <a:lstStyle/>
          <a:p>
            <a:r>
              <a:rPr kumimoji="1" lang="en-US" altLang="zh-TW" dirty="0"/>
              <a:t>Attention</a:t>
            </a:r>
            <a:r>
              <a:rPr kumimoji="1" lang="zh-TW" altLang="en-US" dirty="0"/>
              <a:t> </a:t>
            </a:r>
            <a:r>
              <a:rPr kumimoji="1" lang="en-US" altLang="zh-TW" dirty="0"/>
              <a:t>papers:</a:t>
            </a:r>
          </a:p>
          <a:p>
            <a:pPr lvl="1"/>
            <a:r>
              <a:rPr kumimoji="1" lang="en-US" altLang="zh-TW" dirty="0"/>
              <a:t>Neural Machine Translation by Jointly Learning to Align and Translate (</a:t>
            </a:r>
            <a:r>
              <a:rPr kumimoji="1" lang="en-US" altLang="zh-TW" dirty="0">
                <a:hlinkClick r:id="rId2"/>
              </a:rPr>
              <a:t>https://arxiv.org/abs/1409.0473</a:t>
            </a:r>
            <a:r>
              <a:rPr kumimoji="1" lang="en-US" altLang="zh-TW" dirty="0"/>
              <a:t>)</a:t>
            </a:r>
          </a:p>
          <a:p>
            <a:pPr lvl="1"/>
            <a:r>
              <a:rPr kumimoji="1" lang="en-US" altLang="zh-TW" dirty="0"/>
              <a:t>Effective Approaches to Attention-based Neural Machine Translation (</a:t>
            </a:r>
            <a:r>
              <a:rPr kumimoji="1" lang="en-US" altLang="zh-TW" dirty="0">
                <a:hlinkClick r:id="rId3"/>
              </a:rPr>
              <a:t>https://arxiv.org/abs/1508.04025</a:t>
            </a:r>
            <a:r>
              <a:rPr kumimoji="1" lang="en-US" altLang="zh-TW" dirty="0"/>
              <a:t>)</a:t>
            </a:r>
          </a:p>
          <a:p>
            <a:r>
              <a:rPr kumimoji="1" lang="en-US" altLang="zh-TW" dirty="0"/>
              <a:t>Attention </a:t>
            </a:r>
            <a:r>
              <a:rPr kumimoji="1" lang="zh-TW" altLang="en-US" dirty="0"/>
              <a:t>是一種機制，它允許模型根據需要專注於輸入序列的相關部分。</a:t>
            </a:r>
            <a:endParaRPr kumimoji="1" lang="en-US" altLang="zh-TW" dirty="0"/>
          </a:p>
          <a:p>
            <a:r>
              <a:rPr kumimoji="1" lang="en-US" altLang="zh-TW" dirty="0"/>
              <a:t>Decoder</a:t>
            </a:r>
            <a:r>
              <a:rPr kumimoji="1" lang="zh-TW" altLang="en-US" dirty="0"/>
              <a:t>在翻譯時會更</a:t>
            </a:r>
            <a:br>
              <a:rPr kumimoji="1" lang="en-US" altLang="zh-TW" dirty="0"/>
            </a:br>
            <a:r>
              <a:rPr kumimoji="1" lang="zh-TW" altLang="en-US" dirty="0"/>
              <a:t>注意「學生</a:t>
            </a:r>
            <a:r>
              <a:rPr kumimoji="1" lang="en" altLang="zh-TW" dirty="0"/>
              <a:t>(</a:t>
            </a:r>
            <a:r>
              <a:rPr kumimoji="1" lang="en" altLang="zh-TW" dirty="0" err="1"/>
              <a:t>étudiant</a:t>
            </a:r>
            <a:r>
              <a:rPr kumimoji="1" lang="en" altLang="zh-TW" dirty="0"/>
              <a:t>)</a:t>
            </a:r>
            <a:r>
              <a:rPr kumimoji="1" lang="zh-TW" altLang="en-US" dirty="0"/>
              <a:t>」</a:t>
            </a:r>
            <a:endParaRPr kumimoji="1" lang="en-US" altLang="zh-TW" dirty="0"/>
          </a:p>
          <a:p>
            <a:endParaRPr kumimoji="1" lang="en-US" altLang="zh-TW" dirty="0"/>
          </a:p>
          <a:p>
            <a:endParaRPr kumimoji="1" lang="zh-TW" altLang="en-US" dirty="0"/>
          </a:p>
        </p:txBody>
      </p:sp>
      <p:pic>
        <p:nvPicPr>
          <p:cNvPr id="2050" name="Picture 2">
            <a:extLst>
              <a:ext uri="{FF2B5EF4-FFF2-40B4-BE49-F238E27FC236}">
                <a16:creationId xmlns:a16="http://schemas.microsoft.com/office/drawing/2014/main" id="{A3F77932-5143-5BF1-836E-47A69AAF0C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3751" y="4399817"/>
            <a:ext cx="6953029" cy="1912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344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893D9D-9B75-DA0F-7966-AE7D32D79AB0}"/>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5922A958-27D1-2EAE-F70E-8715B98FD881}"/>
              </a:ext>
            </a:extLst>
          </p:cNvPr>
          <p:cNvSpPr>
            <a:spLocks noGrp="1"/>
          </p:cNvSpPr>
          <p:nvPr>
            <p:ph idx="1"/>
          </p:nvPr>
        </p:nvSpPr>
        <p:spPr/>
        <p:txBody>
          <a:bodyPr/>
          <a:lstStyle/>
          <a:p>
            <a:r>
              <a:rPr kumimoji="1" lang="zh-TW" altLang="en-US" dirty="0"/>
              <a:t>注意力模型在兩個主要方面不同於經典的</a:t>
            </a:r>
            <a:r>
              <a:rPr kumimoji="1" lang="en-US" altLang="zh-TW" dirty="0"/>
              <a:t>Seq2Seq</a:t>
            </a:r>
            <a:r>
              <a:rPr kumimoji="1" lang="zh-TW" altLang="en-US" dirty="0"/>
              <a:t>模型：</a:t>
            </a:r>
          </a:p>
          <a:p>
            <a:pPr lvl="1"/>
            <a:r>
              <a:rPr kumimoji="1" lang="zh-TW" altLang="en-US" dirty="0"/>
              <a:t>首先，編碼器將</a:t>
            </a:r>
            <a:r>
              <a:rPr kumimoji="1" lang="zh-TW" altLang="en-US" b="1" dirty="0"/>
              <a:t>更多數據</a:t>
            </a:r>
            <a:r>
              <a:rPr kumimoji="1" lang="zh-TW" altLang="en-US" dirty="0"/>
              <a:t>傳遞給解碼器。</a:t>
            </a:r>
            <a:endParaRPr kumimoji="1" lang="en-US" altLang="zh-TW" dirty="0"/>
          </a:p>
          <a:p>
            <a:pPr lvl="1"/>
            <a:r>
              <a:rPr kumimoji="1" lang="zh-TW" altLang="en-US" b="1" dirty="0"/>
              <a:t>編碼器不是傳遞編碼階段的最後一個隱藏狀態，而是將「所有」隱藏狀態傳遞給解碼器</a:t>
            </a:r>
          </a:p>
        </p:txBody>
      </p:sp>
      <p:pic>
        <p:nvPicPr>
          <p:cNvPr id="4" name="seq2seq_7.mp4">
            <a:hlinkClick r:id="" action="ppaction://media"/>
            <a:extLst>
              <a:ext uri="{FF2B5EF4-FFF2-40B4-BE49-F238E27FC236}">
                <a16:creationId xmlns:a16="http://schemas.microsoft.com/office/drawing/2014/main" id="{844D1DEA-BA94-7B53-A5FD-C23E91EFEB2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560650" y="3539759"/>
            <a:ext cx="6737948" cy="2953116"/>
          </a:xfrm>
          <a:prstGeom prst="rect">
            <a:avLst/>
          </a:prstGeom>
        </p:spPr>
      </p:pic>
    </p:spTree>
    <p:extLst>
      <p:ext uri="{BB962C8B-B14F-4D97-AF65-F5344CB8AC3E}">
        <p14:creationId xmlns:p14="http://schemas.microsoft.com/office/powerpoint/2010/main" val="252898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4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1B5A96-A4C5-E96A-35F8-AD4205707B7B}"/>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CEEE3A54-42F1-CAC0-0E0C-102E7C4D4514}"/>
              </a:ext>
            </a:extLst>
          </p:cNvPr>
          <p:cNvSpPr>
            <a:spLocks noGrp="1"/>
          </p:cNvSpPr>
          <p:nvPr>
            <p:ph idx="1"/>
          </p:nvPr>
        </p:nvSpPr>
        <p:spPr>
          <a:xfrm>
            <a:off x="838200" y="1825625"/>
            <a:ext cx="6916126" cy="4351338"/>
          </a:xfrm>
        </p:spPr>
        <p:txBody>
          <a:bodyPr/>
          <a:lstStyle/>
          <a:p>
            <a:r>
              <a:rPr kumimoji="1" lang="zh-TW" altLang="en-US" dirty="0"/>
              <a:t>注意力解碼器在產生輸出之前執行額外的步驟。</a:t>
            </a:r>
            <a:endParaRPr kumimoji="1" lang="en-US" altLang="zh-TW" dirty="0"/>
          </a:p>
          <a:p>
            <a:r>
              <a:rPr kumimoji="1" lang="zh-TW" altLang="en-US" dirty="0"/>
              <a:t>為了專注於與此解碼時間階段相關的輸入部分，解碼器執行以下操作：</a:t>
            </a:r>
          </a:p>
          <a:p>
            <a:pPr marL="914400" lvl="1" indent="-457200">
              <a:buFont typeface="+mj-lt"/>
              <a:buAutoNum type="arabicPeriod"/>
            </a:pPr>
            <a:r>
              <a:rPr kumimoji="1" lang="zh-TW" altLang="en-US" dirty="0"/>
              <a:t>查看它接收到的一組編碼器隱藏狀態 </a:t>
            </a:r>
            <a:r>
              <a:rPr kumimoji="1" lang="en-US" altLang="zh-TW" dirty="0"/>
              <a:t>——</a:t>
            </a:r>
            <a:r>
              <a:rPr kumimoji="1" lang="zh-TW" altLang="en-US" dirty="0"/>
              <a:t>每個編碼器隱藏狀態都與輸入句子中的某個單詞最相關</a:t>
            </a:r>
          </a:p>
          <a:p>
            <a:pPr marL="914400" lvl="1" indent="-457200">
              <a:buFont typeface="+mj-lt"/>
              <a:buAutoNum type="arabicPeriod"/>
            </a:pPr>
            <a:r>
              <a:rPr kumimoji="1" lang="zh-TW" altLang="en-US" dirty="0"/>
              <a:t>給每個隱藏狀態一個分數</a:t>
            </a:r>
            <a:endParaRPr kumimoji="1" lang="en-US" altLang="zh-TW" dirty="0"/>
          </a:p>
          <a:p>
            <a:pPr marL="914400" lvl="1" indent="-457200">
              <a:buFont typeface="+mj-lt"/>
              <a:buAutoNum type="arabicPeriod"/>
            </a:pPr>
            <a:r>
              <a:rPr kumimoji="1" lang="zh-TW" altLang="en-US" dirty="0"/>
              <a:t>將每個隱藏狀態乘以其經過 </a:t>
            </a:r>
            <a:r>
              <a:rPr kumimoji="1" lang="en" altLang="zh-TW" dirty="0" err="1"/>
              <a:t>softmax</a:t>
            </a:r>
            <a:r>
              <a:rPr kumimoji="1" lang="zh-TW" altLang="en-US" dirty="0"/>
              <a:t>計算後的分數，從而放大具有高分數的隱藏狀態 ，並降低具有低分數的隱藏狀態</a:t>
            </a:r>
          </a:p>
          <a:p>
            <a:endParaRPr kumimoji="1" lang="zh-TW" altLang="en-US" dirty="0"/>
          </a:p>
        </p:txBody>
      </p:sp>
      <p:pic>
        <p:nvPicPr>
          <p:cNvPr id="5122" name="Picture 2">
            <a:extLst>
              <a:ext uri="{FF2B5EF4-FFF2-40B4-BE49-F238E27FC236}">
                <a16:creationId xmlns:a16="http://schemas.microsoft.com/office/drawing/2014/main" id="{56B1E7B8-38FD-7A77-41F6-3358D8876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326" y="1690688"/>
            <a:ext cx="3388947" cy="4128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858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9674F7-A564-143E-AB28-07C0A30F1E46}"/>
              </a:ext>
            </a:extLst>
          </p:cNvPr>
          <p:cNvSpPr>
            <a:spLocks noGrp="1"/>
          </p:cNvSpPr>
          <p:nvPr>
            <p:ph type="title"/>
          </p:nvPr>
        </p:nvSpPr>
        <p:spPr/>
        <p:txBody>
          <a:bodyPr/>
          <a:lstStyle/>
          <a:p>
            <a:r>
              <a:rPr kumimoji="1" lang="en-US" altLang="zh-TW" dirty="0"/>
              <a:t>Attention mechanism</a:t>
            </a:r>
            <a:endParaRPr kumimoji="1" lang="zh-TW" altLang="en-US" dirty="0"/>
          </a:p>
        </p:txBody>
      </p:sp>
      <p:sp>
        <p:nvSpPr>
          <p:cNvPr id="3" name="內容版面配置區 2">
            <a:extLst>
              <a:ext uri="{FF2B5EF4-FFF2-40B4-BE49-F238E27FC236}">
                <a16:creationId xmlns:a16="http://schemas.microsoft.com/office/drawing/2014/main" id="{B529D389-65F4-89F3-EB72-5A422A489FE3}"/>
              </a:ext>
            </a:extLst>
          </p:cNvPr>
          <p:cNvSpPr>
            <a:spLocks noGrp="1"/>
          </p:cNvSpPr>
          <p:nvPr>
            <p:ph idx="1"/>
          </p:nvPr>
        </p:nvSpPr>
        <p:spPr/>
        <p:txBody>
          <a:bodyPr/>
          <a:lstStyle/>
          <a:p>
            <a:endParaRPr kumimoji="1" lang="zh-TW" altLang="en-US"/>
          </a:p>
        </p:txBody>
      </p:sp>
      <p:pic>
        <p:nvPicPr>
          <p:cNvPr id="1026" name="Picture 2">
            <a:extLst>
              <a:ext uri="{FF2B5EF4-FFF2-40B4-BE49-F238E27FC236}">
                <a16:creationId xmlns:a16="http://schemas.microsoft.com/office/drawing/2014/main" id="{0FD6A3E6-AB27-E3B9-EC4D-2ACE1B6CE6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0821" y="1617663"/>
            <a:ext cx="6572654" cy="487521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811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24AF4-A9FF-F623-71D9-C218E4BFFF5C}"/>
              </a:ext>
            </a:extLst>
          </p:cNvPr>
          <p:cNvSpPr>
            <a:spLocks noGrp="1"/>
          </p:cNvSpPr>
          <p:nvPr>
            <p:ph type="title"/>
          </p:nvPr>
        </p:nvSpPr>
        <p:spPr/>
        <p:txBody>
          <a:bodyPr/>
          <a:lstStyle/>
          <a:p>
            <a:r>
              <a:rPr kumimoji="1" lang="en-US" altLang="zh-TW" dirty="0"/>
              <a:t>Attention</a:t>
            </a:r>
            <a:endParaRPr kumimoji="1" lang="zh-TW" altLang="en-US" dirty="0"/>
          </a:p>
        </p:txBody>
      </p:sp>
      <p:pic>
        <p:nvPicPr>
          <p:cNvPr id="4" name="attention_process.mp4">
            <a:hlinkClick r:id="" action="ppaction://media"/>
            <a:extLst>
              <a:ext uri="{FF2B5EF4-FFF2-40B4-BE49-F238E27FC236}">
                <a16:creationId xmlns:a16="http://schemas.microsoft.com/office/drawing/2014/main" id="{89E739AA-C1FE-DC56-E439-5CCF751FF997}"/>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387995" y="1314450"/>
            <a:ext cx="8937105" cy="4872038"/>
          </a:xfrm>
        </p:spPr>
      </p:pic>
    </p:spTree>
    <p:extLst>
      <p:ext uri="{BB962C8B-B14F-4D97-AF65-F5344CB8AC3E}">
        <p14:creationId xmlns:p14="http://schemas.microsoft.com/office/powerpoint/2010/main" val="417821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0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ttention_tensor_dance.mp4">
            <a:hlinkClick r:id="" action="ppaction://media"/>
            <a:extLst>
              <a:ext uri="{FF2B5EF4-FFF2-40B4-BE49-F238E27FC236}">
                <a16:creationId xmlns:a16="http://schemas.microsoft.com/office/drawing/2014/main" id="{FD55220E-DC83-8E11-2AE1-14DA0BAF526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752023" y="1690688"/>
            <a:ext cx="8147220" cy="4486275"/>
          </a:xfrm>
          <a:prstGeom prst="rect">
            <a:avLst/>
          </a:prstGeom>
        </p:spPr>
      </p:pic>
      <p:sp>
        <p:nvSpPr>
          <p:cNvPr id="2" name="標題 1">
            <a:extLst>
              <a:ext uri="{FF2B5EF4-FFF2-40B4-BE49-F238E27FC236}">
                <a16:creationId xmlns:a16="http://schemas.microsoft.com/office/drawing/2014/main" id="{A465BBF7-E4C9-ED8E-8E45-8431E32FA277}"/>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5210AF5B-20CF-AF5E-FE52-4FDC2E8EFFD8}"/>
              </a:ext>
            </a:extLst>
          </p:cNvPr>
          <p:cNvSpPr>
            <a:spLocks noGrp="1"/>
          </p:cNvSpPr>
          <p:nvPr>
            <p:ph idx="1"/>
          </p:nvPr>
        </p:nvSpPr>
        <p:spPr>
          <a:xfrm>
            <a:off x="838199" y="1825625"/>
            <a:ext cx="2943226" cy="4667250"/>
          </a:xfrm>
        </p:spPr>
        <p:txBody>
          <a:bodyPr>
            <a:normAutofit/>
          </a:bodyPr>
          <a:lstStyle/>
          <a:p>
            <a:pPr marL="342900" indent="-342900">
              <a:buFont typeface="+mj-lt"/>
              <a:buAutoNum type="arabicPeriod"/>
            </a:pPr>
            <a:r>
              <a:rPr kumimoji="1" lang="zh-TW" altLang="en-US" sz="1600" dirty="0"/>
              <a:t>注意解碼器 </a:t>
            </a:r>
            <a:r>
              <a:rPr kumimoji="1" lang="en" altLang="zh-TW" sz="1600" dirty="0"/>
              <a:t>RNN </a:t>
            </a:r>
            <a:r>
              <a:rPr kumimoji="1" lang="zh-TW" altLang="en-US" sz="1600" dirty="0"/>
              <a:t>接受</a:t>
            </a:r>
            <a:r>
              <a:rPr kumimoji="1" lang="en-US" altLang="zh-TW" sz="1600" dirty="0"/>
              <a:t>&lt;</a:t>
            </a:r>
            <a:r>
              <a:rPr kumimoji="1" lang="en" altLang="zh-TW" sz="1600" dirty="0"/>
              <a:t>END&gt;</a:t>
            </a:r>
            <a:r>
              <a:rPr kumimoji="1" lang="zh-TW" altLang="en-US" sz="1600" dirty="0"/>
              <a:t>標記的嵌入和初始解碼器隱藏狀態。</a:t>
            </a:r>
          </a:p>
          <a:p>
            <a:pPr marL="342900" indent="-342900">
              <a:buFont typeface="+mj-lt"/>
              <a:buAutoNum type="arabicPeriod"/>
            </a:pPr>
            <a:r>
              <a:rPr kumimoji="1" lang="en" altLang="zh-TW" sz="1600" dirty="0"/>
              <a:t>RNN </a:t>
            </a:r>
            <a:r>
              <a:rPr kumimoji="1" lang="zh-TW" altLang="en-US" sz="1600" dirty="0"/>
              <a:t>處理其輸入，產生輸出和新的隱藏狀態向量 </a:t>
            </a:r>
            <a:r>
              <a:rPr kumimoji="1" lang="en-US" altLang="zh-TW" sz="1600" dirty="0"/>
              <a:t>( </a:t>
            </a:r>
            <a:r>
              <a:rPr kumimoji="1" lang="en" altLang="zh-TW" sz="1600" dirty="0"/>
              <a:t>h4 )</a:t>
            </a:r>
            <a:r>
              <a:rPr kumimoji="1" lang="zh-TW" altLang="en" sz="1600" dirty="0"/>
              <a:t>。</a:t>
            </a:r>
            <a:r>
              <a:rPr kumimoji="1" lang="zh-TW" altLang="en-US" sz="1600" dirty="0"/>
              <a:t>輸出被丟棄。</a:t>
            </a:r>
          </a:p>
          <a:p>
            <a:pPr marL="342900" indent="-342900">
              <a:buFont typeface="+mj-lt"/>
              <a:buAutoNum type="arabicPeriod"/>
            </a:pPr>
            <a:r>
              <a:rPr kumimoji="1" lang="en-US" altLang="zh-TW" sz="1600" dirty="0"/>
              <a:t>Attention</a:t>
            </a:r>
            <a:r>
              <a:rPr kumimoji="1" lang="zh-TW" altLang="en-US" sz="1600" dirty="0"/>
              <a:t>：使用編碼器隱藏狀態和</a:t>
            </a:r>
            <a:r>
              <a:rPr kumimoji="1" lang="en" altLang="zh-TW" sz="1600" dirty="0"/>
              <a:t>h4</a:t>
            </a:r>
            <a:r>
              <a:rPr kumimoji="1" lang="zh-TW" altLang="en-US" sz="1600" dirty="0"/>
              <a:t>向量來計算此時間步的上下文向量 </a:t>
            </a:r>
            <a:r>
              <a:rPr kumimoji="1" lang="en-US" altLang="zh-TW" sz="1600" dirty="0"/>
              <a:t>( </a:t>
            </a:r>
            <a:r>
              <a:rPr kumimoji="1" lang="en" altLang="zh-TW" sz="1600" dirty="0"/>
              <a:t>C4 )</a:t>
            </a:r>
            <a:r>
              <a:rPr kumimoji="1" lang="zh-TW" altLang="en" sz="1600" dirty="0"/>
              <a:t>。</a:t>
            </a:r>
          </a:p>
          <a:p>
            <a:pPr marL="342900" indent="-342900">
              <a:buFont typeface="+mj-lt"/>
              <a:buAutoNum type="arabicPeriod"/>
            </a:pPr>
            <a:r>
              <a:rPr kumimoji="1" lang="zh-TW" altLang="en-US" sz="1600" dirty="0"/>
              <a:t>將</a:t>
            </a:r>
            <a:r>
              <a:rPr kumimoji="1" lang="en" altLang="zh-TW" sz="1600" dirty="0"/>
              <a:t>h4</a:t>
            </a:r>
            <a:r>
              <a:rPr kumimoji="1" lang="zh-TW" altLang="en-US" sz="1600" dirty="0"/>
              <a:t>和</a:t>
            </a:r>
            <a:r>
              <a:rPr kumimoji="1" lang="en" altLang="zh-TW" sz="1600" dirty="0"/>
              <a:t>C4</a:t>
            </a:r>
            <a:r>
              <a:rPr kumimoji="1" lang="zh-TW" altLang="en-US" sz="1600" dirty="0"/>
              <a:t>連接成一個向量。</a:t>
            </a:r>
          </a:p>
          <a:p>
            <a:pPr marL="342900" indent="-342900">
              <a:buFont typeface="+mj-lt"/>
              <a:buAutoNum type="arabicPeriod"/>
            </a:pPr>
            <a:r>
              <a:rPr kumimoji="1" lang="zh-TW" altLang="en-US" sz="1600" dirty="0"/>
              <a:t>通過前饋神經網絡（與模型聯合訓練的網絡）傳遞該向量。</a:t>
            </a:r>
          </a:p>
          <a:p>
            <a:pPr marL="342900" indent="-342900">
              <a:buFont typeface="+mj-lt"/>
              <a:buAutoNum type="arabicPeriod"/>
            </a:pPr>
            <a:r>
              <a:rPr kumimoji="1" lang="zh-TW" altLang="en-US" sz="1600" dirty="0"/>
              <a:t>前饋神經網絡的輸出表示這個時間步長的輸出詞。</a:t>
            </a:r>
          </a:p>
          <a:p>
            <a:pPr marL="342900" indent="-342900">
              <a:buFont typeface="+mj-lt"/>
              <a:buAutoNum type="arabicPeriod"/>
            </a:pPr>
            <a:r>
              <a:rPr kumimoji="1" lang="zh-TW" altLang="en-US" sz="1600" dirty="0"/>
              <a:t>重複下一個時間步驟</a:t>
            </a:r>
          </a:p>
        </p:txBody>
      </p:sp>
    </p:spTree>
    <p:extLst>
      <p:ext uri="{BB962C8B-B14F-4D97-AF65-F5344CB8AC3E}">
        <p14:creationId xmlns:p14="http://schemas.microsoft.com/office/powerpoint/2010/main" val="356164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0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F56809-A55E-0F8C-D682-40D27B33B406}"/>
              </a:ext>
            </a:extLst>
          </p:cNvPr>
          <p:cNvSpPr>
            <a:spLocks noGrp="1"/>
          </p:cNvSpPr>
          <p:nvPr>
            <p:ph type="title"/>
          </p:nvPr>
        </p:nvSpPr>
        <p:spPr/>
        <p:txBody>
          <a:bodyPr/>
          <a:lstStyle/>
          <a:p>
            <a:r>
              <a:rPr kumimoji="1" lang="en-US" altLang="zh-TW" dirty="0"/>
              <a:t>Attention</a:t>
            </a:r>
            <a:endParaRPr kumimoji="1" lang="zh-TW" altLang="en-US" dirty="0"/>
          </a:p>
        </p:txBody>
      </p:sp>
      <p:pic>
        <p:nvPicPr>
          <p:cNvPr id="4" name="seq2seq_9.mp4">
            <a:hlinkClick r:id="" action="ppaction://media"/>
            <a:extLst>
              <a:ext uri="{FF2B5EF4-FFF2-40B4-BE49-F238E27FC236}">
                <a16:creationId xmlns:a16="http://schemas.microsoft.com/office/drawing/2014/main" id="{DBE84F70-AA5D-97EF-AEFC-165D883A1CA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092200" y="1825625"/>
            <a:ext cx="10006013" cy="4351338"/>
          </a:xfrm>
        </p:spPr>
      </p:pic>
    </p:spTree>
    <p:extLst>
      <p:ext uri="{BB962C8B-B14F-4D97-AF65-F5344CB8AC3E}">
        <p14:creationId xmlns:p14="http://schemas.microsoft.com/office/powerpoint/2010/main" val="398158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39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861740-EAB2-FD23-0E13-C79BDAE5CD5A}"/>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AC406601-E517-BAEE-FC40-4CF90FC4C9CC}"/>
              </a:ext>
            </a:extLst>
          </p:cNvPr>
          <p:cNvSpPr>
            <a:spLocks noGrp="1"/>
          </p:cNvSpPr>
          <p:nvPr>
            <p:ph idx="1"/>
          </p:nvPr>
        </p:nvSpPr>
        <p:spPr>
          <a:xfrm>
            <a:off x="838200" y="1825625"/>
            <a:ext cx="5257800" cy="4351338"/>
          </a:xfrm>
        </p:spPr>
        <p:txBody>
          <a:bodyPr/>
          <a:lstStyle/>
          <a:p>
            <a:r>
              <a:rPr kumimoji="1" lang="zh-TW" altLang="en-US" dirty="0"/>
              <a:t>該模型不是只有無腦地將輸出中的第一個單詞與輸入中的第一個單詞對齊。</a:t>
            </a:r>
            <a:endParaRPr kumimoji="1" lang="en-US" altLang="zh-TW" dirty="0"/>
          </a:p>
          <a:p>
            <a:r>
              <a:rPr kumimoji="1" lang="zh-TW" altLang="en-US" dirty="0"/>
              <a:t>它實際上從訓練階段學習瞭如何對齊該語言對中的單詞（在例子中是法語和英語）。</a:t>
            </a:r>
          </a:p>
        </p:txBody>
      </p:sp>
      <p:pic>
        <p:nvPicPr>
          <p:cNvPr id="3074" name="Picture 2">
            <a:extLst>
              <a:ext uri="{FF2B5EF4-FFF2-40B4-BE49-F238E27FC236}">
                <a16:creationId xmlns:a16="http://schemas.microsoft.com/office/drawing/2014/main" id="{903F55F5-6F62-D0F0-E9DF-7B9936FBB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779458"/>
            <a:ext cx="3971925" cy="40535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EF47BD9D-087B-7AC1-A9A5-00809F87A5C7}"/>
              </a:ext>
            </a:extLst>
          </p:cNvPr>
          <p:cNvSpPr txBox="1"/>
          <p:nvPr/>
        </p:nvSpPr>
        <p:spPr>
          <a:xfrm>
            <a:off x="838200" y="6123543"/>
            <a:ext cx="7343776" cy="369332"/>
          </a:xfrm>
          <a:prstGeom prst="rect">
            <a:avLst/>
          </a:prstGeom>
          <a:noFill/>
        </p:spPr>
        <p:txBody>
          <a:bodyPr wrap="square">
            <a:spAutoFit/>
          </a:bodyPr>
          <a:lstStyle/>
          <a:p>
            <a:r>
              <a:rPr lang="en" altLang="zh-TW" dirty="0">
                <a:hlinkClick r:id="rId3"/>
              </a:rPr>
              <a:t>GitHub - tensorflow/nmt: TensorFlow Neural Machine Translation Tutorial</a:t>
            </a:r>
            <a:endParaRPr lang="zh-TW" altLang="en-US" dirty="0"/>
          </a:p>
        </p:txBody>
      </p:sp>
    </p:spTree>
    <p:extLst>
      <p:ext uri="{BB962C8B-B14F-4D97-AF65-F5344CB8AC3E}">
        <p14:creationId xmlns:p14="http://schemas.microsoft.com/office/powerpoint/2010/main" val="465079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20E640A-B2BA-EC51-7976-16130B2F7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6745" y="2670412"/>
            <a:ext cx="5858510" cy="412108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C33E5156-4703-4BF4-AE3F-850EC654ACBD}"/>
              </a:ext>
            </a:extLst>
          </p:cNvPr>
          <p:cNvSpPr>
            <a:spLocks noGrp="1"/>
          </p:cNvSpPr>
          <p:nvPr>
            <p:ph type="title"/>
          </p:nvPr>
        </p:nvSpPr>
        <p:spPr/>
        <p:txBody>
          <a:bodyPr/>
          <a:lstStyle/>
          <a:p>
            <a:r>
              <a:rPr lang="zh-TW" altLang="en-US" dirty="0"/>
              <a:t>程式範例</a:t>
            </a:r>
          </a:p>
        </p:txBody>
      </p:sp>
      <p:sp>
        <p:nvSpPr>
          <p:cNvPr id="3" name="內容版面配置區 2">
            <a:extLst>
              <a:ext uri="{FF2B5EF4-FFF2-40B4-BE49-F238E27FC236}">
                <a16:creationId xmlns:a16="http://schemas.microsoft.com/office/drawing/2014/main" id="{DBAE1A35-6E23-4385-ACB4-C5F76BE6690D}"/>
              </a:ext>
            </a:extLst>
          </p:cNvPr>
          <p:cNvSpPr>
            <a:spLocks noGrp="1"/>
          </p:cNvSpPr>
          <p:nvPr>
            <p:ph idx="1"/>
          </p:nvPr>
        </p:nvSpPr>
        <p:spPr/>
        <p:txBody>
          <a:bodyPr/>
          <a:lstStyle/>
          <a:p>
            <a:r>
              <a:rPr lang="zh-TW" altLang="en-US" dirty="0"/>
              <a:t>簡體中文翻英文</a:t>
            </a:r>
            <a:endParaRPr lang="en-US" altLang="zh-TW" dirty="0"/>
          </a:p>
          <a:p>
            <a:r>
              <a:rPr lang="en-US" altLang="zh-TW" dirty="0"/>
              <a:t>https://www.kaggle.com/code/leonjye/seq2seq-translation-attention-tutorial</a:t>
            </a:r>
            <a:endParaRPr lang="zh-TW" altLang="en-US" dirty="0"/>
          </a:p>
        </p:txBody>
      </p:sp>
    </p:spTree>
    <p:extLst>
      <p:ext uri="{BB962C8B-B14F-4D97-AF65-F5344CB8AC3E}">
        <p14:creationId xmlns:p14="http://schemas.microsoft.com/office/powerpoint/2010/main" val="2303824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3DC8820A-C1E6-3A21-C5C5-6F47D0D7B1A4}"/>
              </a:ext>
            </a:extLst>
          </p:cNvPr>
          <p:cNvPicPr>
            <a:picLocks noChangeAspect="1"/>
          </p:cNvPicPr>
          <p:nvPr/>
        </p:nvPicPr>
        <p:blipFill>
          <a:blip r:embed="rId2"/>
          <a:stretch>
            <a:fillRect/>
          </a:stretch>
        </p:blipFill>
        <p:spPr>
          <a:xfrm>
            <a:off x="6684922" y="130294"/>
            <a:ext cx="5088266" cy="65974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標題 1">
            <a:extLst>
              <a:ext uri="{FF2B5EF4-FFF2-40B4-BE49-F238E27FC236}">
                <a16:creationId xmlns:a16="http://schemas.microsoft.com/office/drawing/2014/main" id="{00125112-F99E-4C2B-EEAE-C62E9C7F1C4D}"/>
              </a:ext>
            </a:extLst>
          </p:cNvPr>
          <p:cNvSpPr>
            <a:spLocks noGrp="1"/>
          </p:cNvSpPr>
          <p:nvPr>
            <p:ph type="title"/>
          </p:nvPr>
        </p:nvSpPr>
        <p:spPr/>
        <p:txBody>
          <a:bodyPr/>
          <a:lstStyle/>
          <a:p>
            <a:r>
              <a:rPr kumimoji="1" lang="en-US" altLang="zh-TW" dirty="0"/>
              <a:t>Transformer with self attention</a:t>
            </a:r>
            <a:endParaRPr kumimoji="1" lang="zh-TW" altLang="en-US" dirty="0"/>
          </a:p>
        </p:txBody>
      </p:sp>
      <p:sp>
        <p:nvSpPr>
          <p:cNvPr id="3" name="內容版面配置區 2">
            <a:extLst>
              <a:ext uri="{FF2B5EF4-FFF2-40B4-BE49-F238E27FC236}">
                <a16:creationId xmlns:a16="http://schemas.microsoft.com/office/drawing/2014/main" id="{7A108276-D9E8-60CC-A8CE-305D412F03CB}"/>
              </a:ext>
            </a:extLst>
          </p:cNvPr>
          <p:cNvSpPr>
            <a:spLocks noGrp="1"/>
          </p:cNvSpPr>
          <p:nvPr>
            <p:ph idx="1"/>
          </p:nvPr>
        </p:nvSpPr>
        <p:spPr/>
        <p:txBody>
          <a:bodyPr/>
          <a:lstStyle/>
          <a:p>
            <a:r>
              <a:rPr kumimoji="1" lang="zh-TW" altLang="en-US" dirty="0"/>
              <a:t>打開柯博文</a:t>
            </a:r>
            <a:endParaRPr kumimoji="1" lang="en-US" altLang="zh-TW" dirty="0"/>
          </a:p>
          <a:p>
            <a:r>
              <a:rPr kumimoji="1" lang="zh-TW" altLang="en-US" dirty="0"/>
              <a:t>論文：</a:t>
            </a:r>
            <a:r>
              <a:rPr kumimoji="1" lang="en" altLang="zh-TW" dirty="0"/>
              <a:t>Attention Is All You Need</a:t>
            </a:r>
            <a:r>
              <a:rPr kumimoji="1" lang="en-US" altLang="zh-TW" dirty="0"/>
              <a:t> (</a:t>
            </a:r>
            <a:r>
              <a:rPr kumimoji="1" lang="en-US" altLang="zh-TW" dirty="0">
                <a:hlinkClick r:id="rId3"/>
              </a:rPr>
              <a:t>https://arxiv.org/pdf/1706.03762.pdf</a:t>
            </a:r>
            <a:r>
              <a:rPr kumimoji="1" lang="en-US" altLang="zh-TW" dirty="0"/>
              <a:t>)</a:t>
            </a:r>
          </a:p>
          <a:p>
            <a:r>
              <a:rPr kumimoji="1" lang="zh-TW" altLang="en-US" dirty="0"/>
              <a:t> </a:t>
            </a:r>
            <a:r>
              <a:rPr kumimoji="1" lang="en-US" altLang="zh-TW" dirty="0"/>
              <a:t>XD</a:t>
            </a:r>
            <a:endParaRPr kumimoji="1" lang="zh-TW" altLang="en-US" dirty="0"/>
          </a:p>
        </p:txBody>
      </p:sp>
      <p:pic>
        <p:nvPicPr>
          <p:cNvPr id="4098" name="Picture 2" descr="變形金剛7：萬獸崛起》首張片場照，導演曝光柯博文、大黃蜂全都到場！ JUKSY 街星">
            <a:extLst>
              <a:ext uri="{FF2B5EF4-FFF2-40B4-BE49-F238E27FC236}">
                <a16:creationId xmlns:a16="http://schemas.microsoft.com/office/drawing/2014/main" id="{D34DBBF7-84F0-3A0D-A256-9FE5753C0F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512" y="3363236"/>
            <a:ext cx="2318971" cy="307582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C837092-D83E-2FE3-F63E-30C246896A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0243" y="4001294"/>
            <a:ext cx="4044089" cy="253557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498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739B36-D1E3-30AE-9AC8-8F5D68098CD6}"/>
              </a:ext>
            </a:extLst>
          </p:cNvPr>
          <p:cNvSpPr>
            <a:spLocks noGrp="1"/>
          </p:cNvSpPr>
          <p:nvPr>
            <p:ph type="title"/>
          </p:nvPr>
        </p:nvSpPr>
        <p:spPr>
          <a:xfrm>
            <a:off x="838200" y="365125"/>
            <a:ext cx="10515600" cy="1325563"/>
          </a:xfrm>
        </p:spPr>
        <p:txBody>
          <a:bodyPr/>
          <a:lstStyle/>
          <a:p>
            <a:r>
              <a:rPr lang="en-US" altLang="zh-TW" dirty="0"/>
              <a:t>Transformer</a:t>
            </a:r>
            <a:endParaRPr lang="zh-TW" altLang="en-US" dirty="0"/>
          </a:p>
        </p:txBody>
      </p:sp>
      <p:sp>
        <p:nvSpPr>
          <p:cNvPr id="3" name="內容版面配置區 2">
            <a:extLst>
              <a:ext uri="{FF2B5EF4-FFF2-40B4-BE49-F238E27FC236}">
                <a16:creationId xmlns:a16="http://schemas.microsoft.com/office/drawing/2014/main" id="{7F54BD5D-DDAE-362A-4AD1-1AF45B34C2E3}"/>
              </a:ext>
            </a:extLst>
          </p:cNvPr>
          <p:cNvSpPr>
            <a:spLocks noGrp="1"/>
          </p:cNvSpPr>
          <p:nvPr>
            <p:ph idx="1"/>
          </p:nvPr>
        </p:nvSpPr>
        <p:spPr>
          <a:xfrm>
            <a:off x="838200" y="1825625"/>
            <a:ext cx="10515600" cy="4351338"/>
          </a:xfrm>
        </p:spPr>
        <p:txBody>
          <a:bodyPr/>
          <a:lstStyle/>
          <a:p>
            <a:r>
              <a:rPr lang="zh-TW" altLang="en-US" dirty="0"/>
              <a:t>在論文中由</a:t>
            </a:r>
            <a:r>
              <a:rPr lang="en-US" altLang="zh-TW" dirty="0"/>
              <a:t>N</a:t>
            </a:r>
            <a:r>
              <a:rPr lang="zh-TW" altLang="en-US" dirty="0"/>
              <a:t>個</a:t>
            </a:r>
            <a:r>
              <a:rPr lang="en-US" altLang="zh-TW" dirty="0"/>
              <a:t>encoder</a:t>
            </a:r>
            <a:r>
              <a:rPr lang="zh-TW" altLang="en-US" dirty="0"/>
              <a:t>跟</a:t>
            </a:r>
            <a:r>
              <a:rPr lang="en-US" altLang="zh-TW" dirty="0"/>
              <a:t>N</a:t>
            </a:r>
            <a:r>
              <a:rPr lang="zh-TW" altLang="en-US" dirty="0"/>
              <a:t>個</a:t>
            </a:r>
            <a:r>
              <a:rPr lang="en-US" altLang="zh-TW" dirty="0"/>
              <a:t>decoder</a:t>
            </a:r>
            <a:r>
              <a:rPr lang="zh-TW" altLang="en-US" dirty="0"/>
              <a:t>所組成</a:t>
            </a:r>
            <a:r>
              <a:rPr lang="en-US" altLang="zh-TW" dirty="0"/>
              <a:t>(</a:t>
            </a:r>
            <a:r>
              <a:rPr lang="zh-TW" altLang="en-US" dirty="0"/>
              <a:t>論文是</a:t>
            </a:r>
            <a:r>
              <a:rPr lang="en-US" altLang="zh-TW" dirty="0"/>
              <a:t>6</a:t>
            </a:r>
            <a:r>
              <a:rPr lang="zh-TW" altLang="en-US" dirty="0"/>
              <a:t>或</a:t>
            </a:r>
            <a:r>
              <a:rPr lang="en-US" altLang="zh-TW" dirty="0"/>
              <a:t>12)</a:t>
            </a:r>
          </a:p>
          <a:p>
            <a:r>
              <a:rPr lang="zh-TW" altLang="en-US" dirty="0"/>
              <a:t>每個</a:t>
            </a:r>
            <a:r>
              <a:rPr lang="en-US" altLang="zh-TW" dirty="0"/>
              <a:t>encoder</a:t>
            </a:r>
            <a:r>
              <a:rPr lang="zh-TW" altLang="en-US" dirty="0"/>
              <a:t>由一個</a:t>
            </a:r>
            <a:r>
              <a:rPr lang="en-US" altLang="zh-TW" dirty="0"/>
              <a:t>FFN</a:t>
            </a:r>
            <a:r>
              <a:rPr lang="zh-TW" altLang="en-US" dirty="0"/>
              <a:t>跟一個</a:t>
            </a:r>
            <a:r>
              <a:rPr lang="en-US" altLang="zh-TW" dirty="0"/>
              <a:t>self-attention</a:t>
            </a:r>
            <a:r>
              <a:rPr lang="zh-TW" altLang="en-US" dirty="0"/>
              <a:t>組成</a:t>
            </a:r>
            <a:endParaRPr lang="en-US" altLang="zh-TW" dirty="0"/>
          </a:p>
          <a:p>
            <a:endParaRPr lang="zh-TW" altLang="en-US" dirty="0"/>
          </a:p>
        </p:txBody>
      </p:sp>
      <p:grpSp>
        <p:nvGrpSpPr>
          <p:cNvPr id="7" name="群組 6">
            <a:extLst>
              <a:ext uri="{FF2B5EF4-FFF2-40B4-BE49-F238E27FC236}">
                <a16:creationId xmlns:a16="http://schemas.microsoft.com/office/drawing/2014/main" id="{ECC39155-50F6-F517-3369-2087DD9DFBD5}"/>
              </a:ext>
            </a:extLst>
          </p:cNvPr>
          <p:cNvGrpSpPr/>
          <p:nvPr/>
        </p:nvGrpSpPr>
        <p:grpSpPr>
          <a:xfrm>
            <a:off x="1231900" y="3069492"/>
            <a:ext cx="9187109" cy="2960975"/>
            <a:chOff x="838200" y="2053492"/>
            <a:chExt cx="9187109" cy="2960975"/>
          </a:xfrm>
        </p:grpSpPr>
        <p:pic>
          <p:nvPicPr>
            <p:cNvPr id="6146" name="Picture 2">
              <a:extLst>
                <a:ext uri="{FF2B5EF4-FFF2-40B4-BE49-F238E27FC236}">
                  <a16:creationId xmlns:a16="http://schemas.microsoft.com/office/drawing/2014/main" id="{43B816C7-6398-8CAA-21FB-E72DBC8EA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7608" y="2053492"/>
              <a:ext cx="4547701" cy="29609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D289CC1B-A881-583F-80D6-76555FEB4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608262"/>
              <a:ext cx="4064636" cy="2109300"/>
            </a:xfrm>
            <a:prstGeom prst="rect">
              <a:avLst/>
            </a:prstGeom>
            <a:noFill/>
            <a:extLst>
              <a:ext uri="{909E8E84-426E-40DD-AFC4-6F175D3DCCD1}">
                <a14:hiddenFill xmlns:a14="http://schemas.microsoft.com/office/drawing/2010/main">
                  <a:solidFill>
                    <a:srgbClr val="FFFFFF"/>
                  </a:solidFill>
                </a14:hiddenFill>
              </a:ext>
            </a:extLst>
          </p:spPr>
        </p:pic>
        <p:sp>
          <p:nvSpPr>
            <p:cNvPr id="6" name="向左箭號 5">
              <a:extLst>
                <a:ext uri="{FF2B5EF4-FFF2-40B4-BE49-F238E27FC236}">
                  <a16:creationId xmlns:a16="http://schemas.microsoft.com/office/drawing/2014/main" id="{A10897F5-D978-8B2C-463C-55E5AFA9F131}"/>
                </a:ext>
              </a:extLst>
            </p:cNvPr>
            <p:cNvSpPr/>
            <p:nvPr/>
          </p:nvSpPr>
          <p:spPr>
            <a:xfrm rot="20493307">
              <a:off x="4681883" y="2827951"/>
              <a:ext cx="1262985" cy="35169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Tree>
    <p:extLst>
      <p:ext uri="{BB962C8B-B14F-4D97-AF65-F5344CB8AC3E}">
        <p14:creationId xmlns:p14="http://schemas.microsoft.com/office/powerpoint/2010/main" val="3900104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557CFFEC-0A62-FC92-4568-15239A124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25" y="3412277"/>
            <a:ext cx="8710246" cy="276468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C87E5F4A-289E-6FBA-81BE-C6BB140027A9}"/>
              </a:ext>
            </a:extLst>
          </p:cNvPr>
          <p:cNvSpPr>
            <a:spLocks noGrp="1"/>
          </p:cNvSpPr>
          <p:nvPr>
            <p:ph type="title"/>
          </p:nvPr>
        </p:nvSpPr>
        <p:spPr/>
        <p:txBody>
          <a:bodyPr/>
          <a:lstStyle/>
          <a:p>
            <a:r>
              <a:rPr kumimoji="1" lang="en-US" altLang="zh-TW" dirty="0"/>
              <a:t>Transformer</a:t>
            </a:r>
            <a:r>
              <a:rPr kumimoji="1" lang="zh-TW" altLang="en-US" dirty="0"/>
              <a:t> </a:t>
            </a:r>
            <a:r>
              <a:rPr kumimoji="1" lang="en-US" altLang="zh-TW" dirty="0"/>
              <a:t>-</a:t>
            </a:r>
            <a:r>
              <a:rPr kumimoji="1" lang="zh-TW" altLang="en-US" dirty="0"/>
              <a:t> </a:t>
            </a:r>
            <a:r>
              <a:rPr kumimoji="1" lang="en-US" altLang="zh-TW" dirty="0"/>
              <a:t>encoder</a:t>
            </a:r>
            <a:endParaRPr kumimoji="1" lang="zh-TW" altLang="en-US" dirty="0"/>
          </a:p>
        </p:txBody>
      </p:sp>
      <p:sp>
        <p:nvSpPr>
          <p:cNvPr id="3" name="內容版面配置區 2">
            <a:extLst>
              <a:ext uri="{FF2B5EF4-FFF2-40B4-BE49-F238E27FC236}">
                <a16:creationId xmlns:a16="http://schemas.microsoft.com/office/drawing/2014/main" id="{D2AEB8D2-78E3-4A21-53ED-1BBD86933EF5}"/>
              </a:ext>
            </a:extLst>
          </p:cNvPr>
          <p:cNvSpPr>
            <a:spLocks noGrp="1"/>
          </p:cNvSpPr>
          <p:nvPr>
            <p:ph idx="1"/>
          </p:nvPr>
        </p:nvSpPr>
        <p:spPr/>
        <p:txBody>
          <a:bodyPr/>
          <a:lstStyle/>
          <a:p>
            <a:r>
              <a:rPr kumimoji="1" lang="en-US" altLang="zh-TW" dirty="0"/>
              <a:t>Decoder</a:t>
            </a:r>
            <a:r>
              <a:rPr kumimoji="1" lang="zh-TW" altLang="en-US" dirty="0"/>
              <a:t>也都一樣有這些</a:t>
            </a:r>
            <a:r>
              <a:rPr kumimoji="1" lang="en-US" altLang="zh-TW" dirty="0"/>
              <a:t>layer</a:t>
            </a:r>
            <a:r>
              <a:rPr kumimoji="1" lang="zh-TW" altLang="en-US" dirty="0"/>
              <a:t>，但裡面加了一個</a:t>
            </a:r>
            <a:r>
              <a:rPr kumimoji="1" lang="en-US" altLang="zh-TW" dirty="0"/>
              <a:t>Encoder-Decoder</a:t>
            </a:r>
            <a:r>
              <a:rPr kumimoji="1" lang="zh-TW" altLang="en-US" dirty="0"/>
              <a:t> </a:t>
            </a:r>
            <a:r>
              <a:rPr kumimoji="1" lang="en-US" altLang="zh-TW" dirty="0"/>
              <a:t>Attention</a:t>
            </a:r>
            <a:r>
              <a:rPr kumimoji="1" lang="zh-TW" altLang="en-US" dirty="0"/>
              <a:t>，幫助</a:t>
            </a:r>
            <a:r>
              <a:rPr kumimoji="1" lang="en-US" altLang="zh-TW" dirty="0"/>
              <a:t>decoder</a:t>
            </a:r>
            <a:r>
              <a:rPr kumimoji="1" lang="zh-TW" altLang="en-US" dirty="0"/>
              <a:t>可以著重在跟輸入有相關的地方</a:t>
            </a:r>
            <a:r>
              <a:rPr kumimoji="1" lang="en" altLang="zh-TW" dirty="0"/>
              <a:t> (</a:t>
            </a:r>
            <a:r>
              <a:rPr kumimoji="1" lang="zh-TW" altLang="en" dirty="0"/>
              <a:t>就</a:t>
            </a:r>
            <a:r>
              <a:rPr kumimoji="1" lang="zh-TW" altLang="en-US" dirty="0"/>
              <a:t>像前面的</a:t>
            </a:r>
            <a:r>
              <a:rPr kumimoji="1" lang="en-US" altLang="zh-TW" dirty="0"/>
              <a:t>attention</a:t>
            </a:r>
            <a:r>
              <a:rPr kumimoji="1" lang="zh-TW" altLang="en-US" dirty="0"/>
              <a:t>在</a:t>
            </a:r>
            <a:r>
              <a:rPr kumimoji="1" lang="en-US" altLang="zh-TW" dirty="0"/>
              <a:t>seq2seq2</a:t>
            </a:r>
            <a:r>
              <a:rPr kumimoji="1" lang="zh-TW" altLang="en-US" dirty="0"/>
              <a:t>模型做的那樣</a:t>
            </a:r>
            <a:r>
              <a:rPr kumimoji="1" lang="en-US" altLang="zh-TW" dirty="0"/>
              <a:t>)</a:t>
            </a:r>
            <a:endParaRPr kumimoji="1" lang="en" altLang="zh-TW" dirty="0"/>
          </a:p>
          <a:p>
            <a:r>
              <a:rPr kumimoji="1" lang="en-US" altLang="zh-TW" dirty="0"/>
              <a:t>Encoder-Decoder</a:t>
            </a:r>
            <a:r>
              <a:rPr kumimoji="1" lang="zh-TW" altLang="en-US" dirty="0"/>
              <a:t> </a:t>
            </a:r>
            <a:r>
              <a:rPr kumimoji="1" lang="en-US" altLang="zh-TW" dirty="0"/>
              <a:t>attention</a:t>
            </a:r>
            <a:r>
              <a:rPr kumimoji="1" lang="zh-TW" altLang="en-US" dirty="0"/>
              <a:t>會接受</a:t>
            </a:r>
            <a:r>
              <a:rPr kumimoji="1" lang="en-US" altLang="zh-TW" dirty="0"/>
              <a:t>Encoder</a:t>
            </a:r>
            <a:r>
              <a:rPr kumimoji="1" lang="zh-TW" altLang="en-US" dirty="0"/>
              <a:t>的輸出做為它的輸入</a:t>
            </a:r>
          </a:p>
        </p:txBody>
      </p:sp>
    </p:spTree>
    <p:extLst>
      <p:ext uri="{BB962C8B-B14F-4D97-AF65-F5344CB8AC3E}">
        <p14:creationId xmlns:p14="http://schemas.microsoft.com/office/powerpoint/2010/main" val="2656138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055C74-E36E-7B88-5FD2-3C1686072D35}"/>
              </a:ext>
            </a:extLst>
          </p:cNvPr>
          <p:cNvSpPr>
            <a:spLocks noGrp="1"/>
          </p:cNvSpPr>
          <p:nvPr>
            <p:ph type="title"/>
          </p:nvPr>
        </p:nvSpPr>
        <p:spPr/>
        <p:txBody>
          <a:bodyPr/>
          <a:lstStyle/>
          <a:p>
            <a:r>
              <a:rPr kumimoji="1" lang="zh-TW" altLang="en-US" dirty="0"/>
              <a:t>圖</a:t>
            </a:r>
            <a:r>
              <a:rPr kumimoji="1" lang="zh-TW" altLang="en-US" sz="1200" dirty="0">
                <a:solidFill>
                  <a:schemeClr val="bg1">
                    <a:lumMod val="85000"/>
                  </a:schemeClr>
                </a:solidFill>
              </a:rPr>
              <a:t>卍</a:t>
            </a:r>
            <a:r>
              <a:rPr kumimoji="1" lang="zh-TW" altLang="en-US" dirty="0"/>
              <a:t>解</a:t>
            </a:r>
          </a:p>
        </p:txBody>
      </p:sp>
      <p:sp>
        <p:nvSpPr>
          <p:cNvPr id="3" name="內容版面配置區 2">
            <a:extLst>
              <a:ext uri="{FF2B5EF4-FFF2-40B4-BE49-F238E27FC236}">
                <a16:creationId xmlns:a16="http://schemas.microsoft.com/office/drawing/2014/main" id="{1090A525-4C19-D93F-E381-F7D2B6AE955C}"/>
              </a:ext>
            </a:extLst>
          </p:cNvPr>
          <p:cNvSpPr>
            <a:spLocks noGrp="1"/>
          </p:cNvSpPr>
          <p:nvPr>
            <p:ph idx="1"/>
          </p:nvPr>
        </p:nvSpPr>
        <p:spPr>
          <a:xfrm>
            <a:off x="838200" y="1825625"/>
            <a:ext cx="10515600" cy="4667250"/>
          </a:xfrm>
        </p:spPr>
        <p:txBody>
          <a:bodyPr>
            <a:normAutofit/>
          </a:bodyPr>
          <a:lstStyle/>
          <a:p>
            <a:r>
              <a:rPr kumimoji="1" lang="zh-TW" altLang="en-US" dirty="0"/>
              <a:t>先來個</a:t>
            </a:r>
            <a:r>
              <a:rPr kumimoji="1" lang="en-US" altLang="zh-TW" dirty="0"/>
              <a:t>word embedding</a:t>
            </a:r>
          </a:p>
          <a:p>
            <a:endParaRPr kumimoji="1" lang="en-US" altLang="zh-TW" dirty="0"/>
          </a:p>
          <a:p>
            <a:endParaRPr kumimoji="1" lang="en-US" altLang="zh-TW" dirty="0"/>
          </a:p>
          <a:p>
            <a:endParaRPr kumimoji="1" lang="en-US" altLang="zh-TW" dirty="0"/>
          </a:p>
          <a:p>
            <a:r>
              <a:rPr kumimoji="1" lang="en" altLang="zh-TW" dirty="0"/>
              <a:t>embedding </a:t>
            </a:r>
            <a:r>
              <a:rPr kumimoji="1" lang="zh-TW" altLang="en" dirty="0"/>
              <a:t>只</a:t>
            </a:r>
            <a:r>
              <a:rPr kumimoji="1" lang="zh-TW" altLang="en-US" dirty="0"/>
              <a:t>有在「最下面</a:t>
            </a:r>
            <a:r>
              <a:rPr kumimoji="1" lang="en-US" altLang="zh-TW" dirty="0"/>
              <a:t>(</a:t>
            </a:r>
            <a:r>
              <a:rPr kumimoji="1" lang="zh-TW" altLang="en-US" dirty="0"/>
              <a:t>第一層</a:t>
            </a:r>
            <a:r>
              <a:rPr kumimoji="1" lang="en-US" altLang="zh-TW" dirty="0"/>
              <a:t>)</a:t>
            </a:r>
            <a:r>
              <a:rPr kumimoji="1" lang="zh-TW" altLang="en-US" dirty="0"/>
              <a:t>」的</a:t>
            </a:r>
            <a:r>
              <a:rPr kumimoji="1" lang="en-US" altLang="zh-TW" dirty="0"/>
              <a:t>encoder</a:t>
            </a:r>
            <a:r>
              <a:rPr kumimoji="1" lang="zh-TW" altLang="en-US" dirty="0"/>
              <a:t>才會用到，它的作用是將輸入句子中的每個單詞轉換為一個向量，並將這些向量傳遞給上層的編碼器。</a:t>
            </a:r>
            <a:endParaRPr kumimoji="1" lang="en-US" altLang="zh-TW" dirty="0"/>
          </a:p>
          <a:p>
            <a:r>
              <a:rPr kumimoji="1" lang="zh-TW" altLang="en-US" dirty="0"/>
              <a:t>它是唯一一個使用單詞嵌入作為輸入的編碼器，其他編碼器的輸入是下層編碼器的輸出。</a:t>
            </a:r>
            <a:endParaRPr kumimoji="1" lang="en" altLang="zh-TW" dirty="0"/>
          </a:p>
        </p:txBody>
      </p:sp>
      <p:pic>
        <p:nvPicPr>
          <p:cNvPr id="8194" name="Picture 2">
            <a:extLst>
              <a:ext uri="{FF2B5EF4-FFF2-40B4-BE49-F238E27FC236}">
                <a16:creationId xmlns:a16="http://schemas.microsoft.com/office/drawing/2014/main" id="{C6736AF7-EE86-6C44-6C9B-7B96B86D97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885" y="2316773"/>
            <a:ext cx="1046480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115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7865DB-C316-ED01-12BC-1F1F530DE72E}"/>
              </a:ext>
            </a:extLst>
          </p:cNvPr>
          <p:cNvSpPr>
            <a:spLocks noGrp="1"/>
          </p:cNvSpPr>
          <p:nvPr>
            <p:ph type="title"/>
          </p:nvPr>
        </p:nvSpPr>
        <p:spPr/>
        <p:txBody>
          <a:bodyPr/>
          <a:lstStyle/>
          <a:p>
            <a:r>
              <a:rPr kumimoji="1" lang="en-US" altLang="zh-TW" dirty="0"/>
              <a:t>Encoders</a:t>
            </a:r>
            <a:endParaRPr kumimoji="1" lang="zh-TW" altLang="en-US" dirty="0"/>
          </a:p>
        </p:txBody>
      </p:sp>
      <p:sp>
        <p:nvSpPr>
          <p:cNvPr id="3" name="內容版面配置區 2">
            <a:extLst>
              <a:ext uri="{FF2B5EF4-FFF2-40B4-BE49-F238E27FC236}">
                <a16:creationId xmlns:a16="http://schemas.microsoft.com/office/drawing/2014/main" id="{C3F82A2E-5326-2CEB-AB33-6B20CA2F0569}"/>
              </a:ext>
            </a:extLst>
          </p:cNvPr>
          <p:cNvSpPr>
            <a:spLocks noGrp="1"/>
          </p:cNvSpPr>
          <p:nvPr>
            <p:ph idx="1"/>
          </p:nvPr>
        </p:nvSpPr>
        <p:spPr/>
        <p:txBody>
          <a:bodyPr>
            <a:normAutofit/>
          </a:bodyPr>
          <a:lstStyle/>
          <a:p>
            <a:r>
              <a:rPr kumimoji="1" lang="zh-TW" altLang="en-US" dirty="0"/>
              <a:t>所有編碼器的共同抽象是它們接收一系列大小為</a:t>
            </a:r>
            <a:r>
              <a:rPr kumimoji="1" lang="en-US" altLang="zh-TW" dirty="0"/>
              <a:t>512</a:t>
            </a:r>
            <a:r>
              <a:rPr kumimoji="1" lang="zh-TW" altLang="en-US" dirty="0"/>
              <a:t>的向量。</a:t>
            </a:r>
            <a:endParaRPr kumimoji="1" lang="en-US" altLang="zh-TW" dirty="0"/>
          </a:p>
          <a:p>
            <a:r>
              <a:rPr kumimoji="1" lang="zh-TW" altLang="en-US" dirty="0"/>
              <a:t>在最底層的編碼器中，這些向量是單詞嵌入</a:t>
            </a:r>
            <a:r>
              <a:rPr kumimoji="1" lang="en-US" altLang="zh-TW" dirty="0"/>
              <a:t>(word</a:t>
            </a:r>
            <a:r>
              <a:rPr kumimoji="1" lang="zh-TW" altLang="en-US" dirty="0"/>
              <a:t> </a:t>
            </a:r>
            <a:r>
              <a:rPr kumimoji="1" lang="en-US" altLang="zh-TW" dirty="0"/>
              <a:t>embeddings)</a:t>
            </a:r>
          </a:p>
          <a:p>
            <a:r>
              <a:rPr kumimoji="1" lang="zh-TW" altLang="en-US" dirty="0"/>
              <a:t>在其他編碼器中，則是直接下方編碼器的輸出。</a:t>
            </a:r>
            <a:endParaRPr kumimoji="1" lang="en-US" altLang="zh-TW" dirty="0"/>
          </a:p>
          <a:p>
            <a:r>
              <a:rPr kumimoji="1" lang="zh-TW" altLang="en-US" dirty="0"/>
              <a:t>這個列表的大小是可以設定的超參數，基本上它會是訓練數據集中最長句子的長度。</a:t>
            </a:r>
            <a:endParaRPr kumimoji="1" lang="en-US" altLang="zh-TW" dirty="0"/>
          </a:p>
          <a:p>
            <a:pPr lvl="1"/>
            <a:r>
              <a:rPr kumimoji="1" lang="zh-TW" altLang="en-US" dirty="0"/>
              <a:t>如果訓練資料集中最長的句子有</a:t>
            </a:r>
            <a:r>
              <a:rPr kumimoji="1" lang="en-US" altLang="zh-TW" dirty="0"/>
              <a:t>50</a:t>
            </a:r>
            <a:r>
              <a:rPr kumimoji="1" lang="zh-TW" altLang="en-US" dirty="0"/>
              <a:t>個詞，那麼每個編碼器將處理一個包含</a:t>
            </a:r>
            <a:r>
              <a:rPr kumimoji="1" lang="en-US" altLang="zh-TW" dirty="0"/>
              <a:t>50</a:t>
            </a:r>
            <a:r>
              <a:rPr kumimoji="1" lang="zh-TW" altLang="en-US" dirty="0"/>
              <a:t>個向量的列表，每個向量的大小都是</a:t>
            </a:r>
            <a:r>
              <a:rPr kumimoji="1" lang="en-US" altLang="zh-TW" dirty="0"/>
              <a:t>512</a:t>
            </a:r>
            <a:r>
              <a:rPr kumimoji="1" lang="zh-TW" altLang="en-US" dirty="0"/>
              <a:t>。</a:t>
            </a:r>
          </a:p>
          <a:p>
            <a:endParaRPr kumimoji="1" lang="zh-TW" altLang="en-US" dirty="0"/>
          </a:p>
        </p:txBody>
      </p:sp>
    </p:spTree>
    <p:extLst>
      <p:ext uri="{BB962C8B-B14F-4D97-AF65-F5344CB8AC3E}">
        <p14:creationId xmlns:p14="http://schemas.microsoft.com/office/powerpoint/2010/main" val="1585709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546F00-44CC-851D-59AD-D2E5DF935B9A}"/>
              </a:ext>
            </a:extLst>
          </p:cNvPr>
          <p:cNvSpPr>
            <a:spLocks noGrp="1"/>
          </p:cNvSpPr>
          <p:nvPr>
            <p:ph type="title"/>
          </p:nvPr>
        </p:nvSpPr>
        <p:spPr/>
        <p:txBody>
          <a:bodyPr/>
          <a:lstStyle/>
          <a:p>
            <a:r>
              <a:rPr kumimoji="1" lang="en" altLang="zh-TW" dirty="0"/>
              <a:t>Bringing The Tensors Into The Picture</a:t>
            </a:r>
            <a:endParaRPr kumimoji="1" lang="zh-TW" altLang="en-US" dirty="0"/>
          </a:p>
        </p:txBody>
      </p:sp>
      <p:sp>
        <p:nvSpPr>
          <p:cNvPr id="3" name="內容版面配置區 2">
            <a:extLst>
              <a:ext uri="{FF2B5EF4-FFF2-40B4-BE49-F238E27FC236}">
                <a16:creationId xmlns:a16="http://schemas.microsoft.com/office/drawing/2014/main" id="{B75F8958-F81D-B3FA-A4B6-1FC0C6D11EAB}"/>
              </a:ext>
            </a:extLst>
          </p:cNvPr>
          <p:cNvSpPr>
            <a:spLocks noGrp="1"/>
          </p:cNvSpPr>
          <p:nvPr>
            <p:ph idx="1"/>
          </p:nvPr>
        </p:nvSpPr>
        <p:spPr/>
        <p:txBody>
          <a:bodyPr/>
          <a:lstStyle/>
          <a:p>
            <a:r>
              <a:rPr kumimoji="1" lang="zh-TW" altLang="en" dirty="0"/>
              <a:t>在</a:t>
            </a:r>
            <a:r>
              <a:rPr kumimoji="1" lang="zh-TW" altLang="en-US" dirty="0"/>
              <a:t>輸入的序列透過</a:t>
            </a:r>
            <a:r>
              <a:rPr kumimoji="1" lang="en-US" altLang="zh-TW" dirty="0"/>
              <a:t>word</a:t>
            </a:r>
            <a:r>
              <a:rPr kumimoji="1" lang="zh-TW" altLang="en-US" dirty="0"/>
              <a:t> </a:t>
            </a:r>
            <a:r>
              <a:rPr kumimoji="1" lang="en-US" altLang="zh-TW" dirty="0"/>
              <a:t>embeddings</a:t>
            </a:r>
            <a:r>
              <a:rPr kumimoji="1" lang="zh-TW" altLang="en-US" dirty="0"/>
              <a:t>後，每一個都是執行像下圖的</a:t>
            </a:r>
            <a:r>
              <a:rPr kumimoji="1" lang="en-US" altLang="zh-TW" dirty="0"/>
              <a:t>Encoder</a:t>
            </a:r>
            <a:r>
              <a:rPr kumimoji="1" lang="zh-TW" altLang="en-US" dirty="0"/>
              <a:t>中兩層</a:t>
            </a:r>
            <a:r>
              <a:rPr kumimoji="1" lang="en-US" altLang="zh-TW" dirty="0"/>
              <a:t>layer</a:t>
            </a:r>
            <a:r>
              <a:rPr kumimoji="1" lang="zh-TW" altLang="en-US" dirty="0"/>
              <a:t>的計算</a:t>
            </a:r>
          </a:p>
        </p:txBody>
      </p:sp>
      <p:pic>
        <p:nvPicPr>
          <p:cNvPr id="9218" name="Picture 2">
            <a:extLst>
              <a:ext uri="{FF2B5EF4-FFF2-40B4-BE49-F238E27FC236}">
                <a16:creationId xmlns:a16="http://schemas.microsoft.com/office/drawing/2014/main" id="{C80378EF-C54E-BB7D-6A1E-C9E08089C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833" y="2814361"/>
            <a:ext cx="5734905" cy="3678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658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D829C7-58DE-5CFF-39F6-8FDD3844404A}"/>
              </a:ext>
            </a:extLst>
          </p:cNvPr>
          <p:cNvSpPr>
            <a:spLocks noGrp="1"/>
          </p:cNvSpPr>
          <p:nvPr>
            <p:ph type="title"/>
          </p:nvPr>
        </p:nvSpPr>
        <p:spPr/>
        <p:txBody>
          <a:bodyPr/>
          <a:lstStyle/>
          <a:p>
            <a:r>
              <a:rPr kumimoji="1" lang="en" altLang="zh-TW" dirty="0"/>
              <a:t>Bringing The Tensors Into The Picture</a:t>
            </a:r>
            <a:endParaRPr kumimoji="1" lang="zh-TW" altLang="en-US" dirty="0"/>
          </a:p>
        </p:txBody>
      </p:sp>
      <p:sp>
        <p:nvSpPr>
          <p:cNvPr id="3" name="內容版面配置區 2">
            <a:extLst>
              <a:ext uri="{FF2B5EF4-FFF2-40B4-BE49-F238E27FC236}">
                <a16:creationId xmlns:a16="http://schemas.microsoft.com/office/drawing/2014/main" id="{84303BB1-A052-86A6-F87C-299A20E3A44B}"/>
              </a:ext>
            </a:extLst>
          </p:cNvPr>
          <p:cNvSpPr>
            <a:spLocks noGrp="1"/>
          </p:cNvSpPr>
          <p:nvPr>
            <p:ph idx="1"/>
          </p:nvPr>
        </p:nvSpPr>
        <p:spPr>
          <a:xfrm>
            <a:off x="838200" y="1825625"/>
            <a:ext cx="10515600" cy="1849560"/>
          </a:xfrm>
        </p:spPr>
        <p:txBody>
          <a:bodyPr/>
          <a:lstStyle/>
          <a:p>
            <a:pPr>
              <a:lnSpc>
                <a:spcPct val="100000"/>
              </a:lnSpc>
              <a:spcBef>
                <a:spcPts val="0"/>
              </a:spcBef>
            </a:pPr>
            <a:r>
              <a:rPr kumimoji="1" lang="zh-TW" altLang="en-US" dirty="0"/>
              <a:t>這邊可以看到 </a:t>
            </a:r>
            <a:r>
              <a:rPr kumimoji="1" lang="en" altLang="zh-TW" dirty="0"/>
              <a:t>Transformer </a:t>
            </a:r>
            <a:r>
              <a:rPr kumimoji="1" lang="zh-TW" altLang="en-US" dirty="0"/>
              <a:t>的一個關鍵屬性，即每個位置的單詞在編碼器中流過自己的路徑。</a:t>
            </a:r>
            <a:r>
              <a:rPr kumimoji="1" lang="en-US" altLang="zh-TW" dirty="0"/>
              <a:t>Self-attention</a:t>
            </a:r>
            <a:r>
              <a:rPr kumimoji="1" lang="zh-TW" altLang="en-US" dirty="0"/>
              <a:t>層中的這些路徑之間存在依賴關係。然而，前饋層沒有這些依賴關係，因此各種路徑可以在流經前饋層時平行計算。</a:t>
            </a:r>
            <a:endParaRPr kumimoji="1" lang="en-US" altLang="zh-TW" dirty="0"/>
          </a:p>
        </p:txBody>
      </p:sp>
      <p:pic>
        <p:nvPicPr>
          <p:cNvPr id="10242" name="Picture 2">
            <a:extLst>
              <a:ext uri="{FF2B5EF4-FFF2-40B4-BE49-F238E27FC236}">
                <a16:creationId xmlns:a16="http://schemas.microsoft.com/office/drawing/2014/main" id="{C9200595-5A03-04FC-952B-CA66AE7E10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1968" y="3429000"/>
            <a:ext cx="5119015" cy="3112476"/>
          </a:xfrm>
          <a:prstGeom prst="rect">
            <a:avLst/>
          </a:prstGeom>
          <a:noFill/>
          <a:extLst>
            <a:ext uri="{909E8E84-426E-40DD-AFC4-6F175D3DCCD1}">
              <a14:hiddenFill xmlns:a14="http://schemas.microsoft.com/office/drawing/2010/main">
                <a:solidFill>
                  <a:srgbClr val="FFFFFF"/>
                </a:solidFill>
              </a14:hiddenFill>
            </a:ext>
          </a:extLst>
        </p:spPr>
      </p:pic>
      <p:sp>
        <p:nvSpPr>
          <p:cNvPr id="4" name="內容版面配置區 2">
            <a:extLst>
              <a:ext uri="{FF2B5EF4-FFF2-40B4-BE49-F238E27FC236}">
                <a16:creationId xmlns:a16="http://schemas.microsoft.com/office/drawing/2014/main" id="{5881263D-7DD3-0C42-916C-661B727E631C}"/>
              </a:ext>
            </a:extLst>
          </p:cNvPr>
          <p:cNvSpPr txBox="1">
            <a:spLocks/>
          </p:cNvSpPr>
          <p:nvPr/>
        </p:nvSpPr>
        <p:spPr>
          <a:xfrm>
            <a:off x="838200" y="3675185"/>
            <a:ext cx="5121834" cy="28176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ts val="0"/>
              </a:spcBef>
            </a:pPr>
            <a:r>
              <a:rPr kumimoji="1" lang="zh-TW" altLang="en-US" dirty="0"/>
              <a:t>編碼器接收一個向量列表作為輸入。它通過將這些向量傳遞到</a:t>
            </a:r>
            <a:r>
              <a:rPr kumimoji="1" lang="en-US" altLang="zh-TW" dirty="0"/>
              <a:t>self-attention</a:t>
            </a:r>
            <a:r>
              <a:rPr kumimoji="1" lang="zh-TW" altLang="en-US" dirty="0"/>
              <a:t>層來處理此列表，然後傳遞到前饋神經網絡，然後將輸出向上發送到下一個編碼器。</a:t>
            </a:r>
          </a:p>
        </p:txBody>
      </p:sp>
    </p:spTree>
    <p:extLst>
      <p:ext uri="{BB962C8B-B14F-4D97-AF65-F5344CB8AC3E}">
        <p14:creationId xmlns:p14="http://schemas.microsoft.com/office/powerpoint/2010/main" val="2448715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A6B585-6A09-D577-5018-BABCDCB3CD90}"/>
              </a:ext>
            </a:extLst>
          </p:cNvPr>
          <p:cNvSpPr>
            <a:spLocks noGrp="1"/>
          </p:cNvSpPr>
          <p:nvPr>
            <p:ph type="title"/>
          </p:nvPr>
        </p:nvSpPr>
        <p:spPr/>
        <p:txBody>
          <a:bodyPr/>
          <a:lstStyle/>
          <a:p>
            <a:r>
              <a:rPr kumimoji="1" lang="en" altLang="zh-TW" dirty="0"/>
              <a:t>Self-Attention at a High Level</a:t>
            </a:r>
            <a:endParaRPr kumimoji="1" lang="zh-TW" altLang="en-US" dirty="0"/>
          </a:p>
        </p:txBody>
      </p:sp>
      <p:sp>
        <p:nvSpPr>
          <p:cNvPr id="3" name="內容版面配置區 2">
            <a:extLst>
              <a:ext uri="{FF2B5EF4-FFF2-40B4-BE49-F238E27FC236}">
                <a16:creationId xmlns:a16="http://schemas.microsoft.com/office/drawing/2014/main" id="{FC80812D-021F-C194-700F-3DB578EF9B2B}"/>
              </a:ext>
            </a:extLst>
          </p:cNvPr>
          <p:cNvSpPr>
            <a:spLocks noGrp="1"/>
          </p:cNvSpPr>
          <p:nvPr>
            <p:ph idx="1"/>
          </p:nvPr>
        </p:nvSpPr>
        <p:spPr>
          <a:xfrm>
            <a:off x="838200" y="1825625"/>
            <a:ext cx="10515600" cy="4540006"/>
          </a:xfrm>
        </p:spPr>
        <p:txBody>
          <a:bodyPr>
            <a:normAutofit/>
          </a:bodyPr>
          <a:lstStyle/>
          <a:p>
            <a:r>
              <a:rPr kumimoji="1" lang="zh-TW" altLang="en-US" dirty="0"/>
              <a:t>假設下面的句子是我們要翻譯的輸入句子：</a:t>
            </a:r>
            <a:endParaRPr kumimoji="1" lang="en-US" altLang="zh-TW" dirty="0"/>
          </a:p>
          <a:p>
            <a:pPr marL="0" indent="0" algn="ctr">
              <a:buNone/>
            </a:pPr>
            <a:r>
              <a:rPr lang="en" altLang="zh-TW" b="0" i="0" dirty="0">
                <a:solidFill>
                  <a:srgbClr val="222222"/>
                </a:solidFill>
                <a:effectLst/>
                <a:latin typeface="Helvetica" pitchFamily="2" charset="0"/>
              </a:rPr>
              <a:t>” </a:t>
            </a:r>
            <a:r>
              <a:rPr lang="en" altLang="zh-TW" dirty="0"/>
              <a:t>The animal didn't cross the street because it was too tired</a:t>
            </a:r>
            <a:r>
              <a:rPr lang="en" altLang="zh-TW" b="0" i="0" dirty="0">
                <a:solidFill>
                  <a:srgbClr val="222222"/>
                </a:solidFill>
                <a:effectLst/>
                <a:latin typeface="Helvetica" pitchFamily="2" charset="0"/>
              </a:rPr>
              <a:t>“</a:t>
            </a:r>
            <a:endParaRPr kumimoji="1" lang="en-US" altLang="zh-TW" b="0" i="0" dirty="0">
              <a:solidFill>
                <a:srgbClr val="222222"/>
              </a:solidFill>
              <a:effectLst/>
              <a:latin typeface="Helvetica" pitchFamily="2" charset="0"/>
            </a:endParaRPr>
          </a:p>
          <a:p>
            <a:r>
              <a:rPr kumimoji="1" lang="zh-TW" altLang="en" dirty="0"/>
              <a:t>注</a:t>
            </a:r>
            <a:r>
              <a:rPr kumimoji="1" lang="zh-TW" altLang="en-US" dirty="0"/>
              <a:t>意：</a:t>
            </a:r>
            <a:r>
              <a:rPr kumimoji="1" lang="en-US" altLang="zh-TW" dirty="0"/>
              <a:t>it</a:t>
            </a:r>
            <a:r>
              <a:rPr kumimoji="1" lang="zh-TW" altLang="en-US" dirty="0"/>
              <a:t>在這段話中指的是什麼？是</a:t>
            </a:r>
            <a:r>
              <a:rPr kumimoji="1" lang="en-US" altLang="zh-TW" dirty="0"/>
              <a:t>street</a:t>
            </a:r>
            <a:r>
              <a:rPr kumimoji="1" lang="zh-TW" altLang="en-US" dirty="0"/>
              <a:t>還是</a:t>
            </a:r>
            <a:r>
              <a:rPr kumimoji="1" lang="en-US" altLang="zh-TW" dirty="0"/>
              <a:t>animal</a:t>
            </a:r>
            <a:r>
              <a:rPr kumimoji="1" lang="zh-TW" altLang="en-US" dirty="0"/>
              <a:t>？</a:t>
            </a:r>
            <a:r>
              <a:rPr kumimoji="1" lang="en" altLang="zh-TW" dirty="0"/>
              <a:t> </a:t>
            </a:r>
          </a:p>
          <a:p>
            <a:pPr lvl="1"/>
            <a:r>
              <a:rPr kumimoji="1" lang="en" altLang="zh-TW" dirty="0"/>
              <a:t>It’s a simple question to a human, but not as simple to an algorithm.</a:t>
            </a:r>
          </a:p>
          <a:p>
            <a:r>
              <a:rPr kumimoji="1" lang="zh-TW" altLang="en-US" dirty="0"/>
              <a:t>當模型處理“</a:t>
            </a:r>
            <a:r>
              <a:rPr kumimoji="1" lang="en" altLang="zh-TW" dirty="0"/>
              <a:t>it”</a:t>
            </a:r>
            <a:r>
              <a:rPr kumimoji="1" lang="zh-TW" altLang="en-US" dirty="0"/>
              <a:t>這個詞時，</a:t>
            </a:r>
            <a:r>
              <a:rPr kumimoji="1" lang="en" altLang="zh-TW" dirty="0"/>
              <a:t>self-attention </a:t>
            </a:r>
            <a:r>
              <a:rPr kumimoji="1" lang="zh-TW" altLang="en-US" dirty="0"/>
              <a:t>允許它把“</a:t>
            </a:r>
            <a:r>
              <a:rPr kumimoji="1" lang="en" altLang="zh-TW" dirty="0"/>
              <a:t>it”</a:t>
            </a:r>
            <a:r>
              <a:rPr kumimoji="1" lang="zh-TW" altLang="en-US" dirty="0"/>
              <a:t>和“</a:t>
            </a:r>
            <a:r>
              <a:rPr kumimoji="1" lang="en" altLang="zh-TW" dirty="0"/>
              <a:t>animal”</a:t>
            </a:r>
            <a:r>
              <a:rPr kumimoji="1" lang="zh-TW" altLang="en-US" dirty="0"/>
              <a:t>聯繫起來。</a:t>
            </a:r>
            <a:endParaRPr kumimoji="1" lang="en" altLang="zh-TW" dirty="0"/>
          </a:p>
          <a:p>
            <a:r>
              <a:rPr kumimoji="1" lang="zh-TW" altLang="en-US" dirty="0"/>
              <a:t>當模型處理每個單詞（輸入序列中的每個位置）時，</a:t>
            </a:r>
            <a:r>
              <a:rPr kumimoji="1" lang="en-US" altLang="zh-TW" dirty="0"/>
              <a:t>self-attention</a:t>
            </a:r>
            <a:r>
              <a:rPr kumimoji="1" lang="zh-TW" altLang="en-US" dirty="0"/>
              <a:t>允許它查看輸入序列中的</a:t>
            </a:r>
            <a:r>
              <a:rPr kumimoji="1" lang="zh-TW" altLang="en-US" b="1" u="sng" dirty="0"/>
              <a:t>其他位置</a:t>
            </a:r>
            <a:r>
              <a:rPr kumimoji="1" lang="zh-TW" altLang="en-US" dirty="0"/>
              <a:t>以尋找有助於更好地編碼該單詞的線索。</a:t>
            </a:r>
          </a:p>
        </p:txBody>
      </p:sp>
    </p:spTree>
    <p:extLst>
      <p:ext uri="{BB962C8B-B14F-4D97-AF65-F5344CB8AC3E}">
        <p14:creationId xmlns:p14="http://schemas.microsoft.com/office/powerpoint/2010/main" val="3207571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53ABBF-4D21-0E58-1AB7-3472DEABF10E}"/>
              </a:ext>
            </a:extLst>
          </p:cNvPr>
          <p:cNvSpPr>
            <a:spLocks noGrp="1"/>
          </p:cNvSpPr>
          <p:nvPr>
            <p:ph type="title"/>
          </p:nvPr>
        </p:nvSpPr>
        <p:spPr/>
        <p:txBody>
          <a:bodyPr/>
          <a:lstStyle/>
          <a:p>
            <a:r>
              <a:rPr kumimoji="1" lang="en" altLang="zh-TW" dirty="0"/>
              <a:t>Self-Attention at a High Level</a:t>
            </a:r>
            <a:endParaRPr kumimoji="1" lang="zh-TW" altLang="en-US" dirty="0"/>
          </a:p>
        </p:txBody>
      </p:sp>
      <p:sp>
        <p:nvSpPr>
          <p:cNvPr id="3" name="內容版面配置區 2">
            <a:extLst>
              <a:ext uri="{FF2B5EF4-FFF2-40B4-BE49-F238E27FC236}">
                <a16:creationId xmlns:a16="http://schemas.microsoft.com/office/drawing/2014/main" id="{320CA369-F855-90A5-DB7D-5ECB316EE7F0}"/>
              </a:ext>
            </a:extLst>
          </p:cNvPr>
          <p:cNvSpPr>
            <a:spLocks noGrp="1"/>
          </p:cNvSpPr>
          <p:nvPr>
            <p:ph idx="1"/>
          </p:nvPr>
        </p:nvSpPr>
        <p:spPr>
          <a:xfrm>
            <a:off x="838200" y="1825625"/>
            <a:ext cx="10515600" cy="1603375"/>
          </a:xfrm>
        </p:spPr>
        <p:txBody>
          <a:bodyPr>
            <a:normAutofit lnSpcReduction="10000"/>
          </a:bodyPr>
          <a:lstStyle/>
          <a:p>
            <a:r>
              <a:rPr kumimoji="1" lang="zh-TW" altLang="en" dirty="0"/>
              <a:t>回</a:t>
            </a:r>
            <a:r>
              <a:rPr kumimoji="1" lang="zh-TW" altLang="en-US" dirty="0"/>
              <a:t>憶一下</a:t>
            </a:r>
            <a:r>
              <a:rPr kumimoji="1" lang="en" altLang="zh-TW" dirty="0"/>
              <a:t>RNNs, RNN </a:t>
            </a:r>
            <a:r>
              <a:rPr kumimoji="1" lang="zh-TW" altLang="en-US" dirty="0"/>
              <a:t>通過維持一個隱藏狀態，將之前處理過的單詞</a:t>
            </a:r>
            <a:r>
              <a:rPr kumimoji="1" lang="en-US" altLang="zh-TW" dirty="0"/>
              <a:t>/</a:t>
            </a:r>
            <a:r>
              <a:rPr kumimoji="1" lang="zh-TW" altLang="en-US" dirty="0"/>
              <a:t>向量的表示與當前正在處理的單詞</a:t>
            </a:r>
            <a:r>
              <a:rPr kumimoji="1" lang="en-US" altLang="zh-TW" dirty="0"/>
              <a:t>/</a:t>
            </a:r>
            <a:r>
              <a:rPr kumimoji="1" lang="zh-TW" altLang="en-US" dirty="0"/>
              <a:t>向量結合起來。這樣可以讓 </a:t>
            </a:r>
            <a:r>
              <a:rPr kumimoji="1" lang="en" altLang="zh-TW" dirty="0"/>
              <a:t>RNN </a:t>
            </a:r>
            <a:r>
              <a:rPr kumimoji="1" lang="zh-TW" altLang="en-US" dirty="0"/>
              <a:t>記住上下文信息，並根據</a:t>
            </a:r>
            <a:br>
              <a:rPr kumimoji="1" lang="en-US" altLang="zh-TW" dirty="0"/>
            </a:br>
            <a:r>
              <a:rPr kumimoji="1" lang="zh-TW" altLang="en-US" dirty="0"/>
              <a:t>前後關係編碼每個單詞。</a:t>
            </a:r>
            <a:r>
              <a:rPr kumimoji="1" lang="en" altLang="zh-TW" dirty="0"/>
              <a:t>. </a:t>
            </a:r>
          </a:p>
        </p:txBody>
      </p:sp>
      <p:pic>
        <p:nvPicPr>
          <p:cNvPr id="11266" name="Picture 2">
            <a:extLst>
              <a:ext uri="{FF2B5EF4-FFF2-40B4-BE49-F238E27FC236}">
                <a16:creationId xmlns:a16="http://schemas.microsoft.com/office/drawing/2014/main" id="{2E438471-C533-488E-CEF1-EFF1A3DE8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625" y="2632707"/>
            <a:ext cx="3809267" cy="360006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內容版面配置區 2">
            <a:extLst>
              <a:ext uri="{FF2B5EF4-FFF2-40B4-BE49-F238E27FC236}">
                <a16:creationId xmlns:a16="http://schemas.microsoft.com/office/drawing/2014/main" id="{948730C3-3726-8A7B-6066-5B6852E01B6F}"/>
              </a:ext>
            </a:extLst>
          </p:cNvPr>
          <p:cNvSpPr txBox="1">
            <a:spLocks/>
          </p:cNvSpPr>
          <p:nvPr/>
        </p:nvSpPr>
        <p:spPr>
          <a:xfrm>
            <a:off x="838200" y="3429000"/>
            <a:ext cx="5606562" cy="24955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 altLang="zh-TW" dirty="0"/>
              <a:t>Transformer </a:t>
            </a:r>
            <a:r>
              <a:rPr kumimoji="1" lang="zh-TW" altLang="en-US" dirty="0"/>
              <a:t>則使用自注意力機制，讓模型在編碼一個單詞時，可以關注輸入序列中的其他相關單詞。這樣可以讓 </a:t>
            </a:r>
            <a:r>
              <a:rPr kumimoji="1" lang="en" altLang="zh-TW" dirty="0"/>
              <a:t>Transformer </a:t>
            </a:r>
            <a:r>
              <a:rPr kumimoji="1" lang="zh-TW" altLang="en-US" dirty="0"/>
              <a:t>獲得更全面的語義理解，並根據關聯性編碼每個單詞。</a:t>
            </a:r>
          </a:p>
        </p:txBody>
      </p:sp>
      <p:sp>
        <p:nvSpPr>
          <p:cNvPr id="6" name="文字方塊 5">
            <a:extLst>
              <a:ext uri="{FF2B5EF4-FFF2-40B4-BE49-F238E27FC236}">
                <a16:creationId xmlns:a16="http://schemas.microsoft.com/office/drawing/2014/main" id="{9C6900D5-F7D5-B7A9-6A32-AB43E5D31FC1}"/>
              </a:ext>
            </a:extLst>
          </p:cNvPr>
          <p:cNvSpPr txBox="1"/>
          <p:nvPr/>
        </p:nvSpPr>
        <p:spPr>
          <a:xfrm>
            <a:off x="991333" y="6075347"/>
            <a:ext cx="10060598" cy="646331"/>
          </a:xfrm>
          <a:prstGeom prst="rect">
            <a:avLst/>
          </a:prstGeom>
          <a:noFill/>
        </p:spPr>
        <p:txBody>
          <a:bodyPr wrap="square">
            <a:spAutoFit/>
          </a:bodyPr>
          <a:lstStyle/>
          <a:p>
            <a:r>
              <a:rPr lang="zh-TW" altLang="en-US" dirty="0">
                <a:hlinkClick r:id="rId3"/>
              </a:rPr>
              <a:t>https://colab.research.google.com/github/tensorflow/tensor2tensor/blob/master/tensor2tensor/notebooks/hello_t2t.ipynb#scrollTo=OJKU36QAfqOC</a:t>
            </a:r>
            <a:endParaRPr lang="en-US" altLang="zh-TW" dirty="0"/>
          </a:p>
        </p:txBody>
      </p:sp>
    </p:spTree>
    <p:extLst>
      <p:ext uri="{BB962C8B-B14F-4D97-AF65-F5344CB8AC3E}">
        <p14:creationId xmlns:p14="http://schemas.microsoft.com/office/powerpoint/2010/main" val="1910124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4F5233-E7DB-2C09-3617-D1EAACDC9705}"/>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2FE01CEA-CDF1-E35C-DE23-A923E28505EA}"/>
              </a:ext>
            </a:extLst>
          </p:cNvPr>
          <p:cNvSpPr>
            <a:spLocks noGrp="1"/>
          </p:cNvSpPr>
          <p:nvPr>
            <p:ph idx="1"/>
          </p:nvPr>
        </p:nvSpPr>
        <p:spPr>
          <a:xfrm>
            <a:off x="838200" y="1825624"/>
            <a:ext cx="10515600" cy="4513629"/>
          </a:xfrm>
        </p:spPr>
        <p:txBody>
          <a:bodyPr>
            <a:normAutofit/>
          </a:bodyPr>
          <a:lstStyle/>
          <a:p>
            <a:r>
              <a:rPr lang="zh-TW" altLang="en-US" b="0" i="0" dirty="0">
                <a:solidFill>
                  <a:srgbClr val="222222"/>
                </a:solidFill>
                <a:effectLst/>
                <a:latin typeface="Helvetica" pitchFamily="2" charset="0"/>
              </a:rPr>
              <a:t>瞭解如何使用</a:t>
            </a:r>
            <a:r>
              <a:rPr lang="en-US" altLang="zh-TW" b="0" i="0" dirty="0">
                <a:solidFill>
                  <a:srgbClr val="222222"/>
                </a:solidFill>
                <a:effectLst/>
                <a:latin typeface="Helvetica" pitchFamily="2" charset="0"/>
              </a:rPr>
              <a:t>vectors</a:t>
            </a:r>
            <a:r>
              <a:rPr lang="zh-TW" altLang="en-US" b="0" i="0" dirty="0">
                <a:solidFill>
                  <a:srgbClr val="222222"/>
                </a:solidFill>
                <a:effectLst/>
                <a:latin typeface="Helvetica" pitchFamily="2" charset="0"/>
              </a:rPr>
              <a:t>計算</a:t>
            </a:r>
            <a:r>
              <a:rPr lang="en-US" altLang="zh-TW" b="0" i="0" dirty="0">
                <a:solidFill>
                  <a:srgbClr val="222222"/>
                </a:solidFill>
                <a:effectLst/>
                <a:latin typeface="Helvetica" pitchFamily="2" charset="0"/>
              </a:rPr>
              <a:t>self-attention</a:t>
            </a:r>
            <a:r>
              <a:rPr lang="zh-TW" altLang="en-US" b="0" i="0" dirty="0">
                <a:solidFill>
                  <a:srgbClr val="222222"/>
                </a:solidFill>
                <a:effectLst/>
                <a:latin typeface="Helvetica" pitchFamily="2" charset="0"/>
              </a:rPr>
              <a:t>，然後如何使用矩陣</a:t>
            </a:r>
            <a:endParaRPr lang="en-US" altLang="zh-TW" b="0" i="0" dirty="0">
              <a:solidFill>
                <a:srgbClr val="222222"/>
              </a:solidFill>
              <a:effectLst/>
              <a:latin typeface="Helvetica" pitchFamily="2" charset="0"/>
            </a:endParaRPr>
          </a:p>
          <a:p>
            <a:r>
              <a:rPr kumimoji="1" lang="zh-TW" altLang="en-US" dirty="0"/>
              <a:t>計算</a:t>
            </a:r>
            <a:r>
              <a:rPr lang="en-US" altLang="zh-TW" b="0" i="0" dirty="0">
                <a:solidFill>
                  <a:srgbClr val="222222"/>
                </a:solidFill>
                <a:effectLst/>
                <a:latin typeface="Helvetica" pitchFamily="2" charset="0"/>
              </a:rPr>
              <a:t>self-attention</a:t>
            </a:r>
            <a:r>
              <a:rPr kumimoji="1" lang="zh-TW" altLang="en-US" dirty="0"/>
              <a:t>的</a:t>
            </a:r>
            <a:r>
              <a:rPr kumimoji="1" lang="zh-TW" altLang="en-US" u="sng" dirty="0"/>
              <a:t>第一步</a:t>
            </a:r>
            <a:r>
              <a:rPr kumimoji="1" lang="zh-TW" altLang="en-US" dirty="0"/>
              <a:t>是從每個編碼器的輸入向量（</a:t>
            </a:r>
            <a:r>
              <a:rPr kumimoji="1" lang="en-US" altLang="zh-TW" dirty="0"/>
              <a:t>the embedding of each word</a:t>
            </a:r>
            <a:r>
              <a:rPr kumimoji="1" lang="zh-TW" altLang="en-US" dirty="0"/>
              <a:t>）創建三個向量</a:t>
            </a:r>
            <a:r>
              <a:rPr kumimoji="1" lang="en-US" altLang="zh-TW" dirty="0"/>
              <a:t>(Q, K, V)</a:t>
            </a:r>
            <a:r>
              <a:rPr kumimoji="1" lang="zh-TW" altLang="en-US" dirty="0"/>
              <a:t>。</a:t>
            </a:r>
            <a:endParaRPr kumimoji="1" lang="en-US" altLang="zh-TW" dirty="0"/>
          </a:p>
          <a:p>
            <a:r>
              <a:rPr kumimoji="1" lang="zh-TW" altLang="en-US" dirty="0"/>
              <a:t>對於每個單詞創建一個</a:t>
            </a:r>
            <a:r>
              <a:rPr kumimoji="1" lang="en-US" altLang="zh-TW" dirty="0"/>
              <a:t>Query vector</a:t>
            </a:r>
            <a:r>
              <a:rPr kumimoji="1" lang="zh-TW" altLang="en-US" dirty="0"/>
              <a:t>、一個</a:t>
            </a:r>
            <a:r>
              <a:rPr kumimoji="1" lang="en-US" altLang="zh-TW" dirty="0"/>
              <a:t>Key vector</a:t>
            </a:r>
            <a:r>
              <a:rPr kumimoji="1" lang="zh-TW" altLang="en-US" dirty="0"/>
              <a:t>和一個</a:t>
            </a:r>
            <a:r>
              <a:rPr kumimoji="1" lang="en-US" altLang="zh-TW" dirty="0"/>
              <a:t>Value vector</a:t>
            </a:r>
            <a:r>
              <a:rPr kumimoji="1" lang="zh-TW" altLang="en-US" dirty="0"/>
              <a:t>。這些向量是通過將</a:t>
            </a:r>
            <a:r>
              <a:rPr kumimoji="1" lang="en-US" altLang="zh-TW" dirty="0"/>
              <a:t>word embedding</a:t>
            </a:r>
            <a:r>
              <a:rPr kumimoji="1" lang="zh-TW" altLang="en-US" dirty="0"/>
              <a:t>乘以在訓練過程中訓練的三個矩陣而來的。</a:t>
            </a:r>
          </a:p>
          <a:p>
            <a:pPr lvl="1"/>
            <a:r>
              <a:rPr kumimoji="1" lang="zh-TW" altLang="en-US" dirty="0"/>
              <a:t>請注意，這些新向量的維度小於</a:t>
            </a:r>
            <a:r>
              <a:rPr kumimoji="1" lang="en-US" altLang="zh-TW" dirty="0"/>
              <a:t>embedding</a:t>
            </a:r>
            <a:r>
              <a:rPr kumimoji="1" lang="zh-TW" altLang="en-US" dirty="0"/>
              <a:t>向量。</a:t>
            </a:r>
            <a:endParaRPr kumimoji="1" lang="en-US" altLang="zh-TW" dirty="0"/>
          </a:p>
          <a:p>
            <a:r>
              <a:rPr kumimoji="1" lang="zh-TW" altLang="en-US" dirty="0"/>
              <a:t>它們的維數是 </a:t>
            </a:r>
            <a:r>
              <a:rPr kumimoji="1" lang="en-US" altLang="zh-TW" dirty="0"/>
              <a:t>64</a:t>
            </a:r>
            <a:r>
              <a:rPr kumimoji="1" lang="zh-TW" altLang="en-US" dirty="0"/>
              <a:t>，而</a:t>
            </a:r>
            <a:r>
              <a:rPr kumimoji="1" lang="en-US" altLang="zh-TW" dirty="0"/>
              <a:t>embedding</a:t>
            </a:r>
            <a:r>
              <a:rPr kumimoji="1" lang="zh-TW" altLang="en-US" dirty="0"/>
              <a:t>和編碼器輸入</a:t>
            </a:r>
            <a:r>
              <a:rPr kumimoji="1" lang="en-US" altLang="zh-TW" dirty="0"/>
              <a:t>/</a:t>
            </a:r>
            <a:r>
              <a:rPr kumimoji="1" lang="zh-TW" altLang="en-US" dirty="0"/>
              <a:t>輸出向量的維數是 </a:t>
            </a:r>
            <a:r>
              <a:rPr kumimoji="1" lang="en-US" altLang="zh-TW" dirty="0"/>
              <a:t>512</a:t>
            </a:r>
            <a:r>
              <a:rPr kumimoji="1" lang="zh-TW" altLang="en-US" dirty="0"/>
              <a:t>。它們不必更小，這是一種使大部分的</a:t>
            </a:r>
            <a:r>
              <a:rPr lang="en" altLang="zh-TW" b="0" i="0" dirty="0">
                <a:solidFill>
                  <a:srgbClr val="222222"/>
                </a:solidFill>
                <a:effectLst/>
                <a:latin typeface="Helvetica" pitchFamily="2" charset="0"/>
              </a:rPr>
              <a:t>multiheaded attention </a:t>
            </a:r>
            <a:r>
              <a:rPr kumimoji="1" lang="zh-TW" altLang="en-US" dirty="0"/>
              <a:t>計算保持不變的架構選擇。</a:t>
            </a:r>
          </a:p>
        </p:txBody>
      </p:sp>
    </p:spTree>
    <p:extLst>
      <p:ext uri="{BB962C8B-B14F-4D97-AF65-F5344CB8AC3E}">
        <p14:creationId xmlns:p14="http://schemas.microsoft.com/office/powerpoint/2010/main" val="193752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D89918-D929-826A-65F3-8D151188F292}"/>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2AD8ADAE-7D69-E56F-4B76-F5AD987125F2}"/>
              </a:ext>
            </a:extLst>
          </p:cNvPr>
          <p:cNvSpPr>
            <a:spLocks noGrp="1"/>
          </p:cNvSpPr>
          <p:nvPr>
            <p:ph idx="1"/>
          </p:nvPr>
        </p:nvSpPr>
        <p:spPr>
          <a:xfrm>
            <a:off x="838200" y="1825625"/>
            <a:ext cx="2274277" cy="4351338"/>
          </a:xfrm>
        </p:spPr>
        <p:txBody>
          <a:bodyPr/>
          <a:lstStyle/>
          <a:p>
            <a:r>
              <a:rPr lang="zh-TW" altLang="en-US" b="0" i="0" dirty="0">
                <a:solidFill>
                  <a:srgbClr val="70BF41"/>
                </a:solidFill>
                <a:effectLst/>
                <a:latin typeface="Helvetica" pitchFamily="2" charset="0"/>
              </a:rPr>
              <a:t>將</a:t>
            </a:r>
            <a:r>
              <a:rPr lang="en" altLang="zh-TW" b="0" i="0" dirty="0">
                <a:solidFill>
                  <a:srgbClr val="70BF41"/>
                </a:solidFill>
                <a:effectLst/>
                <a:latin typeface="Helvetica" pitchFamily="2" charset="0"/>
              </a:rPr>
              <a:t>x</a:t>
            </a:r>
            <a:r>
              <a:rPr lang="en" altLang="zh-TW" b="0" i="0" baseline="-25000" dirty="0">
                <a:solidFill>
                  <a:srgbClr val="70BF41"/>
                </a:solidFill>
                <a:effectLst/>
                <a:latin typeface="Helvetica" pitchFamily="2" charset="0"/>
              </a:rPr>
              <a:t>1</a:t>
            </a:r>
            <a:r>
              <a:rPr lang="en" altLang="zh-TW" b="0" i="0" dirty="0">
                <a:solidFill>
                  <a:srgbClr val="999999"/>
                </a:solidFill>
                <a:effectLst/>
                <a:latin typeface="Helvetica" pitchFamily="2" charset="0"/>
              </a:rPr>
              <a:t> </a:t>
            </a:r>
            <a:r>
              <a:rPr lang="zh-TW" altLang="en-US" b="0" i="0" dirty="0">
                <a:solidFill>
                  <a:srgbClr val="999999"/>
                </a:solidFill>
                <a:effectLst/>
                <a:latin typeface="Helvetica" pitchFamily="2" charset="0"/>
              </a:rPr>
              <a:t>乘以</a:t>
            </a:r>
            <a:r>
              <a:rPr lang="en" altLang="zh-TW" b="0" i="0" dirty="0">
                <a:solidFill>
                  <a:srgbClr val="B36AE2"/>
                </a:solidFill>
                <a:effectLst/>
                <a:latin typeface="Helvetica" pitchFamily="2" charset="0"/>
              </a:rPr>
              <a:t>W</a:t>
            </a:r>
            <a:r>
              <a:rPr lang="en" altLang="zh-TW" b="0" i="0" baseline="30000" dirty="0">
                <a:solidFill>
                  <a:srgbClr val="B36AE2"/>
                </a:solidFill>
                <a:effectLst/>
                <a:latin typeface="Helvetica" pitchFamily="2" charset="0"/>
              </a:rPr>
              <a:t>Q</a:t>
            </a:r>
            <a:r>
              <a:rPr lang="zh-TW" altLang="en-US" b="0" i="0" dirty="0">
                <a:solidFill>
                  <a:srgbClr val="999999"/>
                </a:solidFill>
                <a:effectLst/>
                <a:latin typeface="Helvetica" pitchFamily="2" charset="0"/>
              </a:rPr>
              <a:t>權重矩陣產生</a:t>
            </a:r>
            <a:r>
              <a:rPr lang="en" altLang="zh-TW" b="0" i="0" dirty="0">
                <a:solidFill>
                  <a:srgbClr val="B36AE2"/>
                </a:solidFill>
                <a:effectLst/>
                <a:latin typeface="Helvetica" pitchFamily="2" charset="0"/>
              </a:rPr>
              <a:t>q</a:t>
            </a:r>
            <a:r>
              <a:rPr lang="en" altLang="zh-TW" b="0" i="0" baseline="-25000" dirty="0">
                <a:solidFill>
                  <a:srgbClr val="B36AE2"/>
                </a:solidFill>
                <a:effectLst/>
                <a:latin typeface="Helvetica" pitchFamily="2" charset="0"/>
              </a:rPr>
              <a:t>1</a:t>
            </a:r>
            <a:r>
              <a:rPr lang="en" altLang="zh-TW" b="0" i="0" dirty="0">
                <a:solidFill>
                  <a:srgbClr val="999999"/>
                </a:solidFill>
                <a:effectLst/>
                <a:latin typeface="Helvetica" pitchFamily="2" charset="0"/>
              </a:rPr>
              <a:t> </a:t>
            </a:r>
            <a:r>
              <a:rPr lang="zh-TW" altLang="en" b="0" i="0" dirty="0">
                <a:solidFill>
                  <a:srgbClr val="999999"/>
                </a:solidFill>
                <a:effectLst/>
                <a:latin typeface="Helvetica" pitchFamily="2" charset="0"/>
              </a:rPr>
              <a:t>，</a:t>
            </a:r>
            <a:r>
              <a:rPr lang="zh-TW" altLang="en-US" b="0" i="0" dirty="0">
                <a:solidFill>
                  <a:srgbClr val="999999"/>
                </a:solidFill>
                <a:effectLst/>
                <a:latin typeface="Helvetica" pitchFamily="2" charset="0"/>
              </a:rPr>
              <a:t>即與該詞關聯的“查詢”向量。</a:t>
            </a:r>
            <a:endParaRPr kumimoji="1" lang="zh-TW" altLang="en-US" dirty="0"/>
          </a:p>
        </p:txBody>
      </p:sp>
      <p:pic>
        <p:nvPicPr>
          <p:cNvPr id="12290" name="Picture 2">
            <a:extLst>
              <a:ext uri="{FF2B5EF4-FFF2-40B4-BE49-F238E27FC236}">
                <a16:creationId xmlns:a16="http://schemas.microsoft.com/office/drawing/2014/main" id="{A9069B02-D999-67C2-CB56-4AB23A344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088" y="1451525"/>
            <a:ext cx="8083712" cy="5099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065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7679E6-06E2-29D1-1270-6C57B3E87988}"/>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866A72DB-0837-41CA-A2C3-F82BDC03E184}"/>
              </a:ext>
            </a:extLst>
          </p:cNvPr>
          <p:cNvSpPr>
            <a:spLocks noGrp="1"/>
          </p:cNvSpPr>
          <p:nvPr>
            <p:ph idx="1"/>
          </p:nvPr>
        </p:nvSpPr>
        <p:spPr>
          <a:xfrm>
            <a:off x="838200" y="1825625"/>
            <a:ext cx="10515600" cy="4592760"/>
          </a:xfrm>
        </p:spPr>
        <p:txBody>
          <a:bodyPr>
            <a:normAutofit/>
          </a:bodyPr>
          <a:lstStyle/>
          <a:p>
            <a:r>
              <a:rPr kumimoji="1" lang="zh-TW" altLang="en-US" dirty="0"/>
              <a:t>第二步，計算一個</a:t>
            </a:r>
            <a:r>
              <a:rPr kumimoji="1" lang="en" altLang="zh-TW" dirty="0"/>
              <a:t>score</a:t>
            </a:r>
            <a:r>
              <a:rPr kumimoji="1" lang="zh-TW" altLang="en" dirty="0"/>
              <a:t>。</a:t>
            </a:r>
            <a:endParaRPr kumimoji="1" lang="en-US" altLang="zh-TW" dirty="0"/>
          </a:p>
          <a:p>
            <a:r>
              <a:rPr kumimoji="1" lang="zh-TW" altLang="en-US" dirty="0"/>
              <a:t>假設我們正在計算本例中第一個詞“</a:t>
            </a:r>
            <a:r>
              <a:rPr kumimoji="1" lang="en" altLang="zh-TW" dirty="0"/>
              <a:t>Thinking”</a:t>
            </a:r>
            <a:r>
              <a:rPr kumimoji="1" lang="zh-TW" altLang="en-US" dirty="0"/>
              <a:t>的</a:t>
            </a:r>
            <a:r>
              <a:rPr kumimoji="1" lang="en-US" altLang="zh-TW" dirty="0"/>
              <a:t>self-attention, </a:t>
            </a:r>
            <a:r>
              <a:rPr kumimoji="1" lang="zh-TW" altLang="en-US" dirty="0"/>
              <a:t>需要根據這個詞對輸入句子的</a:t>
            </a:r>
            <a:r>
              <a:rPr kumimoji="1" lang="zh-TW" altLang="en-US" u="sng" dirty="0"/>
              <a:t>每個詞</a:t>
            </a:r>
            <a:r>
              <a:rPr kumimoji="1" lang="zh-TW" altLang="en-US" dirty="0"/>
              <a:t>進行評分。</a:t>
            </a:r>
            <a:endParaRPr kumimoji="1" lang="en-US" altLang="zh-TW" dirty="0"/>
          </a:p>
          <a:p>
            <a:r>
              <a:rPr kumimoji="1" lang="zh-TW" altLang="en-US" dirty="0"/>
              <a:t>當我們在特定位置對單詞進行編碼時，分數決定了將多少注意力放在輸入句子的其他部分。</a:t>
            </a:r>
            <a:endParaRPr kumimoji="1" lang="en-US" altLang="zh-TW" dirty="0"/>
          </a:p>
          <a:p>
            <a:r>
              <a:rPr kumimoji="1" lang="en-US" altLang="zh-TW" dirty="0"/>
              <a:t>score</a:t>
            </a:r>
            <a:r>
              <a:rPr kumimoji="1" lang="zh-TW" altLang="en-US" dirty="0"/>
              <a:t>是通過取查詢向量</a:t>
            </a:r>
            <a:r>
              <a:rPr kumimoji="1" lang="en-US" altLang="zh-TW" dirty="0"/>
              <a:t>(</a:t>
            </a:r>
            <a:r>
              <a:rPr kumimoji="1" lang="en" altLang="zh-TW" dirty="0"/>
              <a:t>query vector</a:t>
            </a:r>
            <a:r>
              <a:rPr kumimoji="1" lang="en-US" altLang="zh-TW" dirty="0"/>
              <a:t>)</a:t>
            </a:r>
            <a:r>
              <a:rPr kumimoji="1" lang="zh-TW" altLang="en-US" dirty="0"/>
              <a:t>和我們正在評分的相應單詞的鍵向量</a:t>
            </a:r>
            <a:r>
              <a:rPr kumimoji="1" lang="en-US" altLang="zh-TW" dirty="0"/>
              <a:t>(</a:t>
            </a:r>
            <a:r>
              <a:rPr kumimoji="1" lang="en" altLang="zh-TW" dirty="0"/>
              <a:t>key vector</a:t>
            </a:r>
            <a:r>
              <a:rPr kumimoji="1" lang="en-US" altLang="zh-TW" dirty="0"/>
              <a:t>)</a:t>
            </a:r>
            <a:r>
              <a:rPr kumimoji="1" lang="zh-TW" altLang="en-US" dirty="0"/>
              <a:t>的點積來計算的。</a:t>
            </a:r>
          </a:p>
          <a:p>
            <a:r>
              <a:rPr kumimoji="1" lang="zh-TW" altLang="en-US" dirty="0"/>
              <a:t>所以，如果我們正在處理位置＃</a:t>
            </a:r>
            <a:r>
              <a:rPr kumimoji="1" lang="en-US" altLang="zh-TW" dirty="0"/>
              <a:t>1</a:t>
            </a:r>
            <a:r>
              <a:rPr kumimoji="1" lang="zh-TW" altLang="en-US" dirty="0"/>
              <a:t>的單詞的</a:t>
            </a:r>
            <a:r>
              <a:rPr kumimoji="1" lang="en-US" altLang="zh-TW" dirty="0"/>
              <a:t>self-attention</a:t>
            </a:r>
            <a:r>
              <a:rPr kumimoji="1" lang="zh-TW" altLang="en-US" dirty="0"/>
              <a:t>，第一個分數將是</a:t>
            </a:r>
            <a:r>
              <a:rPr kumimoji="1" lang="en" altLang="zh-TW" dirty="0"/>
              <a:t>q1</a:t>
            </a:r>
            <a:r>
              <a:rPr kumimoji="1" lang="zh-TW" altLang="en-US" dirty="0"/>
              <a:t>和</a:t>
            </a:r>
            <a:r>
              <a:rPr kumimoji="1" lang="en" altLang="zh-TW" dirty="0"/>
              <a:t>k1</a:t>
            </a:r>
            <a:r>
              <a:rPr kumimoji="1" lang="zh-TW" altLang="en-US" dirty="0"/>
              <a:t>的點積。第二個分數將是</a:t>
            </a:r>
            <a:r>
              <a:rPr kumimoji="1" lang="en" altLang="zh-TW" dirty="0"/>
              <a:t>q1</a:t>
            </a:r>
            <a:r>
              <a:rPr kumimoji="1" lang="zh-TW" altLang="en-US" dirty="0"/>
              <a:t>和</a:t>
            </a:r>
            <a:r>
              <a:rPr kumimoji="1" lang="en" altLang="zh-TW" dirty="0"/>
              <a:t>k2</a:t>
            </a:r>
            <a:r>
              <a:rPr kumimoji="1" lang="zh-TW" altLang="en-US" dirty="0"/>
              <a:t>的點積。</a:t>
            </a:r>
            <a:endParaRPr kumimoji="1" lang="en" altLang="zh-TW" dirty="0"/>
          </a:p>
        </p:txBody>
      </p:sp>
      <p:pic>
        <p:nvPicPr>
          <p:cNvPr id="4" name="Picture 4" descr="The scaled dot-product attention and multi-head self-attention | Download  Scientific Diagram">
            <a:extLst>
              <a:ext uri="{FF2B5EF4-FFF2-40B4-BE49-F238E27FC236}">
                <a16:creationId xmlns:a16="http://schemas.microsoft.com/office/drawing/2014/main" id="{82B050E4-9636-FC86-4A90-4D987E27B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6912" y="167461"/>
            <a:ext cx="3836965" cy="206744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544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FEA764-EBCD-0312-5462-E97440FD4693}"/>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E92BF815-75F7-2BC1-8784-8934A9C6193F}"/>
              </a:ext>
            </a:extLst>
          </p:cNvPr>
          <p:cNvSpPr>
            <a:spLocks noGrp="1"/>
          </p:cNvSpPr>
          <p:nvPr>
            <p:ph idx="1"/>
          </p:nvPr>
        </p:nvSpPr>
        <p:spPr/>
        <p:txBody>
          <a:bodyPr/>
          <a:lstStyle/>
          <a:p>
            <a:r>
              <a:rPr kumimoji="1" lang="zh-TW" altLang="en-US" dirty="0"/>
              <a:t>使用</a:t>
            </a:r>
            <a:r>
              <a:rPr kumimoji="1" lang="en-US" altLang="zh-TW" dirty="0"/>
              <a:t>dot-production</a:t>
            </a:r>
            <a:r>
              <a:rPr kumimoji="1" lang="zh-TW" altLang="en-US" dirty="0"/>
              <a:t>的</a:t>
            </a:r>
            <a:r>
              <a:rPr kumimoji="1" lang="en-US" altLang="zh-TW" dirty="0"/>
              <a:t>attention</a:t>
            </a:r>
            <a:endParaRPr kumimoji="1" lang="zh-TW" altLang="en-US" dirty="0"/>
          </a:p>
        </p:txBody>
      </p:sp>
      <p:pic>
        <p:nvPicPr>
          <p:cNvPr id="13314" name="Picture 2">
            <a:extLst>
              <a:ext uri="{FF2B5EF4-FFF2-40B4-BE49-F238E27FC236}">
                <a16:creationId xmlns:a16="http://schemas.microsoft.com/office/drawing/2014/main" id="{3A2FECBC-19C3-F165-685D-A7B2E4B86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432571"/>
            <a:ext cx="7542368" cy="394185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253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CF5CE2-D3A4-5DB1-610C-F639EC3BD9B2}"/>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234887E3-6F6C-3C03-5A6D-8C19796DBA63}"/>
              </a:ext>
            </a:extLst>
          </p:cNvPr>
          <p:cNvSpPr>
            <a:spLocks noGrp="1"/>
          </p:cNvSpPr>
          <p:nvPr>
            <p:ph idx="1"/>
          </p:nvPr>
        </p:nvSpPr>
        <p:spPr>
          <a:xfrm>
            <a:off x="838199" y="1825624"/>
            <a:ext cx="3378201" cy="4901337"/>
          </a:xfrm>
        </p:spPr>
        <p:txBody>
          <a:bodyPr>
            <a:normAutofit/>
          </a:bodyPr>
          <a:lstStyle/>
          <a:p>
            <a:r>
              <a:rPr kumimoji="1" lang="zh-TW" altLang="en-US" dirty="0"/>
              <a:t>第三步和第四步是將分數除以 </a:t>
            </a:r>
            <a:r>
              <a:rPr kumimoji="1" lang="en-US" altLang="zh-TW" dirty="0"/>
              <a:t>8</a:t>
            </a:r>
            <a:r>
              <a:rPr kumimoji="1" lang="zh-TW" altLang="en-US" dirty="0"/>
              <a:t>（論文中使用的關鍵向量維度的平方根 </a:t>
            </a:r>
            <a:r>
              <a:rPr kumimoji="1" lang="en-US" altLang="zh-TW" dirty="0"/>
              <a:t>- 64</a:t>
            </a:r>
            <a:r>
              <a:rPr kumimoji="1" lang="zh-TW" altLang="en-US" dirty="0"/>
              <a:t>。這會導致梯度更穩定。這裡可能還有其他可能的值，但這是默認），然後通過 </a:t>
            </a:r>
            <a:r>
              <a:rPr kumimoji="1" lang="en" altLang="zh-TW" dirty="0" err="1"/>
              <a:t>softmax</a:t>
            </a:r>
            <a:r>
              <a:rPr kumimoji="1" lang="en" altLang="zh-TW" dirty="0"/>
              <a:t> </a:t>
            </a:r>
            <a:r>
              <a:rPr kumimoji="1" lang="zh-TW" altLang="en-US" dirty="0"/>
              <a:t>操作傳遞結果。</a:t>
            </a:r>
            <a:endParaRPr kumimoji="1" lang="en-US" altLang="zh-TW" dirty="0"/>
          </a:p>
        </p:txBody>
      </p:sp>
      <p:pic>
        <p:nvPicPr>
          <p:cNvPr id="14338" name="Picture 2">
            <a:extLst>
              <a:ext uri="{FF2B5EF4-FFF2-40B4-BE49-F238E27FC236}">
                <a16:creationId xmlns:a16="http://schemas.microsoft.com/office/drawing/2014/main" id="{1522337A-8FD4-0E3E-575E-D49393A7C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6400" y="1456226"/>
            <a:ext cx="6758109" cy="425583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圖說文字 3">
            <a:extLst>
              <a:ext uri="{FF2B5EF4-FFF2-40B4-BE49-F238E27FC236}">
                <a16:creationId xmlns:a16="http://schemas.microsoft.com/office/drawing/2014/main" id="{E6B7EF56-D275-6F57-4497-DD37FBA4CB99}"/>
              </a:ext>
            </a:extLst>
          </p:cNvPr>
          <p:cNvSpPr/>
          <p:nvPr/>
        </p:nvSpPr>
        <p:spPr>
          <a:xfrm>
            <a:off x="4451839" y="5949209"/>
            <a:ext cx="6901961" cy="777752"/>
          </a:xfrm>
          <a:prstGeom prst="wedgeRectCallout">
            <a:avLst>
              <a:gd name="adj1" fmla="val -12044"/>
              <a:gd name="adj2" fmla="val -844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dirty="0"/>
              <a:t>這個 </a:t>
            </a:r>
            <a:r>
              <a:rPr kumimoji="1" lang="en" altLang="zh-TW" dirty="0" err="1"/>
              <a:t>softmax</a:t>
            </a:r>
            <a:r>
              <a:rPr kumimoji="1" lang="en" altLang="zh-TW" dirty="0"/>
              <a:t> </a:t>
            </a:r>
            <a:r>
              <a:rPr kumimoji="1" lang="zh-TW" altLang="en-US" dirty="0"/>
              <a:t>分數決定了每個詞在這個位置會表達多少。很明顯，這個位置的詞將具有最高的 </a:t>
            </a:r>
            <a:r>
              <a:rPr kumimoji="1" lang="en" altLang="zh-TW" dirty="0" err="1"/>
              <a:t>softmax</a:t>
            </a:r>
            <a:r>
              <a:rPr kumimoji="1" lang="en" altLang="zh-TW" dirty="0"/>
              <a:t> </a:t>
            </a:r>
            <a:r>
              <a:rPr kumimoji="1" lang="zh-TW" altLang="en-US" dirty="0"/>
              <a:t>分數，但有時關注與當前詞相關的另一個詞是有用的。</a:t>
            </a:r>
          </a:p>
        </p:txBody>
      </p:sp>
      <p:pic>
        <p:nvPicPr>
          <p:cNvPr id="5" name="Picture 4" descr="The scaled dot-product attention and multi-head self-attention | Download  Scientific Diagram">
            <a:extLst>
              <a:ext uri="{FF2B5EF4-FFF2-40B4-BE49-F238E27FC236}">
                <a16:creationId xmlns:a16="http://schemas.microsoft.com/office/drawing/2014/main" id="{90B97E0E-0B62-9281-0BA0-E7669982D1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2298"/>
          <a:stretch/>
        </p:blipFill>
        <p:spPr bwMode="auto">
          <a:xfrm>
            <a:off x="10007514" y="241793"/>
            <a:ext cx="1955885" cy="220930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163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499252-1286-6841-CF9F-14B79A7EA805}"/>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3839E04D-2DC3-4489-8C43-D3C78C46A4DD}"/>
              </a:ext>
            </a:extLst>
          </p:cNvPr>
          <p:cNvSpPr>
            <a:spLocks noGrp="1"/>
          </p:cNvSpPr>
          <p:nvPr>
            <p:ph idx="1"/>
          </p:nvPr>
        </p:nvSpPr>
        <p:spPr/>
        <p:txBody>
          <a:bodyPr/>
          <a:lstStyle/>
          <a:p>
            <a:r>
              <a:rPr lang="zh-TW" altLang="en-US" b="0" i="0" dirty="0">
                <a:solidFill>
                  <a:srgbClr val="222222"/>
                </a:solidFill>
                <a:effectLst/>
                <a:latin typeface="Helvetica" pitchFamily="2" charset="0"/>
              </a:rPr>
              <a:t>第</a:t>
            </a:r>
            <a:r>
              <a:rPr lang="zh-TW" altLang="en-US" i="0" dirty="0">
                <a:solidFill>
                  <a:srgbClr val="222222"/>
                </a:solidFill>
                <a:effectLst/>
                <a:latin typeface="Helvetica" pitchFamily="2" charset="0"/>
              </a:rPr>
              <a:t>五步，</a:t>
            </a:r>
            <a:r>
              <a:rPr lang="zh-TW" altLang="en-US" b="0" i="0" dirty="0">
                <a:solidFill>
                  <a:srgbClr val="222222"/>
                </a:solidFill>
                <a:effectLst/>
                <a:latin typeface="Helvetica" pitchFamily="2" charset="0"/>
              </a:rPr>
              <a:t>把每個</a:t>
            </a:r>
            <a:r>
              <a:rPr lang="en" altLang="zh-TW" b="0" i="0" dirty="0">
                <a:solidFill>
                  <a:srgbClr val="222222"/>
                </a:solidFill>
                <a:effectLst/>
                <a:latin typeface="Helvetica" pitchFamily="2" charset="0"/>
              </a:rPr>
              <a:t> value vector </a:t>
            </a:r>
            <a:r>
              <a:rPr lang="zh-TW" altLang="en-US" dirty="0">
                <a:solidFill>
                  <a:srgbClr val="222222"/>
                </a:solidFill>
                <a:latin typeface="Helvetica" pitchFamily="2" charset="0"/>
              </a:rPr>
              <a:t>跟</a:t>
            </a:r>
            <a:r>
              <a:rPr lang="en" altLang="zh-TW" b="0" i="0" dirty="0">
                <a:solidFill>
                  <a:srgbClr val="222222"/>
                </a:solidFill>
                <a:effectLst/>
                <a:latin typeface="Helvetica" pitchFamily="2" charset="0"/>
              </a:rPr>
              <a:t> </a:t>
            </a:r>
            <a:r>
              <a:rPr lang="en" altLang="zh-TW" b="0" i="0" dirty="0" err="1">
                <a:solidFill>
                  <a:srgbClr val="222222"/>
                </a:solidFill>
                <a:effectLst/>
                <a:latin typeface="Helvetica" pitchFamily="2" charset="0"/>
              </a:rPr>
              <a:t>softmax</a:t>
            </a:r>
            <a:r>
              <a:rPr lang="en" altLang="zh-TW" b="0" i="0" dirty="0">
                <a:solidFill>
                  <a:srgbClr val="222222"/>
                </a:solidFill>
                <a:effectLst/>
                <a:latin typeface="Helvetica" pitchFamily="2" charset="0"/>
              </a:rPr>
              <a:t> score</a:t>
            </a:r>
            <a:r>
              <a:rPr lang="zh-TW" altLang="en-US" b="0" i="0" dirty="0">
                <a:solidFill>
                  <a:srgbClr val="222222"/>
                </a:solidFill>
                <a:effectLst/>
                <a:latin typeface="Helvetica" pitchFamily="2" charset="0"/>
              </a:rPr>
              <a:t>相乘</a:t>
            </a:r>
            <a:r>
              <a:rPr lang="en-US" altLang="zh-TW" b="0" i="0" dirty="0">
                <a:solidFill>
                  <a:srgbClr val="222222"/>
                </a:solidFill>
                <a:effectLst/>
                <a:latin typeface="Helvetica" pitchFamily="2" charset="0"/>
              </a:rPr>
              <a:t>(</a:t>
            </a:r>
            <a:r>
              <a:rPr lang="zh-TW" altLang="en-US" dirty="0">
                <a:solidFill>
                  <a:srgbClr val="222222"/>
                </a:solidFill>
                <a:latin typeface="Helvetica" pitchFamily="2" charset="0"/>
              </a:rPr>
              <a:t>準備全部加在一起</a:t>
            </a:r>
            <a:r>
              <a:rPr lang="en-US" altLang="zh-TW" dirty="0">
                <a:solidFill>
                  <a:srgbClr val="222222"/>
                </a:solidFill>
                <a:latin typeface="Helvetica" pitchFamily="2" charset="0"/>
              </a:rPr>
              <a:t>)</a:t>
            </a:r>
          </a:p>
          <a:p>
            <a:r>
              <a:rPr kumimoji="1" lang="zh-TW" altLang="en-US" dirty="0"/>
              <a:t>這裡的直覺是保持我們想要關注的單詞的值不變，並淹沒</a:t>
            </a:r>
            <a:r>
              <a:rPr kumimoji="1" lang="en-US" altLang="zh-TW" dirty="0"/>
              <a:t>(drown-out)</a:t>
            </a:r>
            <a:r>
              <a:rPr kumimoji="1" lang="zh-TW" altLang="en-US" dirty="0"/>
              <a:t>不相關的單詞（例如，通過將它們乘以像 </a:t>
            </a:r>
            <a:r>
              <a:rPr kumimoji="1" lang="en-US" altLang="zh-TW" dirty="0"/>
              <a:t>0.001 </a:t>
            </a:r>
            <a:r>
              <a:rPr kumimoji="1" lang="zh-TW" altLang="en-US" dirty="0"/>
              <a:t>這樣的小數字）。</a:t>
            </a:r>
            <a:endParaRPr kumimoji="1" lang="en-US" altLang="zh-TW" dirty="0"/>
          </a:p>
          <a:p>
            <a:r>
              <a:rPr kumimoji="1" lang="zh-TW" altLang="en-US" dirty="0"/>
              <a:t>第六步是對加權值向量求和，產生</a:t>
            </a:r>
            <a:r>
              <a:rPr kumimoji="1" lang="en" altLang="zh-TW" dirty="0"/>
              <a:t>the output of the self-attention layer at this position (</a:t>
            </a:r>
            <a:r>
              <a:rPr kumimoji="1" lang="zh-TW" altLang="en" dirty="0"/>
              <a:t>對</a:t>
            </a:r>
            <a:r>
              <a:rPr kumimoji="1" lang="zh-TW" altLang="en-US" dirty="0"/>
              <a:t>第一個詞而言</a:t>
            </a:r>
            <a:r>
              <a:rPr kumimoji="1" lang="en" altLang="zh-TW" dirty="0"/>
              <a:t>).</a:t>
            </a:r>
            <a:endParaRPr kumimoji="1" lang="zh-TW" altLang="en-US" dirty="0"/>
          </a:p>
        </p:txBody>
      </p:sp>
    </p:spTree>
    <p:extLst>
      <p:ext uri="{BB962C8B-B14F-4D97-AF65-F5344CB8AC3E}">
        <p14:creationId xmlns:p14="http://schemas.microsoft.com/office/powerpoint/2010/main" val="15220619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7D40DD-4C30-A618-30E7-1FDEC3A29767}"/>
              </a:ext>
            </a:extLst>
          </p:cNvPr>
          <p:cNvSpPr>
            <a:spLocks noGrp="1"/>
          </p:cNvSpPr>
          <p:nvPr>
            <p:ph type="title"/>
          </p:nvPr>
        </p:nvSpPr>
        <p:spPr/>
        <p:txBody>
          <a:bodyPr>
            <a:normAutofit/>
          </a:bodyPr>
          <a:lstStyle/>
          <a:p>
            <a:endParaRPr kumimoji="1" lang="zh-TW" altLang="en-US" sz="2400" dirty="0"/>
          </a:p>
        </p:txBody>
      </p:sp>
      <p:sp>
        <p:nvSpPr>
          <p:cNvPr id="3" name="內容版面配置區 2">
            <a:extLst>
              <a:ext uri="{FF2B5EF4-FFF2-40B4-BE49-F238E27FC236}">
                <a16:creationId xmlns:a16="http://schemas.microsoft.com/office/drawing/2014/main" id="{6BE2D146-A98B-B559-29B1-16D4A93F1F6E}"/>
              </a:ext>
            </a:extLst>
          </p:cNvPr>
          <p:cNvSpPr>
            <a:spLocks noGrp="1"/>
          </p:cNvSpPr>
          <p:nvPr>
            <p:ph idx="1"/>
          </p:nvPr>
        </p:nvSpPr>
        <p:spPr>
          <a:xfrm>
            <a:off x="838200" y="1825625"/>
            <a:ext cx="3108936" cy="4351338"/>
          </a:xfrm>
        </p:spPr>
        <p:txBody>
          <a:bodyPr/>
          <a:lstStyle/>
          <a:p>
            <a:r>
              <a:rPr kumimoji="1" lang="zh-TW" altLang="en" dirty="0"/>
              <a:t>這</a:t>
            </a:r>
            <a:r>
              <a:rPr kumimoji="1" lang="zh-TW" altLang="en-US" dirty="0"/>
              <a:t>些就是全部</a:t>
            </a:r>
            <a:r>
              <a:rPr kumimoji="1" lang="en" altLang="zh-TW" dirty="0"/>
              <a:t>self-attention </a:t>
            </a:r>
            <a:r>
              <a:rPr kumimoji="1" lang="zh-TW" altLang="en" dirty="0"/>
              <a:t>需</a:t>
            </a:r>
            <a:r>
              <a:rPr kumimoji="1" lang="zh-TW" altLang="en-US" dirty="0"/>
              <a:t>要的計算</a:t>
            </a:r>
            <a:r>
              <a:rPr kumimoji="1" lang="en" altLang="zh-TW" dirty="0"/>
              <a:t>.</a:t>
            </a:r>
          </a:p>
          <a:p>
            <a:r>
              <a:rPr lang="zh-TW" altLang="en-US" b="0" i="0" dirty="0">
                <a:solidFill>
                  <a:srgbClr val="222222"/>
                </a:solidFill>
                <a:effectLst/>
                <a:latin typeface="Helvetica" pitchFamily="2" charset="0"/>
              </a:rPr>
              <a:t>生成的向量就是發送到前饋神經網絡的向量</a:t>
            </a:r>
            <a:endParaRPr kumimoji="1" lang="zh-TW" altLang="en-US" dirty="0"/>
          </a:p>
        </p:txBody>
      </p:sp>
      <p:pic>
        <p:nvPicPr>
          <p:cNvPr id="16386" name="Picture 2">
            <a:extLst>
              <a:ext uri="{FF2B5EF4-FFF2-40B4-BE49-F238E27FC236}">
                <a16:creationId xmlns:a16="http://schemas.microsoft.com/office/drawing/2014/main" id="{11FC4DDB-0405-A9BF-52BD-C91C01ADB2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7136" y="0"/>
            <a:ext cx="72167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The scaled dot-product attention and multi-head self-attention | Download  Scientific Diagram">
            <a:extLst>
              <a:ext uri="{FF2B5EF4-FFF2-40B4-BE49-F238E27FC236}">
                <a16:creationId xmlns:a16="http://schemas.microsoft.com/office/drawing/2014/main" id="{635E12F7-10A6-0202-C67F-1BC2245990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2298"/>
          <a:stretch/>
        </p:blipFill>
        <p:spPr bwMode="auto">
          <a:xfrm>
            <a:off x="1414725" y="4483593"/>
            <a:ext cx="1955885" cy="220930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86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D0556D-26E2-AEBD-078D-D4D51762B14E}"/>
              </a:ext>
            </a:extLst>
          </p:cNvPr>
          <p:cNvSpPr>
            <a:spLocks noGrp="1"/>
          </p:cNvSpPr>
          <p:nvPr>
            <p:ph type="title"/>
          </p:nvPr>
        </p:nvSpPr>
        <p:spPr/>
        <p:txBody>
          <a:bodyPr>
            <a:normAutofit/>
          </a:bodyPr>
          <a:lstStyle/>
          <a:p>
            <a:r>
              <a:rPr kumimoji="1" lang="en" altLang="zh-TW" sz="4000" dirty="0"/>
              <a:t>Self-Attention in Detail</a:t>
            </a:r>
            <a:endParaRPr kumimoji="1" lang="zh-TW" altLang="en-US" sz="4000" dirty="0"/>
          </a:p>
        </p:txBody>
      </p:sp>
      <p:sp>
        <p:nvSpPr>
          <p:cNvPr id="3" name="內容版面配置區 2">
            <a:extLst>
              <a:ext uri="{FF2B5EF4-FFF2-40B4-BE49-F238E27FC236}">
                <a16:creationId xmlns:a16="http://schemas.microsoft.com/office/drawing/2014/main" id="{AD872302-24EF-F1B7-E336-D7BEFBE56287}"/>
              </a:ext>
            </a:extLst>
          </p:cNvPr>
          <p:cNvSpPr>
            <a:spLocks noGrp="1"/>
          </p:cNvSpPr>
          <p:nvPr>
            <p:ph idx="1"/>
          </p:nvPr>
        </p:nvSpPr>
        <p:spPr>
          <a:xfrm>
            <a:off x="838200" y="1825625"/>
            <a:ext cx="4911969" cy="4351338"/>
          </a:xfrm>
        </p:spPr>
        <p:txBody>
          <a:bodyPr>
            <a:normAutofit/>
          </a:bodyPr>
          <a:lstStyle/>
          <a:p>
            <a:r>
              <a:rPr kumimoji="1" lang="zh-TW" altLang="en-US" dirty="0"/>
              <a:t>在實作中，用矩陣形式進行可以有更快的處理速度。</a:t>
            </a:r>
            <a:endParaRPr kumimoji="1" lang="en-US" altLang="zh-TW" dirty="0"/>
          </a:p>
          <a:p>
            <a:r>
              <a:rPr kumimoji="1" lang="zh-TW" altLang="en-US" dirty="0"/>
              <a:t>首先，我們要計算查詢矩陣（</a:t>
            </a:r>
            <a:r>
              <a:rPr kumimoji="1" lang="en" altLang="zh-TW" dirty="0"/>
              <a:t>Query</a:t>
            </a:r>
            <a:r>
              <a:rPr kumimoji="1" lang="zh-TW" altLang="en" dirty="0"/>
              <a:t>）、</a:t>
            </a:r>
            <a:r>
              <a:rPr kumimoji="1" lang="zh-TW" altLang="en-US" dirty="0"/>
              <a:t>鍵矩陣（</a:t>
            </a:r>
            <a:r>
              <a:rPr kumimoji="1" lang="en" altLang="zh-TW" dirty="0"/>
              <a:t>Key</a:t>
            </a:r>
            <a:r>
              <a:rPr kumimoji="1" lang="zh-TW" altLang="en" dirty="0"/>
              <a:t>）</a:t>
            </a:r>
            <a:r>
              <a:rPr kumimoji="1" lang="zh-TW" altLang="en-US" dirty="0"/>
              <a:t>和值矩陣（</a:t>
            </a:r>
            <a:r>
              <a:rPr kumimoji="1" lang="en" altLang="zh-TW" dirty="0"/>
              <a:t>Value</a:t>
            </a:r>
            <a:r>
              <a:rPr kumimoji="1" lang="zh-TW" altLang="en" dirty="0"/>
              <a:t>）。</a:t>
            </a:r>
            <a:endParaRPr kumimoji="1" lang="en-US" altLang="zh-TW" dirty="0"/>
          </a:p>
          <a:p>
            <a:r>
              <a:rPr kumimoji="1" lang="zh-TW" altLang="en-US" dirty="0"/>
              <a:t>將的嵌入向量打包成一個矩陣</a:t>
            </a:r>
            <a:r>
              <a:rPr lang="en" altLang="zh-TW" b="0" i="0" dirty="0">
                <a:solidFill>
                  <a:srgbClr val="70BF41"/>
                </a:solidFill>
                <a:effectLst/>
                <a:latin typeface="Helvetica" pitchFamily="2" charset="0"/>
              </a:rPr>
              <a:t>X </a:t>
            </a:r>
            <a:r>
              <a:rPr kumimoji="1" lang="zh-TW" altLang="en" dirty="0"/>
              <a:t>，</a:t>
            </a:r>
            <a:r>
              <a:rPr kumimoji="1" lang="zh-TW" altLang="en-US" dirty="0"/>
              <a:t>然後將其乘上訓練過的權重矩陣（</a:t>
            </a:r>
            <a:r>
              <a:rPr lang="en" altLang="zh-TW" b="0" i="0" dirty="0">
                <a:solidFill>
                  <a:srgbClr val="B36AE2"/>
                </a:solidFill>
                <a:effectLst/>
                <a:latin typeface="Helvetica" pitchFamily="2" charset="0"/>
              </a:rPr>
              <a:t> W</a:t>
            </a:r>
            <a:r>
              <a:rPr lang="en" altLang="zh-TW" b="0" i="0" baseline="30000" dirty="0">
                <a:solidFill>
                  <a:srgbClr val="B36AE2"/>
                </a:solidFill>
                <a:effectLst/>
                <a:latin typeface="Helvetica" pitchFamily="2" charset="0"/>
              </a:rPr>
              <a:t>Q</a:t>
            </a:r>
            <a:r>
              <a:rPr lang="en" altLang="zh-TW" b="0" i="0" dirty="0">
                <a:solidFill>
                  <a:srgbClr val="222222"/>
                </a:solidFill>
                <a:effectLst/>
                <a:latin typeface="Helvetica" pitchFamily="2" charset="0"/>
              </a:rPr>
              <a:t>, </a:t>
            </a:r>
            <a:r>
              <a:rPr lang="en" altLang="zh-TW" b="0" i="0" dirty="0">
                <a:solidFill>
                  <a:srgbClr val="F39019"/>
                </a:solidFill>
                <a:effectLst/>
                <a:latin typeface="Helvetica" pitchFamily="2" charset="0"/>
              </a:rPr>
              <a:t>W</a:t>
            </a:r>
            <a:r>
              <a:rPr lang="en" altLang="zh-TW" b="0" i="0" baseline="30000" dirty="0">
                <a:solidFill>
                  <a:srgbClr val="F39019"/>
                </a:solidFill>
                <a:effectLst/>
                <a:latin typeface="Helvetica" pitchFamily="2" charset="0"/>
              </a:rPr>
              <a:t>K</a:t>
            </a:r>
            <a:r>
              <a:rPr lang="en" altLang="zh-TW" b="0" i="0" dirty="0">
                <a:solidFill>
                  <a:srgbClr val="222222"/>
                </a:solidFill>
                <a:effectLst/>
                <a:latin typeface="Helvetica" pitchFamily="2" charset="0"/>
              </a:rPr>
              <a:t>, </a:t>
            </a:r>
            <a:r>
              <a:rPr lang="en" altLang="zh-TW" b="0" i="0" dirty="0">
                <a:solidFill>
                  <a:srgbClr val="5CBCE9"/>
                </a:solidFill>
                <a:effectLst/>
                <a:latin typeface="Helvetica" pitchFamily="2" charset="0"/>
              </a:rPr>
              <a:t>W</a:t>
            </a:r>
            <a:r>
              <a:rPr lang="en" altLang="zh-TW" b="0" i="0" baseline="30000" dirty="0">
                <a:solidFill>
                  <a:srgbClr val="5CBCE9"/>
                </a:solidFill>
                <a:effectLst/>
                <a:latin typeface="Helvetica" pitchFamily="2" charset="0"/>
              </a:rPr>
              <a:t>V </a:t>
            </a:r>
            <a:r>
              <a:rPr kumimoji="1" lang="zh-TW" altLang="en" dirty="0"/>
              <a:t>）</a:t>
            </a:r>
            <a:endParaRPr kumimoji="1" lang="en" altLang="zh-TW" dirty="0"/>
          </a:p>
        </p:txBody>
      </p:sp>
      <p:pic>
        <p:nvPicPr>
          <p:cNvPr id="17410" name="Picture 2">
            <a:extLst>
              <a:ext uri="{FF2B5EF4-FFF2-40B4-BE49-F238E27FC236}">
                <a16:creationId xmlns:a16="http://schemas.microsoft.com/office/drawing/2014/main" id="{B1BDBD63-E2BC-5404-1595-A75D214FE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7683" y="0"/>
            <a:ext cx="6054725" cy="6858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34ABB4C9-59EA-BB9A-2674-5324EEA86710}"/>
              </a:ext>
            </a:extLst>
          </p:cNvPr>
          <p:cNvSpPr txBox="1"/>
          <p:nvPr/>
        </p:nvSpPr>
        <p:spPr>
          <a:xfrm>
            <a:off x="149592" y="5850235"/>
            <a:ext cx="6097464" cy="923330"/>
          </a:xfrm>
          <a:prstGeom prst="rect">
            <a:avLst/>
          </a:prstGeom>
          <a:noFill/>
        </p:spPr>
        <p:txBody>
          <a:bodyPr wrap="square">
            <a:spAutoFit/>
          </a:bodyPr>
          <a:lstStyle/>
          <a:p>
            <a:r>
              <a:rPr lang="en" altLang="zh-TW" b="0" i="0" dirty="0">
                <a:solidFill>
                  <a:srgbClr val="70BF41"/>
                </a:solidFill>
                <a:effectLst/>
                <a:latin typeface="Helvetica" pitchFamily="2" charset="0"/>
              </a:rPr>
              <a:t>X</a:t>
            </a:r>
            <a:r>
              <a:rPr lang="zh-TW" altLang="en-US" b="0" i="0" dirty="0">
                <a:solidFill>
                  <a:srgbClr val="999999"/>
                </a:solidFill>
                <a:effectLst/>
                <a:latin typeface="Helvetica" pitchFamily="2" charset="0"/>
              </a:rPr>
              <a:t>矩陣 中的每一行對應於輸入句子中的一個單詞。我們再次看到嵌入向量（</a:t>
            </a:r>
            <a:r>
              <a:rPr lang="en-US" altLang="zh-TW" b="0" i="0" dirty="0">
                <a:solidFill>
                  <a:srgbClr val="999999"/>
                </a:solidFill>
                <a:effectLst/>
                <a:latin typeface="Helvetica" pitchFamily="2" charset="0"/>
              </a:rPr>
              <a:t>512</a:t>
            </a:r>
            <a:r>
              <a:rPr lang="zh-TW" altLang="en-US" b="0" i="0" dirty="0">
                <a:solidFill>
                  <a:srgbClr val="999999"/>
                </a:solidFill>
                <a:effectLst/>
                <a:latin typeface="Helvetica" pitchFamily="2" charset="0"/>
              </a:rPr>
              <a:t>，即圖中的 </a:t>
            </a:r>
            <a:r>
              <a:rPr lang="en-US" altLang="zh-TW" b="0" i="0" dirty="0">
                <a:solidFill>
                  <a:srgbClr val="999999"/>
                </a:solidFill>
                <a:effectLst/>
                <a:latin typeface="Helvetica" pitchFamily="2" charset="0"/>
              </a:rPr>
              <a:t>4 </a:t>
            </a:r>
            <a:r>
              <a:rPr lang="zh-TW" altLang="en-US" b="0" i="0" dirty="0">
                <a:solidFill>
                  <a:srgbClr val="999999"/>
                </a:solidFill>
                <a:effectLst/>
                <a:latin typeface="Helvetica" pitchFamily="2" charset="0"/>
              </a:rPr>
              <a:t>個框）和 </a:t>
            </a:r>
            <a:r>
              <a:rPr lang="en" altLang="zh-TW" b="0" i="0" dirty="0">
                <a:solidFill>
                  <a:srgbClr val="999999"/>
                </a:solidFill>
                <a:effectLst/>
                <a:latin typeface="Helvetica" pitchFamily="2" charset="0"/>
              </a:rPr>
              <a:t>q/k/v </a:t>
            </a:r>
            <a:r>
              <a:rPr lang="zh-TW" altLang="en-US" b="0" i="0" dirty="0">
                <a:solidFill>
                  <a:srgbClr val="999999"/>
                </a:solidFill>
                <a:effectLst/>
                <a:latin typeface="Helvetica" pitchFamily="2" charset="0"/>
              </a:rPr>
              <a:t>向量（</a:t>
            </a:r>
            <a:r>
              <a:rPr lang="en-US" altLang="zh-TW" b="0" i="0" dirty="0">
                <a:solidFill>
                  <a:srgbClr val="999999"/>
                </a:solidFill>
                <a:effectLst/>
                <a:latin typeface="Helvetica" pitchFamily="2" charset="0"/>
              </a:rPr>
              <a:t>64</a:t>
            </a:r>
            <a:r>
              <a:rPr lang="zh-TW" altLang="en-US" b="0" i="0" dirty="0">
                <a:solidFill>
                  <a:srgbClr val="999999"/>
                </a:solidFill>
                <a:effectLst/>
                <a:latin typeface="Helvetica" pitchFamily="2" charset="0"/>
              </a:rPr>
              <a:t>，即圖中的 </a:t>
            </a:r>
            <a:r>
              <a:rPr lang="en-US" altLang="zh-TW" b="0" i="0" dirty="0">
                <a:solidFill>
                  <a:srgbClr val="999999"/>
                </a:solidFill>
                <a:effectLst/>
                <a:latin typeface="Helvetica" pitchFamily="2" charset="0"/>
              </a:rPr>
              <a:t>3 </a:t>
            </a:r>
            <a:r>
              <a:rPr lang="zh-TW" altLang="en-US" b="0" i="0" dirty="0">
                <a:solidFill>
                  <a:srgbClr val="999999"/>
                </a:solidFill>
                <a:effectLst/>
                <a:latin typeface="Helvetica" pitchFamily="2" charset="0"/>
              </a:rPr>
              <a:t>個框）大小的差異</a:t>
            </a:r>
            <a:endParaRPr lang="zh-TW" altLang="en-US" dirty="0"/>
          </a:p>
        </p:txBody>
      </p:sp>
    </p:spTree>
    <p:extLst>
      <p:ext uri="{BB962C8B-B14F-4D97-AF65-F5344CB8AC3E}">
        <p14:creationId xmlns:p14="http://schemas.microsoft.com/office/powerpoint/2010/main" val="2930958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0B9F3A7A-D592-6317-5387-B857E8656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538" y="2717276"/>
            <a:ext cx="8852436" cy="3459687"/>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0F06A8CF-B461-57D4-996A-6F54C38F648B}"/>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1447A29B-12B4-5174-0FD5-B0A6D229DF0C}"/>
              </a:ext>
            </a:extLst>
          </p:cNvPr>
          <p:cNvSpPr>
            <a:spLocks noGrp="1"/>
          </p:cNvSpPr>
          <p:nvPr>
            <p:ph idx="1"/>
          </p:nvPr>
        </p:nvSpPr>
        <p:spPr/>
        <p:txBody>
          <a:bodyPr/>
          <a:lstStyle/>
          <a:p>
            <a:r>
              <a:rPr kumimoji="1" lang="zh-TW" altLang="en-US" dirty="0"/>
              <a:t>最後，由於處理的是矩陣，第二步到第六步壓縮為一個公式來計算</a:t>
            </a:r>
            <a:r>
              <a:rPr kumimoji="1" lang="en-US" altLang="zh-TW" dirty="0"/>
              <a:t>self-attention</a:t>
            </a:r>
            <a:r>
              <a:rPr kumimoji="1" lang="zh-TW" altLang="en-US" dirty="0"/>
              <a:t>的輸出。</a:t>
            </a:r>
          </a:p>
        </p:txBody>
      </p:sp>
    </p:spTree>
    <p:extLst>
      <p:ext uri="{BB962C8B-B14F-4D97-AF65-F5344CB8AC3E}">
        <p14:creationId xmlns:p14="http://schemas.microsoft.com/office/powerpoint/2010/main" val="3609585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163B0B-0381-04E4-EBFA-E3EEEA2ED052}"/>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80CD49FC-2222-5CA2-5534-9E69920C43F9}"/>
              </a:ext>
            </a:extLst>
          </p:cNvPr>
          <p:cNvSpPr>
            <a:spLocks noGrp="1"/>
          </p:cNvSpPr>
          <p:nvPr>
            <p:ph idx="1"/>
          </p:nvPr>
        </p:nvSpPr>
        <p:spPr>
          <a:xfrm>
            <a:off x="838200" y="1825624"/>
            <a:ext cx="10515600" cy="4583967"/>
          </a:xfrm>
        </p:spPr>
        <p:txBody>
          <a:bodyPr>
            <a:normAutofit/>
          </a:bodyPr>
          <a:lstStyle/>
          <a:p>
            <a:r>
              <a:rPr kumimoji="1" lang="zh-TW" altLang="en-US" dirty="0"/>
              <a:t>論文通過添加一種稱為</a:t>
            </a:r>
            <a:r>
              <a:rPr kumimoji="1" lang="en-US" altLang="zh-TW" dirty="0"/>
              <a:t>multi-head attention</a:t>
            </a:r>
            <a:r>
              <a:rPr kumimoji="1" lang="zh-TW" altLang="en-US" dirty="0"/>
              <a:t>的機制進一步細化了</a:t>
            </a:r>
            <a:r>
              <a:rPr kumimoji="1" lang="en-US" altLang="zh-TW" dirty="0"/>
              <a:t>self-attention</a:t>
            </a:r>
            <a:r>
              <a:rPr kumimoji="1" lang="zh-TW" altLang="en-US" dirty="0"/>
              <a:t>。這通過兩種方式提高了注意力層的性能：</a:t>
            </a:r>
          </a:p>
          <a:p>
            <a:pPr lvl="1"/>
            <a:r>
              <a:rPr kumimoji="1" lang="zh-TW" altLang="en-US" dirty="0"/>
              <a:t>它擴展了模型關注不同位置的能力。是的，在上面的示例中，</a:t>
            </a:r>
            <a:r>
              <a:rPr kumimoji="1" lang="en" altLang="zh-TW" dirty="0"/>
              <a:t>z1 </a:t>
            </a:r>
            <a:r>
              <a:rPr kumimoji="1" lang="zh-TW" altLang="en-US" dirty="0"/>
              <a:t>包含了所有其他編碼的一點點，但它可能主要由實際單詞本身決定。如果我們要翻譯像“</a:t>
            </a:r>
            <a:r>
              <a:rPr kumimoji="1" lang="en" altLang="zh-TW" dirty="0"/>
              <a:t>The animal didn't cross the street because it was too tired”</a:t>
            </a:r>
            <a:r>
              <a:rPr kumimoji="1" lang="zh-TW" altLang="en-US" dirty="0"/>
              <a:t>這樣的句子，知道“</a:t>
            </a:r>
            <a:r>
              <a:rPr kumimoji="1" lang="en" altLang="zh-TW" dirty="0"/>
              <a:t>it”</a:t>
            </a:r>
            <a:r>
              <a:rPr kumimoji="1" lang="zh-TW" altLang="en-US" dirty="0"/>
              <a:t>指的是哪個詞會很有用。</a:t>
            </a:r>
            <a:endParaRPr kumimoji="1" lang="en-US" altLang="zh-TW" dirty="0"/>
          </a:p>
          <a:p>
            <a:pPr lvl="1"/>
            <a:r>
              <a:rPr kumimoji="1" lang="zh-TW" altLang="en-US" dirty="0"/>
              <a:t>它為</a:t>
            </a:r>
            <a:r>
              <a:rPr kumimoji="1" lang="en-US" altLang="zh-TW" dirty="0"/>
              <a:t>attention</a:t>
            </a:r>
            <a:r>
              <a:rPr kumimoji="1" lang="zh-TW" altLang="en-US" dirty="0"/>
              <a:t>層提供了多個“表示子空間</a:t>
            </a:r>
            <a:r>
              <a:rPr kumimoji="1" lang="en-US" altLang="zh-TW" dirty="0"/>
              <a:t>(</a:t>
            </a:r>
            <a:r>
              <a:rPr lang="en" altLang="zh-TW" b="0" i="0" dirty="0">
                <a:solidFill>
                  <a:srgbClr val="222222"/>
                </a:solidFill>
                <a:effectLst/>
                <a:latin typeface="Helvetica" pitchFamily="2" charset="0"/>
              </a:rPr>
              <a:t>representation subspaces)</a:t>
            </a:r>
            <a:r>
              <a:rPr kumimoji="1" lang="zh-TW" altLang="en-US" dirty="0"/>
              <a:t>”。對於多頭注意力，我們不僅有一個，而且有多組</a:t>
            </a:r>
            <a:r>
              <a:rPr kumimoji="1" lang="en-US" altLang="zh-TW" dirty="0"/>
              <a:t>Query/Key/Value </a:t>
            </a:r>
            <a:r>
              <a:rPr kumimoji="1" lang="zh-TW" altLang="en-US" dirty="0"/>
              <a:t>權重矩陣（</a:t>
            </a:r>
            <a:r>
              <a:rPr kumimoji="1" lang="en" altLang="zh-TW" dirty="0"/>
              <a:t>Transformer </a:t>
            </a:r>
            <a:r>
              <a:rPr kumimoji="1" lang="zh-TW" altLang="en-US" dirty="0"/>
              <a:t>使用八個</a:t>
            </a:r>
            <a:r>
              <a:rPr kumimoji="1" lang="en-US" altLang="zh-TW" dirty="0"/>
              <a:t>head</a:t>
            </a:r>
            <a:r>
              <a:rPr kumimoji="1" lang="zh-TW" altLang="en-US" dirty="0"/>
              <a:t>，所以我們最終為每個編碼器</a:t>
            </a:r>
            <a:r>
              <a:rPr kumimoji="1" lang="en-US" altLang="zh-TW" dirty="0"/>
              <a:t>/</a:t>
            </a:r>
            <a:r>
              <a:rPr kumimoji="1" lang="zh-TW" altLang="en-US" dirty="0"/>
              <a:t>解碼器得到八組） </a:t>
            </a:r>
            <a:r>
              <a:rPr kumimoji="1" lang="en-US" altLang="zh-TW" dirty="0"/>
              <a:t>. </a:t>
            </a:r>
            <a:r>
              <a:rPr kumimoji="1" lang="zh-TW" altLang="en-US" dirty="0"/>
              <a:t>這些集合中的每一個都是隨機初始化的。然後，在訓練之後，每個集合用於將輸入嵌入（或來自較低編碼器</a:t>
            </a:r>
            <a:r>
              <a:rPr kumimoji="1" lang="en-US" altLang="zh-TW" dirty="0"/>
              <a:t>/</a:t>
            </a:r>
            <a:r>
              <a:rPr kumimoji="1" lang="zh-TW" altLang="en-US" dirty="0"/>
              <a:t>解碼器的向量）投影到不同的表示子空間中。</a:t>
            </a:r>
          </a:p>
          <a:p>
            <a:endParaRPr kumimoji="1" lang="zh-TW" altLang="en-US" dirty="0"/>
          </a:p>
          <a:p>
            <a:endParaRPr kumimoji="1" lang="zh-TW" altLang="en-US" dirty="0"/>
          </a:p>
        </p:txBody>
      </p:sp>
    </p:spTree>
    <p:extLst>
      <p:ext uri="{BB962C8B-B14F-4D97-AF65-F5344CB8AC3E}">
        <p14:creationId xmlns:p14="http://schemas.microsoft.com/office/powerpoint/2010/main" val="850469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0A333103-6876-3B7A-A627-2B9A7BFC8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604" y="1077358"/>
            <a:ext cx="7960743" cy="4703284"/>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242FA4AF-64FE-EEFB-8B1E-92ADEF02CDF6}"/>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4D448415-59D6-7BD4-E62D-FFDA8DCC6F9C}"/>
              </a:ext>
            </a:extLst>
          </p:cNvPr>
          <p:cNvSpPr>
            <a:spLocks noGrp="1"/>
          </p:cNvSpPr>
          <p:nvPr>
            <p:ph idx="1"/>
          </p:nvPr>
        </p:nvSpPr>
        <p:spPr>
          <a:xfrm>
            <a:off x="838200" y="5970212"/>
            <a:ext cx="10515600" cy="712234"/>
          </a:xfrm>
        </p:spPr>
        <p:txBody>
          <a:bodyPr>
            <a:normAutofit fontScale="62500" lnSpcReduction="20000"/>
          </a:bodyPr>
          <a:lstStyle/>
          <a:p>
            <a:r>
              <a:rPr kumimoji="1" lang="en" altLang="zh-TW" dirty="0"/>
              <a:t>With multi-headed attention, we maintain separate Q/K/V weight matrices for each head resulting in different Q/K/V matrices. As we did before, we multiply X by the WQ/WK/WV matrices to produce Q/K/V matrices.</a:t>
            </a:r>
          </a:p>
          <a:p>
            <a:endParaRPr kumimoji="1" lang="zh-TW" altLang="en-US" dirty="0"/>
          </a:p>
        </p:txBody>
      </p:sp>
    </p:spTree>
    <p:extLst>
      <p:ext uri="{BB962C8B-B14F-4D97-AF65-F5344CB8AC3E}">
        <p14:creationId xmlns:p14="http://schemas.microsoft.com/office/powerpoint/2010/main" val="3563992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40107A-31EE-08A0-C80C-9A06CE41D028}"/>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3FCA28F9-51D3-B673-D2E3-9660583C20BE}"/>
              </a:ext>
            </a:extLst>
          </p:cNvPr>
          <p:cNvSpPr>
            <a:spLocks noGrp="1"/>
          </p:cNvSpPr>
          <p:nvPr>
            <p:ph idx="1"/>
          </p:nvPr>
        </p:nvSpPr>
        <p:spPr/>
        <p:txBody>
          <a:bodyPr/>
          <a:lstStyle/>
          <a:p>
            <a:r>
              <a:rPr kumimoji="1" lang="zh-TW" altLang="en-US" dirty="0"/>
              <a:t>如果我們進行與先前提到的的相同的</a:t>
            </a:r>
            <a:r>
              <a:rPr kumimoji="1" lang="en-US" altLang="zh-TW" dirty="0"/>
              <a:t>self attention</a:t>
            </a:r>
            <a:r>
              <a:rPr kumimoji="1" lang="zh-TW" altLang="en-US" dirty="0"/>
              <a:t>計算，只需八次不同的權重矩陣，最終會得到八個不同的 </a:t>
            </a:r>
            <a:r>
              <a:rPr kumimoji="1" lang="en" altLang="zh-TW" dirty="0"/>
              <a:t>Z </a:t>
            </a:r>
            <a:r>
              <a:rPr kumimoji="1" lang="zh-TW" altLang="en-US" dirty="0"/>
              <a:t>矩陣</a:t>
            </a:r>
          </a:p>
        </p:txBody>
      </p:sp>
      <p:pic>
        <p:nvPicPr>
          <p:cNvPr id="20482" name="Picture 2">
            <a:extLst>
              <a:ext uri="{FF2B5EF4-FFF2-40B4-BE49-F238E27FC236}">
                <a16:creationId xmlns:a16="http://schemas.microsoft.com/office/drawing/2014/main" id="{9DD82D65-8BA6-FEA8-D53A-611E46D246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301" y="2820692"/>
            <a:ext cx="7739398" cy="3672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412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2449D3-6495-987C-3227-6E105A119CF0}"/>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EF69BDE7-E54C-7930-700C-318E44E79F32}"/>
              </a:ext>
            </a:extLst>
          </p:cNvPr>
          <p:cNvSpPr>
            <a:spLocks noGrp="1"/>
          </p:cNvSpPr>
          <p:nvPr>
            <p:ph idx="1"/>
          </p:nvPr>
        </p:nvSpPr>
        <p:spPr/>
        <p:txBody>
          <a:bodyPr/>
          <a:lstStyle/>
          <a:p>
            <a:r>
              <a:rPr kumimoji="1" lang="zh-TW" altLang="en-US" dirty="0"/>
              <a:t>呃，可是神經網路那邊只需要一個矩陣，所以這邊需要加入一個作法來把這</a:t>
            </a:r>
            <a:r>
              <a:rPr kumimoji="1" lang="en-US" altLang="zh-TW" dirty="0"/>
              <a:t>8</a:t>
            </a:r>
            <a:r>
              <a:rPr kumimoji="1" lang="zh-TW" altLang="en-US" dirty="0"/>
              <a:t>個矩陣壓縮成一個</a:t>
            </a:r>
            <a:endParaRPr kumimoji="1" lang="en-US" altLang="zh-TW" dirty="0"/>
          </a:p>
          <a:p>
            <a:pPr lvl="1"/>
            <a:r>
              <a:rPr kumimoji="1" lang="en" altLang="zh-TW" dirty="0" err="1"/>
              <a:t>concat</a:t>
            </a:r>
            <a:r>
              <a:rPr kumimoji="1" lang="en" altLang="zh-TW" dirty="0"/>
              <a:t> the matrices then multiply them by an additional weights matrix WO.</a:t>
            </a:r>
            <a:endParaRPr kumimoji="1" lang="zh-TW" altLang="en-US" dirty="0"/>
          </a:p>
        </p:txBody>
      </p:sp>
      <p:pic>
        <p:nvPicPr>
          <p:cNvPr id="21508" name="Picture 4">
            <a:extLst>
              <a:ext uri="{FF2B5EF4-FFF2-40B4-BE49-F238E27FC236}">
                <a16:creationId xmlns:a16="http://schemas.microsoft.com/office/drawing/2014/main" id="{43809E7A-6722-0B3B-C06D-68547FF0F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038" y="3145940"/>
            <a:ext cx="6722327" cy="3719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9193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09B2C064-3452-5EC0-87D8-F5A507041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875"/>
            <a:ext cx="12192000" cy="682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1809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69A215-4CB5-4C01-B2FC-635ED1968769}"/>
              </a:ext>
            </a:extLst>
          </p:cNvPr>
          <p:cNvSpPr>
            <a:spLocks noGrp="1"/>
          </p:cNvSpPr>
          <p:nvPr>
            <p:ph type="title"/>
          </p:nvPr>
        </p:nvSpPr>
        <p:spPr/>
        <p:txBody>
          <a:bodyPr/>
          <a:lstStyle/>
          <a:p>
            <a:r>
              <a:rPr lang="en-US" altLang="zh-TW" dirty="0"/>
              <a:t>Self-attention-</a:t>
            </a:r>
            <a:r>
              <a:rPr kumimoji="1" lang="zh-TW" altLang="en-US" dirty="0"/>
              <a:t>小說產生器</a:t>
            </a:r>
            <a:endParaRPr lang="zh-TW" altLang="en-US" dirty="0"/>
          </a:p>
        </p:txBody>
      </p:sp>
      <p:sp>
        <p:nvSpPr>
          <p:cNvPr id="3" name="內容版面配置區 2">
            <a:extLst>
              <a:ext uri="{FF2B5EF4-FFF2-40B4-BE49-F238E27FC236}">
                <a16:creationId xmlns:a16="http://schemas.microsoft.com/office/drawing/2014/main" id="{CA2CBB6D-0E30-4604-B09A-5B00F2E25E02}"/>
              </a:ext>
            </a:extLst>
          </p:cNvPr>
          <p:cNvSpPr>
            <a:spLocks noGrp="1"/>
          </p:cNvSpPr>
          <p:nvPr>
            <p:ph idx="1"/>
          </p:nvPr>
        </p:nvSpPr>
        <p:spPr>
          <a:xfrm>
            <a:off x="838200" y="1825625"/>
            <a:ext cx="10515600" cy="4832870"/>
          </a:xfrm>
        </p:spPr>
        <p:txBody>
          <a:bodyPr>
            <a:normAutofit fontScale="62500" lnSpcReduction="20000"/>
          </a:bodyPr>
          <a:lstStyle/>
          <a:p>
            <a:pPr>
              <a:lnSpc>
                <a:spcPct val="120000"/>
              </a:lnSpc>
            </a:pPr>
            <a:r>
              <a:rPr lang="zh-TW" altLang="en-US" dirty="0"/>
              <a:t>簡單的文字生成器</a:t>
            </a:r>
            <a:endParaRPr lang="en-US" altLang="zh-TW" dirty="0"/>
          </a:p>
          <a:p>
            <a:pPr lvl="1">
              <a:lnSpc>
                <a:spcPct val="120000"/>
              </a:lnSpc>
            </a:pPr>
            <a:r>
              <a:rPr lang="en" altLang="zh-TW" b="0" i="0" dirty="0">
                <a:solidFill>
                  <a:srgbClr val="000000"/>
                </a:solidFill>
                <a:effectLst/>
                <a:highlight>
                  <a:srgbClr val="FFFFFF"/>
                </a:highlight>
                <a:latin typeface="Inter"/>
                <a:hlinkClick r:id="rId2"/>
              </a:rPr>
              <a:t>https://www.kaggle.com/code/leonjye/a-simple-attention-based-text-prediction-model</a:t>
            </a:r>
            <a:endParaRPr lang="en" altLang="zh-TW" b="0" i="0" dirty="0">
              <a:solidFill>
                <a:srgbClr val="000000"/>
              </a:solidFill>
              <a:effectLst/>
              <a:highlight>
                <a:srgbClr val="FFFFFF"/>
              </a:highlight>
              <a:latin typeface="Inter"/>
            </a:endParaRPr>
          </a:p>
          <a:p>
            <a:pPr lvl="1">
              <a:lnSpc>
                <a:spcPct val="120000"/>
              </a:lnSpc>
            </a:pPr>
            <a:r>
              <a:rPr kumimoji="1" lang="en-US" altLang="zh-TW" sz="2400" dirty="0">
                <a:hlinkClick r:id="rId3"/>
              </a:rPr>
              <a:t>https://github.com/leonjyentub/Text_Generation/blob/main/Text_Generation_Attention.py</a:t>
            </a:r>
            <a:endParaRPr lang="en" altLang="zh-TW" b="0" i="0" dirty="0">
              <a:solidFill>
                <a:srgbClr val="000000"/>
              </a:solidFill>
              <a:effectLst/>
              <a:highlight>
                <a:srgbClr val="FFFFFF"/>
              </a:highlight>
              <a:latin typeface="Inter"/>
            </a:endParaRPr>
          </a:p>
          <a:p>
            <a:pPr lvl="1">
              <a:lnSpc>
                <a:spcPct val="120000"/>
              </a:lnSpc>
            </a:pPr>
            <a:r>
              <a:rPr lang="zh-TW" altLang="en-US" dirty="0"/>
              <a:t>使用了 </a:t>
            </a:r>
            <a:r>
              <a:rPr lang="en-US" altLang="zh-TW" dirty="0"/>
              <a:t>Transformer </a:t>
            </a:r>
            <a:r>
              <a:rPr lang="zh-TW" altLang="en-US" dirty="0"/>
              <a:t>的自我注意力機制 </a:t>
            </a:r>
            <a:r>
              <a:rPr lang="en-US" altLang="zh-TW" dirty="0"/>
              <a:t>(self-attention)</a:t>
            </a:r>
            <a:r>
              <a:rPr lang="zh-TW" altLang="en-US" dirty="0"/>
              <a:t>，而不是 </a:t>
            </a:r>
            <a:r>
              <a:rPr lang="en-US" altLang="zh-TW" dirty="0"/>
              <a:t>LSTM</a:t>
            </a:r>
            <a:r>
              <a:rPr lang="zh-TW" altLang="en-US" dirty="0"/>
              <a:t>。在這個自我注意力機制中，有三個主要組件：</a:t>
            </a:r>
            <a:r>
              <a:rPr lang="en-US" altLang="zh-TW" dirty="0"/>
              <a:t>Q (</a:t>
            </a:r>
            <a:r>
              <a:rPr lang="zh-TW" altLang="en-US" dirty="0"/>
              <a:t>查詢</a:t>
            </a:r>
            <a:r>
              <a:rPr lang="en-US" altLang="zh-TW" dirty="0"/>
              <a:t>)</a:t>
            </a:r>
            <a:r>
              <a:rPr lang="zh-TW" altLang="en-US" dirty="0"/>
              <a:t>、</a:t>
            </a:r>
            <a:r>
              <a:rPr lang="en-US" altLang="zh-TW" dirty="0"/>
              <a:t>K (</a:t>
            </a:r>
            <a:r>
              <a:rPr lang="zh-TW" altLang="en-US" dirty="0"/>
              <a:t>鍵</a:t>
            </a:r>
            <a:r>
              <a:rPr lang="en-US" altLang="zh-TW" dirty="0"/>
              <a:t>) </a:t>
            </a:r>
            <a:r>
              <a:rPr lang="zh-TW" altLang="en-US" dirty="0"/>
              <a:t>和 </a:t>
            </a:r>
            <a:r>
              <a:rPr lang="en-US" altLang="zh-TW" dirty="0"/>
              <a:t>V (</a:t>
            </a:r>
            <a:r>
              <a:rPr lang="zh-TW" altLang="en-US" dirty="0"/>
              <a:t>值</a:t>
            </a:r>
            <a:r>
              <a:rPr lang="en-US" altLang="zh-TW" dirty="0"/>
              <a:t>)</a:t>
            </a:r>
            <a:r>
              <a:rPr lang="zh-TW" altLang="en-US" dirty="0"/>
              <a:t>。</a:t>
            </a:r>
          </a:p>
          <a:p>
            <a:pPr lvl="1">
              <a:lnSpc>
                <a:spcPct val="120000"/>
              </a:lnSpc>
            </a:pPr>
            <a:r>
              <a:rPr lang="zh-TW" altLang="en-US" dirty="0"/>
              <a:t>在這個程式碼中，自我注意力機制的 </a:t>
            </a:r>
            <a:r>
              <a:rPr lang="en-US" altLang="zh-TW" dirty="0"/>
              <a:t>Q</a:t>
            </a:r>
            <a:r>
              <a:rPr lang="zh-TW" altLang="en-US" dirty="0"/>
              <a:t>、</a:t>
            </a:r>
            <a:r>
              <a:rPr lang="en-US" altLang="zh-TW" dirty="0"/>
              <a:t>K</a:t>
            </a:r>
            <a:r>
              <a:rPr lang="zh-TW" altLang="en-US" dirty="0"/>
              <a:t>、</a:t>
            </a:r>
            <a:r>
              <a:rPr lang="en-US" altLang="zh-TW" dirty="0"/>
              <a:t>V </a:t>
            </a:r>
            <a:r>
              <a:rPr lang="zh-TW" altLang="en-US" dirty="0"/>
              <a:t>在 </a:t>
            </a:r>
            <a:r>
              <a:rPr lang="en-US" altLang="zh-TW" dirty="0"/>
              <a:t>Attention </a:t>
            </a:r>
            <a:r>
              <a:rPr lang="zh-TW" altLang="en-US" dirty="0"/>
              <a:t>類別中定義，並在 </a:t>
            </a:r>
            <a:r>
              <a:rPr lang="en-US" altLang="zh-TW" dirty="0"/>
              <a:t>Model </a:t>
            </a:r>
            <a:r>
              <a:rPr lang="zh-TW" altLang="en-US" dirty="0"/>
              <a:t>類別中使用。</a:t>
            </a:r>
          </a:p>
          <a:p>
            <a:pPr lvl="1">
              <a:lnSpc>
                <a:spcPct val="120000"/>
              </a:lnSpc>
            </a:pPr>
            <a:r>
              <a:rPr lang="zh-TW" altLang="en-US" dirty="0"/>
              <a:t>在 </a:t>
            </a:r>
            <a:r>
              <a:rPr lang="en-US" altLang="zh-TW" dirty="0"/>
              <a:t>Attention </a:t>
            </a:r>
            <a:r>
              <a:rPr lang="zh-TW" altLang="en-US" dirty="0"/>
              <a:t>類別中，定義了一個 </a:t>
            </a:r>
            <a:r>
              <a:rPr lang="en-US" altLang="zh-TW" dirty="0"/>
              <a:t>__</a:t>
            </a:r>
            <a:r>
              <a:rPr lang="en-US" altLang="zh-TW" dirty="0" err="1"/>
              <a:t>init</a:t>
            </a:r>
            <a:r>
              <a:rPr lang="en-US" altLang="zh-TW" dirty="0"/>
              <a:t>__ </a:t>
            </a:r>
            <a:r>
              <a:rPr lang="zh-TW" altLang="en-US" dirty="0"/>
              <a:t>函數，該函數初始化三個線性層，分別對應查詢、鍵和值。在呼叫 </a:t>
            </a:r>
            <a:r>
              <a:rPr lang="en-US" altLang="zh-TW" dirty="0"/>
              <a:t>forward </a:t>
            </a:r>
            <a:r>
              <a:rPr lang="zh-TW" altLang="en-US" dirty="0"/>
              <a:t>函數時，會使用這些線性層將輸入轉換為 </a:t>
            </a:r>
            <a:r>
              <a:rPr lang="en-US" altLang="zh-TW" dirty="0"/>
              <a:t>Q</a:t>
            </a:r>
            <a:r>
              <a:rPr lang="zh-TW" altLang="en-US" dirty="0"/>
              <a:t>、</a:t>
            </a:r>
            <a:r>
              <a:rPr lang="en-US" altLang="zh-TW" dirty="0"/>
              <a:t>K </a:t>
            </a:r>
            <a:r>
              <a:rPr lang="zh-TW" altLang="en-US" dirty="0"/>
              <a:t>和 </a:t>
            </a:r>
            <a:r>
              <a:rPr lang="en-US" altLang="zh-TW" dirty="0"/>
              <a:t>V</a:t>
            </a:r>
            <a:r>
              <a:rPr lang="zh-TW" altLang="en-US" dirty="0"/>
              <a:t>。</a:t>
            </a:r>
          </a:p>
          <a:p>
            <a:pPr lvl="1">
              <a:lnSpc>
                <a:spcPct val="120000"/>
              </a:lnSpc>
            </a:pPr>
            <a:r>
              <a:rPr lang="zh-TW" altLang="en-US" dirty="0"/>
              <a:t>在 </a:t>
            </a:r>
            <a:r>
              <a:rPr lang="en-US" altLang="zh-TW" dirty="0"/>
              <a:t>Model </a:t>
            </a:r>
            <a:r>
              <a:rPr lang="zh-TW" altLang="en-US" dirty="0"/>
              <a:t>類別中，定義了一個模型架構，其中包括一個嵌入層、一個自我注意力機制和一個全連接層。在 </a:t>
            </a:r>
            <a:r>
              <a:rPr lang="en-US" altLang="zh-TW" dirty="0"/>
              <a:t>forward </a:t>
            </a:r>
            <a:r>
              <a:rPr lang="zh-TW" altLang="en-US" dirty="0"/>
              <a:t>函數中，將輸入序列通過嵌入層後，作為查詢、鍵和值的輸入。然後，對嵌入序列的每個時間步驟，計算 </a:t>
            </a:r>
            <a:r>
              <a:rPr lang="en-US" altLang="zh-TW" dirty="0"/>
              <a:t>Q</a:t>
            </a:r>
            <a:r>
              <a:rPr lang="zh-TW" altLang="en-US" dirty="0"/>
              <a:t>、</a:t>
            </a:r>
            <a:r>
              <a:rPr lang="en-US" altLang="zh-TW" dirty="0"/>
              <a:t>K </a:t>
            </a:r>
            <a:r>
              <a:rPr lang="zh-TW" altLang="en-US" dirty="0"/>
              <a:t>和 </a:t>
            </a:r>
            <a:r>
              <a:rPr lang="en-US" altLang="zh-TW" dirty="0"/>
              <a:t>V</a:t>
            </a:r>
            <a:r>
              <a:rPr lang="zh-TW" altLang="en-US" dirty="0"/>
              <a:t>，並使用它們計算每個時間步驟的注意力權重。最後，使用這些注意力權重和嵌入序列，通過一個線性層和 </a:t>
            </a:r>
            <a:r>
              <a:rPr lang="en-US" altLang="zh-TW" dirty="0" err="1"/>
              <a:t>softmax</a:t>
            </a:r>
            <a:r>
              <a:rPr lang="en-US" altLang="zh-TW" dirty="0"/>
              <a:t> </a:t>
            </a:r>
            <a:r>
              <a:rPr lang="zh-TW" altLang="en-US" dirty="0"/>
              <a:t>函數產生機率分佈。</a:t>
            </a:r>
          </a:p>
          <a:p>
            <a:pPr lvl="1">
              <a:lnSpc>
                <a:spcPct val="120000"/>
              </a:lnSpc>
            </a:pPr>
            <a:r>
              <a:rPr lang="zh-TW" altLang="en-US" dirty="0"/>
              <a:t>在這個程式碼中，這些 </a:t>
            </a:r>
            <a:r>
              <a:rPr lang="en-US" altLang="zh-TW" dirty="0"/>
              <a:t>Q</a:t>
            </a:r>
            <a:r>
              <a:rPr lang="zh-TW" altLang="en-US" dirty="0"/>
              <a:t>、</a:t>
            </a:r>
            <a:r>
              <a:rPr lang="en-US" altLang="zh-TW" dirty="0"/>
              <a:t>K </a:t>
            </a:r>
            <a:r>
              <a:rPr lang="zh-TW" altLang="en-US" dirty="0"/>
              <a:t>和 </a:t>
            </a:r>
            <a:r>
              <a:rPr lang="en-US" altLang="zh-TW" dirty="0"/>
              <a:t>V </a:t>
            </a:r>
            <a:r>
              <a:rPr lang="zh-TW" altLang="en-US" dirty="0"/>
              <a:t>的使用方式是用於計算每個時間步驟的自我注意力權重，以選擇性地關注序列的特定部分。通過這種方式，模型有助於在生成過程中保留序列的全局上下文，以產生更正確和適當的詞語。</a:t>
            </a:r>
            <a:endParaRPr lang="en-US" altLang="zh-TW" dirty="0"/>
          </a:p>
          <a:p>
            <a:pPr>
              <a:lnSpc>
                <a:spcPct val="120000"/>
              </a:lnSpc>
            </a:pPr>
            <a:r>
              <a:rPr lang="zh-TW" altLang="en-US" dirty="0"/>
              <a:t>另外，對，我們再來一次三國演義 </a:t>
            </a:r>
            <a:r>
              <a:rPr lang="en-US" altLang="zh-TW" dirty="0"/>
              <a:t>XD</a:t>
            </a:r>
          </a:p>
          <a:p>
            <a:pPr lvl="1">
              <a:lnSpc>
                <a:spcPct val="120000"/>
              </a:lnSpc>
            </a:pPr>
            <a:r>
              <a:rPr lang="en-US" altLang="zh-TW" dirty="0">
                <a:hlinkClick r:id="rId4"/>
              </a:rPr>
              <a:t>https://colab.research.google.com/drive/1NJmaCpaXPQeUWqjvO-lbJm-m0d7Pvxf4?usp=sharing</a:t>
            </a:r>
            <a:endParaRPr lang="en-US" altLang="zh-TW" dirty="0"/>
          </a:p>
          <a:p>
            <a:pPr lvl="2">
              <a:lnSpc>
                <a:spcPct val="120000"/>
              </a:lnSpc>
            </a:pPr>
            <a:r>
              <a:rPr lang="en-US" altLang="zh-TW" dirty="0"/>
              <a:t>(</a:t>
            </a:r>
            <a:r>
              <a:rPr lang="zh-TW" altLang="en-US" dirty="0"/>
              <a:t>因為會跑很久所以只取部分的三國演義來測試，而且訓練迴圈只跑</a:t>
            </a:r>
            <a:r>
              <a:rPr lang="en-US" altLang="zh-TW" dirty="0"/>
              <a:t>3</a:t>
            </a:r>
            <a:r>
              <a:rPr lang="zh-TW" altLang="en-US" dirty="0"/>
              <a:t>次</a:t>
            </a:r>
            <a:r>
              <a:rPr lang="en-US" altLang="zh-TW" dirty="0"/>
              <a:t>)</a:t>
            </a:r>
          </a:p>
        </p:txBody>
      </p:sp>
    </p:spTree>
    <p:extLst>
      <p:ext uri="{BB962C8B-B14F-4D97-AF65-F5344CB8AC3E}">
        <p14:creationId xmlns:p14="http://schemas.microsoft.com/office/powerpoint/2010/main" val="579491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27F3B15D-9B40-F723-B889-7F405739FC0C}"/>
              </a:ext>
            </a:extLst>
          </p:cNvPr>
          <p:cNvSpPr>
            <a:spLocks noGrp="1"/>
          </p:cNvSpPr>
          <p:nvPr>
            <p:ph type="title"/>
          </p:nvPr>
        </p:nvSpPr>
        <p:spPr/>
        <p:txBody>
          <a:bodyPr/>
          <a:lstStyle/>
          <a:p>
            <a:r>
              <a:rPr lang="en" altLang="zh-TW" dirty="0"/>
              <a:t>Positional Encoding</a:t>
            </a:r>
            <a:endParaRPr lang="zh-TW" altLang="en-US" dirty="0"/>
          </a:p>
        </p:txBody>
      </p:sp>
      <p:sp>
        <p:nvSpPr>
          <p:cNvPr id="5" name="文字版面配置區 4">
            <a:extLst>
              <a:ext uri="{FF2B5EF4-FFF2-40B4-BE49-F238E27FC236}">
                <a16:creationId xmlns:a16="http://schemas.microsoft.com/office/drawing/2014/main" id="{D028D6BC-A592-7514-A1F4-4071A57CEC33}"/>
              </a:ext>
            </a:extLst>
          </p:cNvPr>
          <p:cNvSpPr>
            <a:spLocks noGrp="1"/>
          </p:cNvSpPr>
          <p:nvPr>
            <p:ph type="body" idx="1"/>
          </p:nvPr>
        </p:nvSpPr>
        <p:spPr/>
        <p:txBody>
          <a:bodyPr/>
          <a:lstStyle/>
          <a:p>
            <a:r>
              <a:rPr lang="en" altLang="zh-TW" dirty="0"/>
              <a:t>The Order of The Sequence</a:t>
            </a:r>
            <a:endParaRPr lang="zh-TW" altLang="en-US" dirty="0"/>
          </a:p>
        </p:txBody>
      </p:sp>
    </p:spTree>
    <p:extLst>
      <p:ext uri="{BB962C8B-B14F-4D97-AF65-F5344CB8AC3E}">
        <p14:creationId xmlns:p14="http://schemas.microsoft.com/office/powerpoint/2010/main" val="16652269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FC612E-903A-DA8A-3F20-865775E4E427}"/>
              </a:ext>
            </a:extLst>
          </p:cNvPr>
          <p:cNvSpPr>
            <a:spLocks noGrp="1"/>
          </p:cNvSpPr>
          <p:nvPr>
            <p:ph type="title"/>
          </p:nvPr>
        </p:nvSpPr>
        <p:spPr/>
        <p:txBody>
          <a:bodyPr/>
          <a:lstStyle/>
          <a:p>
            <a:r>
              <a:rPr kumimoji="1" lang="zh-TW" altLang="en-US" dirty="0"/>
              <a:t>使用位置編碼表示序列的順序</a:t>
            </a:r>
          </a:p>
        </p:txBody>
      </p:sp>
      <p:sp>
        <p:nvSpPr>
          <p:cNvPr id="3" name="內容版面配置區 2">
            <a:extLst>
              <a:ext uri="{FF2B5EF4-FFF2-40B4-BE49-F238E27FC236}">
                <a16:creationId xmlns:a16="http://schemas.microsoft.com/office/drawing/2014/main" id="{9C5D0035-1B63-C684-592A-A138A6C9B6DF}"/>
              </a:ext>
            </a:extLst>
          </p:cNvPr>
          <p:cNvSpPr>
            <a:spLocks noGrp="1"/>
          </p:cNvSpPr>
          <p:nvPr>
            <p:ph idx="1"/>
          </p:nvPr>
        </p:nvSpPr>
        <p:spPr/>
        <p:txBody>
          <a:bodyPr/>
          <a:lstStyle/>
          <a:p>
            <a:r>
              <a:rPr kumimoji="1" lang="zh-TW" altLang="en-US" dirty="0"/>
              <a:t>模型中缺少的一件事是一種解釋輸入序列中單詞順序的方法。</a:t>
            </a:r>
          </a:p>
          <a:p>
            <a:r>
              <a:rPr kumimoji="1" lang="zh-TW" altLang="en-US" dirty="0"/>
              <a:t>為了解決這個問題，</a:t>
            </a:r>
            <a:r>
              <a:rPr kumimoji="1" lang="en" altLang="zh-TW" dirty="0"/>
              <a:t>transformer </a:t>
            </a:r>
            <a:r>
              <a:rPr kumimoji="1" lang="zh-TW" altLang="en-US" dirty="0"/>
              <a:t>向每個</a:t>
            </a:r>
            <a:r>
              <a:rPr kumimoji="1" lang="en-US" altLang="zh-TW" dirty="0"/>
              <a:t>input embedding</a:t>
            </a:r>
            <a:r>
              <a:rPr kumimoji="1" lang="zh-TW" altLang="en-US" dirty="0"/>
              <a:t>添加了一個向量。</a:t>
            </a:r>
            <a:endParaRPr kumimoji="1" lang="en-US" altLang="zh-TW" dirty="0"/>
          </a:p>
          <a:p>
            <a:r>
              <a:rPr kumimoji="1" lang="zh-TW" altLang="en-US" dirty="0"/>
              <a:t>這些向量遵循模型學習的特定模式，這有助於它確定每個單詞的位置，或序列中不同單詞之間的距離。</a:t>
            </a:r>
            <a:endParaRPr kumimoji="1" lang="en-US" altLang="zh-TW" dirty="0"/>
          </a:p>
          <a:p>
            <a:r>
              <a:rPr kumimoji="1" lang="zh-TW" altLang="en-US" dirty="0"/>
              <a:t>直覺的做法是，一旦將這些值投影到 </a:t>
            </a:r>
            <a:r>
              <a:rPr kumimoji="1" lang="en" altLang="zh-TW" dirty="0"/>
              <a:t>Q/K/V </a:t>
            </a:r>
            <a:r>
              <a:rPr kumimoji="1" lang="zh-TW" altLang="en-US" dirty="0"/>
              <a:t>向量中，以及在點積注意力期間，將這些值加到</a:t>
            </a:r>
            <a:r>
              <a:rPr kumimoji="1" lang="en-US" altLang="zh-TW" dirty="0"/>
              <a:t>embedding</a:t>
            </a:r>
            <a:r>
              <a:rPr kumimoji="1" lang="zh-TW" altLang="en-US" dirty="0"/>
              <a:t>中，就可以在</a:t>
            </a:r>
            <a:r>
              <a:rPr kumimoji="1" lang="en" altLang="zh-TW" dirty="0"/>
              <a:t>embedding vectors</a:t>
            </a:r>
            <a:r>
              <a:rPr kumimoji="1" lang="zh-TW" altLang="en-US" dirty="0"/>
              <a:t>之間提供有意義的距離。</a:t>
            </a:r>
          </a:p>
        </p:txBody>
      </p:sp>
    </p:spTree>
    <p:extLst>
      <p:ext uri="{BB962C8B-B14F-4D97-AF65-F5344CB8AC3E}">
        <p14:creationId xmlns:p14="http://schemas.microsoft.com/office/powerpoint/2010/main" val="4261609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328F4-B844-DC1B-9AF8-1A3D4CB6D67A}"/>
              </a:ext>
            </a:extLst>
          </p:cNvPr>
          <p:cNvSpPr>
            <a:spLocks noGrp="1"/>
          </p:cNvSpPr>
          <p:nvPr>
            <p:ph type="title"/>
          </p:nvPr>
        </p:nvSpPr>
        <p:spPr/>
        <p:txBody>
          <a:bodyPr/>
          <a:lstStyle/>
          <a:p>
            <a:r>
              <a:rPr kumimoji="1" lang="zh-TW" altLang="en-US" dirty="0"/>
              <a:t>位置編碼</a:t>
            </a:r>
            <a:endParaRPr kumimoji="1" lang="zh-TW" altLang="en-US" dirty="0">
              <a:solidFill>
                <a:srgbClr val="FF0000"/>
              </a:solidFill>
            </a:endParaRPr>
          </a:p>
        </p:txBody>
      </p:sp>
      <p:sp>
        <p:nvSpPr>
          <p:cNvPr id="3" name="內容版面配置區 2">
            <a:extLst>
              <a:ext uri="{FF2B5EF4-FFF2-40B4-BE49-F238E27FC236}">
                <a16:creationId xmlns:a16="http://schemas.microsoft.com/office/drawing/2014/main" id="{3074881A-6BE7-472C-A666-AD5EFC3BD564}"/>
              </a:ext>
            </a:extLst>
          </p:cNvPr>
          <p:cNvSpPr>
            <a:spLocks noGrp="1"/>
          </p:cNvSpPr>
          <p:nvPr>
            <p:ph idx="1"/>
          </p:nvPr>
        </p:nvSpPr>
        <p:spPr>
          <a:xfrm>
            <a:off x="838200" y="1825624"/>
            <a:ext cx="10515600" cy="4486275"/>
          </a:xfrm>
        </p:spPr>
        <p:txBody>
          <a:bodyPr>
            <a:normAutofit/>
          </a:bodyPr>
          <a:lstStyle/>
          <a:p>
            <a:r>
              <a:rPr kumimoji="1" lang="zh-TW" altLang="en-US" dirty="0"/>
              <a:t>對任何語言來說，句子中</a:t>
            </a:r>
            <a:br>
              <a:rPr kumimoji="1" lang="en-US" altLang="zh-TW" dirty="0"/>
            </a:br>
            <a:r>
              <a:rPr kumimoji="1" lang="zh-TW" altLang="en-US" dirty="0"/>
              <a:t>詞彙的順序和位置都是非</a:t>
            </a:r>
            <a:br>
              <a:rPr kumimoji="1" lang="en-US" altLang="zh-TW" dirty="0"/>
            </a:br>
            <a:r>
              <a:rPr kumimoji="1" lang="zh-TW" altLang="en-US" dirty="0"/>
              <a:t>常重要的。</a:t>
            </a:r>
            <a:endParaRPr kumimoji="1" lang="en-US" altLang="zh-TW" dirty="0"/>
          </a:p>
          <a:p>
            <a:r>
              <a:rPr kumimoji="1" lang="zh-TW" altLang="en-US" dirty="0"/>
              <a:t>它們定義了語法，從而定義了句子的實際語義。</a:t>
            </a:r>
            <a:endParaRPr kumimoji="1" lang="en-US" altLang="zh-TW" dirty="0"/>
          </a:p>
          <a:p>
            <a:r>
              <a:rPr kumimoji="1" lang="en" altLang="zh-TW" dirty="0"/>
              <a:t>RNN</a:t>
            </a:r>
            <a:r>
              <a:rPr kumimoji="1" lang="zh-TW" altLang="en-US" dirty="0"/>
              <a:t>結構本身就涵蓋了單詞的順序，</a:t>
            </a:r>
            <a:r>
              <a:rPr kumimoji="1" lang="en" altLang="zh-TW" dirty="0"/>
              <a:t>RNN</a:t>
            </a:r>
            <a:r>
              <a:rPr kumimoji="1" lang="zh-TW" altLang="en-US" dirty="0"/>
              <a:t>按順序逐字分析句子，這就直接在處理的時候整合了文本的順序信息。</a:t>
            </a:r>
          </a:p>
          <a:p>
            <a:r>
              <a:rPr kumimoji="1" lang="zh-TW" altLang="en-US" dirty="0"/>
              <a:t>但</a:t>
            </a:r>
            <a:r>
              <a:rPr kumimoji="1" lang="en" altLang="zh-TW" dirty="0"/>
              <a:t>Transformer</a:t>
            </a:r>
            <a:r>
              <a:rPr kumimoji="1" lang="zh-TW" altLang="en-US" dirty="0"/>
              <a:t>架構拋棄了循環機制，僅採用</a:t>
            </a:r>
            <a:r>
              <a:rPr kumimoji="1" lang="en-US" altLang="zh-TW" dirty="0"/>
              <a:t>multi-head self-attention</a:t>
            </a:r>
            <a:r>
              <a:rPr kumimoji="1" lang="zh-TW" altLang="en-US" dirty="0"/>
              <a:t>機制。</a:t>
            </a:r>
            <a:endParaRPr kumimoji="1" lang="en-US" altLang="zh-TW" dirty="0"/>
          </a:p>
          <a:p>
            <a:r>
              <a:rPr kumimoji="1" lang="zh-TW" altLang="en-US" dirty="0"/>
              <a:t>雖然避免了</a:t>
            </a:r>
            <a:r>
              <a:rPr kumimoji="1" lang="en" altLang="zh-TW" dirty="0"/>
              <a:t>RNN</a:t>
            </a:r>
            <a:r>
              <a:rPr kumimoji="1" lang="zh-TW" altLang="en-US" dirty="0"/>
              <a:t>較大的時間成本，而且從理論上講，它可以捕捉句子中較長的依賴關係。</a:t>
            </a:r>
          </a:p>
        </p:txBody>
      </p:sp>
      <p:sp>
        <p:nvSpPr>
          <p:cNvPr id="5" name="文字方塊 4">
            <a:extLst>
              <a:ext uri="{FF2B5EF4-FFF2-40B4-BE49-F238E27FC236}">
                <a16:creationId xmlns:a16="http://schemas.microsoft.com/office/drawing/2014/main" id="{720CBB9D-BF09-CFC8-F36F-EE9A81B013B7}"/>
              </a:ext>
            </a:extLst>
          </p:cNvPr>
          <p:cNvSpPr txBox="1"/>
          <p:nvPr/>
        </p:nvSpPr>
        <p:spPr>
          <a:xfrm>
            <a:off x="4924425" y="6129892"/>
            <a:ext cx="6097656" cy="369332"/>
          </a:xfrm>
          <a:prstGeom prst="rect">
            <a:avLst/>
          </a:prstGeom>
          <a:noFill/>
        </p:spPr>
        <p:txBody>
          <a:bodyPr wrap="square">
            <a:spAutoFit/>
          </a:bodyPr>
          <a:lstStyle/>
          <a:p>
            <a:r>
              <a:rPr kumimoji="1" lang="en" altLang="zh-TW" dirty="0"/>
              <a:t>https://</a:t>
            </a:r>
            <a:r>
              <a:rPr kumimoji="1" lang="en" altLang="zh-TW" dirty="0" err="1"/>
              <a:t>lolitasian.blog.csdn.net</a:t>
            </a:r>
            <a:r>
              <a:rPr kumimoji="1" lang="en" altLang="zh-TW" dirty="0"/>
              <a:t>/article/details/124336971</a:t>
            </a:r>
            <a:endParaRPr kumimoji="1" lang="zh-TW" altLang="en-US" dirty="0"/>
          </a:p>
        </p:txBody>
      </p:sp>
      <p:pic>
        <p:nvPicPr>
          <p:cNvPr id="1026" name="Picture 2">
            <a:extLst>
              <a:ext uri="{FF2B5EF4-FFF2-40B4-BE49-F238E27FC236}">
                <a16:creationId xmlns:a16="http://schemas.microsoft.com/office/drawing/2014/main" id="{63173E2F-6B1E-6372-BDA1-EFB04B629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5791" y="365124"/>
            <a:ext cx="6188009" cy="241558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246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80D2C7-8A08-340F-61DC-8281F5369D56}"/>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4B5F9FAE-838D-8F01-E078-6C3FAAED4D63}"/>
              </a:ext>
            </a:extLst>
          </p:cNvPr>
          <p:cNvSpPr>
            <a:spLocks noGrp="1"/>
          </p:cNvSpPr>
          <p:nvPr>
            <p:ph idx="1"/>
          </p:nvPr>
        </p:nvSpPr>
        <p:spPr/>
        <p:txBody>
          <a:bodyPr>
            <a:normAutofit/>
          </a:bodyPr>
          <a:lstStyle/>
          <a:p>
            <a:r>
              <a:rPr kumimoji="1" lang="zh-TW" altLang="en-US" dirty="0"/>
              <a:t>由於句子中的單詞同時流經</a:t>
            </a:r>
            <a:r>
              <a:rPr kumimoji="1" lang="en" altLang="zh-TW" dirty="0"/>
              <a:t>Transformer</a:t>
            </a:r>
            <a:r>
              <a:rPr kumimoji="1" lang="zh-TW" altLang="en-US" dirty="0"/>
              <a:t>的編碼器、解碼器等等，模型本身對每個單詞沒有任何位置信息的。</a:t>
            </a:r>
            <a:endParaRPr kumimoji="1" lang="en-US" altLang="zh-TW" dirty="0"/>
          </a:p>
          <a:p>
            <a:r>
              <a:rPr kumimoji="1" lang="zh-TW" altLang="en-US" dirty="0"/>
              <a:t>比如輸入是「你禮貌嗎」，如果將位置信息打亂，變成「禮貌你嗎」的時候，因為模型沒有位置信息所以也就沒辦法識別語義，但是從人的⻆度理解這是完全不同的兩句話。</a:t>
            </a:r>
            <a:endParaRPr kumimoji="1" lang="en-US" altLang="zh-TW" dirty="0"/>
          </a:p>
          <a:p>
            <a:pPr lvl="1"/>
            <a:r>
              <a:rPr kumimoji="1" lang="zh-TW" altLang="en-US" dirty="0"/>
              <a:t>因此，仍然需要一種方法將單詞的順序整合到模型中。</a:t>
            </a:r>
            <a:endParaRPr kumimoji="1" lang="en-US" altLang="zh-TW" dirty="0"/>
          </a:p>
          <a:p>
            <a:r>
              <a:rPr kumimoji="1" lang="zh-TW" altLang="en-US" dirty="0"/>
              <a:t>想給模型一些位置信息，一個方案是在每個單詞中添加一條關於其在句子中位置的信息。我們稱之為“信息片段”，即位置編碼。</a:t>
            </a:r>
          </a:p>
          <a:p>
            <a:endParaRPr kumimoji="1" lang="zh-TW" altLang="en-US" dirty="0"/>
          </a:p>
        </p:txBody>
      </p:sp>
    </p:spTree>
    <p:extLst>
      <p:ext uri="{BB962C8B-B14F-4D97-AF65-F5344CB8AC3E}">
        <p14:creationId xmlns:p14="http://schemas.microsoft.com/office/powerpoint/2010/main" val="29866333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622563-8E7B-0A3B-62DD-ED55D817BC71}"/>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8FD06B62-AF4F-BF7E-A7C7-36B37F8D4E4A}"/>
              </a:ext>
            </a:extLst>
          </p:cNvPr>
          <p:cNvSpPr>
            <a:spLocks noGrp="1"/>
          </p:cNvSpPr>
          <p:nvPr>
            <p:ph idx="1"/>
          </p:nvPr>
        </p:nvSpPr>
        <p:spPr/>
        <p:txBody>
          <a:bodyPr/>
          <a:lstStyle/>
          <a:p>
            <a:r>
              <a:rPr kumimoji="1" lang="zh-TW" altLang="en-US" dirty="0"/>
              <a:t>給每個在不同位置的字加上一組編碼？該怎麼做？</a:t>
            </a:r>
            <a:endParaRPr kumimoji="1" lang="en-US" altLang="zh-TW" dirty="0"/>
          </a:p>
          <a:p>
            <a:r>
              <a:rPr kumimoji="1" lang="zh-TW" altLang="en-US" dirty="0"/>
              <a:t>第一個可能想到的想法是為每個</a:t>
            </a:r>
            <a:r>
              <a:rPr kumimoji="1" lang="en-US" altLang="zh-TW" dirty="0"/>
              <a:t>time step</a:t>
            </a:r>
            <a:r>
              <a:rPr kumimoji="1" lang="zh-TW" altLang="en-US" dirty="0"/>
              <a:t>添加一個</a:t>
            </a:r>
            <a:r>
              <a:rPr kumimoji="1" lang="en-US" altLang="zh-TW" dirty="0"/>
              <a:t>[ 0 , 1 ] [0,1][ 0 ,1 ]</a:t>
            </a:r>
            <a:r>
              <a:rPr kumimoji="1" lang="zh-TW" altLang="en-US" dirty="0"/>
              <a:t>範圍內的數字，其中</a:t>
            </a:r>
            <a:r>
              <a:rPr kumimoji="1" lang="en-US" altLang="zh-TW" dirty="0"/>
              <a:t>0</a:t>
            </a:r>
            <a:r>
              <a:rPr kumimoji="1" lang="zh-TW" altLang="en-US" dirty="0"/>
              <a:t>表示第一個單詞，</a:t>
            </a:r>
            <a:r>
              <a:rPr kumimoji="1" lang="en-US" altLang="zh-TW" dirty="0"/>
              <a:t>1</a:t>
            </a:r>
            <a:r>
              <a:rPr kumimoji="1" lang="zh-TW" altLang="en-US" dirty="0"/>
              <a:t>表示最後一個單詞。</a:t>
            </a:r>
          </a:p>
          <a:p>
            <a:r>
              <a:rPr kumimoji="1" lang="zh-TW" altLang="en-US" dirty="0"/>
              <a:t>這可行嗎？</a:t>
            </a:r>
          </a:p>
          <a:p>
            <a:pPr lvl="1"/>
            <a:r>
              <a:rPr kumimoji="1" lang="zh-TW" altLang="en-US" dirty="0"/>
              <a:t>問題之一是你無法計算出在特定範圍內有多少個單詞。換句話說，</a:t>
            </a:r>
            <a:r>
              <a:rPr kumimoji="1" lang="en-US" altLang="zh-TW" dirty="0"/>
              <a:t>time step</a:t>
            </a:r>
            <a:r>
              <a:rPr kumimoji="1" lang="zh-TW" altLang="en-US" dirty="0"/>
              <a:t>在不同的句子中含義不一致。</a:t>
            </a:r>
          </a:p>
          <a:p>
            <a:endParaRPr kumimoji="1" lang="zh-TW" altLang="en-US" dirty="0"/>
          </a:p>
          <a:p>
            <a:endParaRPr kumimoji="1" lang="zh-TW" altLang="en-US" dirty="0"/>
          </a:p>
        </p:txBody>
      </p:sp>
      <p:pic>
        <p:nvPicPr>
          <p:cNvPr id="2050" name="Picture 2">
            <a:extLst>
              <a:ext uri="{FF2B5EF4-FFF2-40B4-BE49-F238E27FC236}">
                <a16:creationId xmlns:a16="http://schemas.microsoft.com/office/drawing/2014/main" id="{53E301C6-B4C7-45D8-93E0-CC9EDC077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418" y="5214790"/>
            <a:ext cx="8946598" cy="1278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2093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31303A-F6C9-1CCB-DDB9-6EC06053BC54}"/>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31223589-00ED-F0BE-3E42-48E17C0CB2FD}"/>
              </a:ext>
            </a:extLst>
          </p:cNvPr>
          <p:cNvSpPr>
            <a:spLocks noGrp="1"/>
          </p:cNvSpPr>
          <p:nvPr>
            <p:ph idx="1"/>
          </p:nvPr>
        </p:nvSpPr>
        <p:spPr/>
        <p:txBody>
          <a:bodyPr/>
          <a:lstStyle/>
          <a:p>
            <a:r>
              <a:rPr kumimoji="1" lang="zh-TW" altLang="en-US" dirty="0"/>
              <a:t>另一個想法</a:t>
            </a:r>
            <a:endParaRPr kumimoji="1" lang="en-US" altLang="zh-TW" dirty="0"/>
          </a:p>
          <a:p>
            <a:r>
              <a:rPr kumimoji="1" lang="zh-TW" altLang="en-US" dirty="0"/>
              <a:t>是為每個</a:t>
            </a:r>
            <a:r>
              <a:rPr kumimoji="1" lang="en-US" altLang="zh-TW" dirty="0"/>
              <a:t>time step</a:t>
            </a:r>
            <a:r>
              <a:rPr kumimoji="1" lang="zh-TW" altLang="en-US" dirty="0"/>
              <a:t>按一定步數線性分配一個數字。</a:t>
            </a:r>
            <a:endParaRPr kumimoji="1" lang="en-US" altLang="zh-TW" dirty="0"/>
          </a:p>
          <a:p>
            <a:r>
              <a:rPr kumimoji="1" lang="zh-TW" altLang="en-US" dirty="0"/>
              <a:t>也就是說，第一個單詞是“</a:t>
            </a:r>
            <a:r>
              <a:rPr kumimoji="1" lang="en-US" altLang="zh-TW" dirty="0"/>
              <a:t>1”</a:t>
            </a:r>
            <a:r>
              <a:rPr kumimoji="1" lang="zh-TW" altLang="en-US" dirty="0"/>
              <a:t>，第二個單詞是“</a:t>
            </a:r>
            <a:r>
              <a:rPr kumimoji="1" lang="en-US" altLang="zh-TW" dirty="0"/>
              <a:t>2”</a:t>
            </a:r>
            <a:r>
              <a:rPr kumimoji="1" lang="zh-TW" altLang="en-US" dirty="0"/>
              <a:t>，依此類推。</a:t>
            </a:r>
          </a:p>
          <a:p>
            <a:r>
              <a:rPr kumimoji="1" lang="zh-TW" altLang="en-US" dirty="0"/>
              <a:t>這種方法的問題在於，隨著句子變長，這些值可能會變得特別大，</a:t>
            </a:r>
            <a:endParaRPr kumimoji="1" lang="en-US" altLang="zh-TW" dirty="0"/>
          </a:p>
          <a:p>
            <a:r>
              <a:rPr kumimoji="1" lang="zh-TW" altLang="en-US" dirty="0"/>
              <a:t>並且模型可能會遇到比訓練時更長的句子</a:t>
            </a:r>
            <a:endParaRPr kumimoji="1" lang="en-US" altLang="zh-TW" dirty="0"/>
          </a:p>
          <a:p>
            <a:r>
              <a:rPr kumimoji="1" lang="zh-TW" altLang="en-US" dirty="0"/>
              <a:t>此外，我們的模型可能會忽略某些長度的樣本。這會損害模型的一般化。</a:t>
            </a:r>
          </a:p>
        </p:txBody>
      </p:sp>
    </p:spTree>
    <p:extLst>
      <p:ext uri="{BB962C8B-B14F-4D97-AF65-F5344CB8AC3E}">
        <p14:creationId xmlns:p14="http://schemas.microsoft.com/office/powerpoint/2010/main" val="3661218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5707F5-3B5B-BC03-B328-9A00DCEE2334}"/>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568A3216-32AA-CE2C-ED78-0550DD100E6F}"/>
              </a:ext>
            </a:extLst>
          </p:cNvPr>
          <p:cNvSpPr>
            <a:spLocks noGrp="1"/>
          </p:cNvSpPr>
          <p:nvPr>
            <p:ph idx="1"/>
          </p:nvPr>
        </p:nvSpPr>
        <p:spPr/>
        <p:txBody>
          <a:bodyPr/>
          <a:lstStyle/>
          <a:p>
            <a:pPr>
              <a:lnSpc>
                <a:spcPct val="100000"/>
              </a:lnSpc>
            </a:pPr>
            <a:r>
              <a:rPr kumimoji="1" lang="zh-TW" altLang="en-US" dirty="0"/>
              <a:t>理想情況下，應滿足以下標準：</a:t>
            </a:r>
          </a:p>
          <a:p>
            <a:pPr lvl="1">
              <a:lnSpc>
                <a:spcPct val="100000"/>
              </a:lnSpc>
            </a:pPr>
            <a:r>
              <a:rPr kumimoji="1" lang="zh-TW" altLang="en-US" dirty="0"/>
              <a:t>每個</a:t>
            </a:r>
            <a:r>
              <a:rPr kumimoji="1" lang="en-US" altLang="zh-TW" dirty="0"/>
              <a:t>time step</a:t>
            </a:r>
            <a:r>
              <a:rPr kumimoji="1" lang="zh-TW" altLang="en-US" dirty="0"/>
              <a:t>都有唯一的編碼。</a:t>
            </a:r>
          </a:p>
          <a:p>
            <a:pPr lvl="1">
              <a:lnSpc>
                <a:spcPct val="100000"/>
              </a:lnSpc>
            </a:pPr>
            <a:r>
              <a:rPr kumimoji="1" lang="zh-TW" altLang="en-US" dirty="0"/>
              <a:t>在不同長度的句子中，兩個</a:t>
            </a:r>
            <a:r>
              <a:rPr kumimoji="1" lang="en-US" altLang="zh-TW" dirty="0"/>
              <a:t>time step</a:t>
            </a:r>
            <a:r>
              <a:rPr kumimoji="1" lang="zh-TW" altLang="en-US" dirty="0"/>
              <a:t>之間的距離應該一致。</a:t>
            </a:r>
          </a:p>
          <a:p>
            <a:pPr lvl="1">
              <a:lnSpc>
                <a:spcPct val="100000"/>
              </a:lnSpc>
            </a:pPr>
            <a:r>
              <a:rPr kumimoji="1" lang="zh-TW" altLang="en-US" dirty="0"/>
              <a:t>模型不受句子長短的影響，並且編碼範圍是有界的。（不會隨著句子加長數字就無限增大）</a:t>
            </a:r>
          </a:p>
          <a:p>
            <a:pPr lvl="1">
              <a:lnSpc>
                <a:spcPct val="100000"/>
              </a:lnSpc>
            </a:pPr>
            <a:r>
              <a:rPr kumimoji="1" lang="zh-TW" altLang="en-US" dirty="0"/>
              <a:t>必須是確定性的。</a:t>
            </a:r>
          </a:p>
        </p:txBody>
      </p:sp>
    </p:spTree>
    <p:extLst>
      <p:ext uri="{BB962C8B-B14F-4D97-AF65-F5344CB8AC3E}">
        <p14:creationId xmlns:p14="http://schemas.microsoft.com/office/powerpoint/2010/main" val="34414433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69BECE-BAAD-32C7-B6BF-79896673DE96}"/>
              </a:ext>
            </a:extLst>
          </p:cNvPr>
          <p:cNvSpPr>
            <a:spLocks noGrp="1"/>
          </p:cNvSpPr>
          <p:nvPr>
            <p:ph type="title"/>
          </p:nvPr>
        </p:nvSpPr>
        <p:spPr/>
        <p:txBody>
          <a:bodyPr/>
          <a:lstStyle/>
          <a:p>
            <a:r>
              <a:rPr kumimoji="1" lang="zh-TW" altLang="en-US" dirty="0"/>
              <a:t>位置編碼</a:t>
            </a:r>
            <a:r>
              <a:rPr kumimoji="1" lang="en-US" altLang="zh-TW" dirty="0"/>
              <a:t>(Position embedding)</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9D8A333-5A69-29DE-9C41-FA579DBBF96A}"/>
                  </a:ext>
                </a:extLst>
              </p:cNvPr>
              <p:cNvSpPr>
                <a:spLocks noGrp="1"/>
              </p:cNvSpPr>
              <p:nvPr>
                <p:ph idx="1"/>
              </p:nvPr>
            </p:nvSpPr>
            <p:spPr>
              <a:xfrm>
                <a:off x="838200" y="1825624"/>
                <a:ext cx="10515600" cy="4803775"/>
              </a:xfrm>
            </p:spPr>
            <p:txBody>
              <a:bodyPr>
                <a:normAutofit/>
              </a:bodyPr>
              <a:lstStyle/>
              <a:p>
                <a:r>
                  <a:rPr kumimoji="1" lang="zh-TW" altLang="en-US" dirty="0"/>
                  <a:t>首先，編碼的結果不是單獨某個數字，它是一個</a:t>
                </a:r>
                <a:r>
                  <a:rPr kumimoji="1" lang="en" altLang="zh-TW" dirty="0"/>
                  <a:t>d</a:t>
                </a:r>
                <a:r>
                  <a:rPr kumimoji="1" lang="zh-TW" altLang="en-US" dirty="0"/>
                  <a:t>維向量，其中包含句子中特定位置的信息。</a:t>
                </a:r>
                <a:endParaRPr kumimoji="1" lang="en-US" altLang="zh-TW" dirty="0"/>
              </a:p>
              <a:p>
                <a:r>
                  <a:rPr kumimoji="1" lang="zh-TW" altLang="en-US" dirty="0"/>
                  <a:t>其次，這種編碼並沒有集成到模型本身中，該向量用於為每個單詞提供有關其在句子中位置的信息。</a:t>
                </a:r>
              </a:p>
              <a:p>
                <a:r>
                  <a:rPr kumimoji="1" lang="zh-TW" altLang="en-US" dirty="0"/>
                  <a:t>也就是說，其修改了模型的輸入，添加了單詞的順序信息。</a:t>
                </a:r>
                <a:endParaRPr kumimoji="1" lang="en-US" altLang="zh-TW" dirty="0"/>
              </a:p>
              <a:p>
                <a:pPr lvl="1"/>
                <a:r>
                  <a:rPr lang="en" altLang="zh-TW" b="0" i="0" dirty="0">
                    <a:effectLst/>
                    <a:latin typeface="KaTeX_Main"/>
                  </a:rPr>
                  <a:t>t</a:t>
                </a:r>
                <a:r>
                  <a:rPr lang="zh-TW" altLang="en-US" b="0" i="0" dirty="0">
                    <a:effectLst/>
                    <a:latin typeface="-apple-system"/>
                  </a:rPr>
                  <a:t>是句子中某詞彙的位置。</a:t>
                </a:r>
                <a:endParaRPr lang="en-US" altLang="zh-TW" b="0" i="0" dirty="0">
                  <a:effectLst/>
                  <a:latin typeface="-apple-system"/>
                </a:endParaRPr>
              </a:p>
              <a:p>
                <a:pPr lvl="1"/>
                <a14:m>
                  <m:oMath xmlns:m="http://schemas.openxmlformats.org/officeDocument/2006/math">
                    <m:acc>
                      <m:accPr>
                        <m:chr m:val="⃗"/>
                        <m:ctrlPr>
                          <a:rPr lang="zh-TW" altLang="en-US" b="0" i="1" smtClean="0">
                            <a:effectLst/>
                            <a:latin typeface="Cambria Math" panose="02040503050406030204" pitchFamily="18" charset="0"/>
                          </a:rPr>
                        </m:ctrlPr>
                      </m:accPr>
                      <m:e>
                        <m:sSub>
                          <m:sSubPr>
                            <m:ctrlPr>
                              <a:rPr lang="en-US" altLang="zh-TW" b="0" i="1" smtClean="0">
                                <a:effectLst/>
                                <a:latin typeface="Cambria Math" panose="02040503050406030204" pitchFamily="18" charset="0"/>
                              </a:rPr>
                            </m:ctrlPr>
                          </m:sSubPr>
                          <m:e>
                            <m:r>
                              <a:rPr lang="en-US" altLang="zh-TW" b="0" i="1" smtClean="0">
                                <a:effectLst/>
                                <a:latin typeface="Cambria Math" panose="02040503050406030204" pitchFamily="18" charset="0"/>
                              </a:rPr>
                              <m:t>𝑃</m:t>
                            </m:r>
                          </m:e>
                          <m:sub>
                            <m:r>
                              <a:rPr lang="en-US" altLang="zh-TW" b="0" i="1" smtClean="0">
                                <a:effectLst/>
                                <a:latin typeface="Cambria Math" panose="02040503050406030204" pitchFamily="18" charset="0"/>
                              </a:rPr>
                              <m:t>𝑡</m:t>
                            </m:r>
                          </m:sub>
                        </m:sSub>
                      </m:e>
                    </m:acc>
                    <m:r>
                      <a:rPr lang="zh-TW" altLang="en-US" b="0" i="1" smtClean="0">
                        <a:effectLst/>
                        <a:latin typeface="Cambria Math" panose="02040503050406030204" pitchFamily="18" charset="0"/>
                      </a:rPr>
                      <m:t>∈</m:t>
                    </m:r>
                    <m:sSup>
                      <m:sSupPr>
                        <m:ctrlPr>
                          <a:rPr lang="en-US" altLang="zh-TW" b="0" i="1" smtClean="0">
                            <a:effectLst/>
                            <a:latin typeface="Cambria Math" panose="02040503050406030204" pitchFamily="18" charset="0"/>
                          </a:rPr>
                        </m:ctrlPr>
                      </m:sSupPr>
                      <m:e>
                        <m:r>
                          <a:rPr lang="en-US" altLang="zh-TW" b="0" i="1" smtClean="0">
                            <a:effectLst/>
                            <a:latin typeface="Cambria Math" panose="02040503050406030204" pitchFamily="18" charset="0"/>
                          </a:rPr>
                          <m:t>𝑅</m:t>
                        </m:r>
                      </m:e>
                      <m:sup>
                        <m:r>
                          <a:rPr lang="en-US" altLang="zh-TW" b="0" i="1" smtClean="0">
                            <a:effectLst/>
                            <a:latin typeface="Cambria Math" panose="02040503050406030204" pitchFamily="18" charset="0"/>
                          </a:rPr>
                          <m:t>𝑑</m:t>
                        </m:r>
                      </m:sup>
                    </m:sSup>
                  </m:oMath>
                </a14:m>
                <a:r>
                  <a:rPr lang="zh-TW" altLang="en-US" b="0" i="0" dirty="0">
                    <a:effectLst/>
                    <a:latin typeface="-apple-system"/>
                  </a:rPr>
                  <a:t>是其</a:t>
                </a:r>
                <a:r>
                  <a:rPr lang="en-US" altLang="zh-TW" b="0" i="0" dirty="0">
                    <a:effectLst/>
                    <a:latin typeface="-apple-system"/>
                  </a:rPr>
                  <a:t>encoding</a:t>
                </a:r>
              </a:p>
              <a:p>
                <a:pPr lvl="1"/>
                <a:r>
                  <a:rPr lang="en-US" altLang="zh-TW" dirty="0">
                    <a:latin typeface="-apple-system"/>
                  </a:rPr>
                  <a:t>d</a:t>
                </a:r>
                <a:r>
                  <a:rPr lang="zh-TW" altLang="en-US" dirty="0">
                    <a:latin typeface="-apple-system"/>
                  </a:rPr>
                  <a:t>是</a:t>
                </a:r>
                <a:r>
                  <a:rPr lang="en-US" altLang="zh-TW" dirty="0">
                    <a:latin typeface="-apple-system"/>
                  </a:rPr>
                  <a:t>encoding</a:t>
                </a:r>
                <a:r>
                  <a:rPr lang="zh-TW" altLang="en-US" dirty="0">
                    <a:latin typeface="-apple-system"/>
                  </a:rPr>
                  <a:t>的維度</a:t>
                </a:r>
                <a:r>
                  <a:rPr lang="en-US" altLang="zh-TW" dirty="0">
                    <a:latin typeface="-apple-system"/>
                  </a:rPr>
                  <a:t>(</a:t>
                </a:r>
                <a:r>
                  <a:rPr lang="zh-TW" altLang="en-US" dirty="0">
                    <a:latin typeface="-apple-system"/>
                  </a:rPr>
                  <a:t>其中</a:t>
                </a:r>
                <a14:m>
                  <m:oMath xmlns:m="http://schemas.openxmlformats.org/officeDocument/2006/math">
                    <m:r>
                      <a:rPr lang="en-US" altLang="zh-TW" b="0" i="1" smtClean="0">
                        <a:latin typeface="Cambria Math" panose="02040503050406030204" pitchFamily="18" charset="0"/>
                      </a:rPr>
                      <m:t>𝑑</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0</m:t>
                    </m:r>
                    <m:r>
                      <a:rPr lang="zh-TW" altLang="en-US" i="1">
                        <a:latin typeface="Cambria Math" panose="02040503050406030204" pitchFamily="18" charset="0"/>
                      </a:rPr>
                      <m:t>，</m:t>
                    </m:r>
                    <m:r>
                      <a:rPr lang="en-US" altLang="zh-TW" b="0" i="1" smtClean="0">
                        <a:latin typeface="Cambria Math" panose="02040503050406030204" pitchFamily="18" charset="0"/>
                      </a:rPr>
                      <m:t>𝑑</m:t>
                    </m:r>
                    <m:r>
                      <a:rPr lang="zh-TW" altLang="en-US" i="1">
                        <a:latin typeface="Cambria Math" panose="02040503050406030204" pitchFamily="18" charset="0"/>
                      </a:rPr>
                      <m:t>可</m:t>
                    </m:r>
                    <m:r>
                      <a:rPr lang="zh-TW" altLang="en-US" i="1" smtClean="0">
                        <a:latin typeface="Cambria Math" panose="02040503050406030204" pitchFamily="18" charset="0"/>
                      </a:rPr>
                      <m:t>以</m:t>
                    </m:r>
                    <m:r>
                      <a:rPr lang="zh-TW" altLang="en-US" i="1">
                        <a:latin typeface="Cambria Math" panose="02040503050406030204" pitchFamily="18" charset="0"/>
                      </a:rPr>
                      <m:t>被</m:t>
                    </m:r>
                    <m:r>
                      <a:rPr lang="en-US" altLang="zh-TW" b="0" i="1" smtClean="0">
                        <a:latin typeface="Cambria Math" panose="02040503050406030204" pitchFamily="18" charset="0"/>
                      </a:rPr>
                      <m:t>2</m:t>
                    </m:r>
                    <m:r>
                      <a:rPr lang="zh-TW" altLang="en-US" i="1">
                        <a:latin typeface="Cambria Math" panose="02040503050406030204" pitchFamily="18" charset="0"/>
                      </a:rPr>
                      <m:t>整</m:t>
                    </m:r>
                    <m:r>
                      <a:rPr lang="zh-TW" altLang="en-US" i="1" smtClean="0">
                        <a:latin typeface="Cambria Math" panose="02040503050406030204" pitchFamily="18" charset="0"/>
                      </a:rPr>
                      <m:t>除</m:t>
                    </m:r>
                    <m:r>
                      <a:rPr lang="zh-TW" altLang="en-US" i="1">
                        <a:latin typeface="Cambria Math" panose="02040503050406030204" pitchFamily="18" charset="0"/>
                      </a:rPr>
                      <m:t>，</m:t>
                    </m:r>
                  </m:oMath>
                </a14:m>
                <a:r>
                  <a:rPr lang="zh-TW" altLang="en-US" b="0" i="0" dirty="0">
                    <a:effectLst/>
                    <a:latin typeface="-apple-system"/>
                  </a:rPr>
                  <a:t>餘數為</a:t>
                </a:r>
                <a:r>
                  <a:rPr lang="en-US" altLang="zh-TW" b="0" i="0" dirty="0">
                    <a:effectLst/>
                    <a:latin typeface="-apple-system"/>
                  </a:rPr>
                  <a:t>0)</a:t>
                </a:r>
                <a:endParaRPr kumimoji="1" lang="zh-TW" altLang="en-US" dirty="0"/>
              </a:p>
            </p:txBody>
          </p:sp>
        </mc:Choice>
        <mc:Fallback xmlns="">
          <p:sp>
            <p:nvSpPr>
              <p:cNvPr id="3" name="內容版面配置區 2">
                <a:extLst>
                  <a:ext uri="{FF2B5EF4-FFF2-40B4-BE49-F238E27FC236}">
                    <a16:creationId xmlns:a16="http://schemas.microsoft.com/office/drawing/2014/main" id="{69D8A333-5A69-29DE-9C41-FA579DBBF96A}"/>
                  </a:ext>
                </a:extLst>
              </p:cNvPr>
              <p:cNvSpPr>
                <a:spLocks noGrp="1" noRot="1" noChangeAspect="1" noMove="1" noResize="1" noEditPoints="1" noAdjustHandles="1" noChangeArrowheads="1" noChangeShapeType="1" noTextEdit="1"/>
              </p:cNvSpPr>
              <p:nvPr>
                <p:ph idx="1"/>
              </p:nvPr>
            </p:nvSpPr>
            <p:spPr>
              <a:xfrm>
                <a:off x="838200" y="1825624"/>
                <a:ext cx="10515600" cy="4803775"/>
              </a:xfrm>
              <a:blipFill>
                <a:blip r:embed="rId2"/>
                <a:stretch>
                  <a:fillRect l="-1086" t="-237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795832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58D333-C2C3-BD0A-D70E-6DC3ABB30182}"/>
              </a:ext>
            </a:extLst>
          </p:cNvPr>
          <p:cNvSpPr>
            <a:spLocks noGrp="1"/>
          </p:cNvSpPr>
          <p:nvPr>
            <p:ph type="title"/>
          </p:nvPr>
        </p:nvSpPr>
        <p:spPr/>
        <p:txBody>
          <a:bodyPr/>
          <a:lstStyle/>
          <a:p>
            <a:r>
              <a:rPr kumimoji="1" lang="zh-TW" altLang="en-US" dirty="0"/>
              <a:t>位置編碼</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8DC46B8-77D7-ACC8-48D7-57E8210CA821}"/>
                  </a:ext>
                </a:extLst>
              </p:cNvPr>
              <p:cNvSpPr>
                <a:spLocks noGrp="1"/>
              </p:cNvSpPr>
              <p:nvPr>
                <p:ph idx="1"/>
              </p:nvPr>
            </p:nvSpPr>
            <p:spPr/>
            <p:txBody>
              <a:bodyPr/>
              <a:lstStyle/>
              <a:p>
                <a14:m>
                  <m:oMath xmlns:m="http://schemas.openxmlformats.org/officeDocument/2006/math">
                    <m:r>
                      <a:rPr kumimoji="1" lang="en-US" altLang="zh-TW" b="0" i="1" smtClean="0">
                        <a:latin typeface="Cambria Math" panose="02040503050406030204" pitchFamily="18" charset="0"/>
                      </a:rPr>
                      <m:t>𝑓</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𝑁</m:t>
                    </m:r>
                    <m:r>
                      <a:rPr kumimoji="1" lang="en-US" altLang="zh-TW" b="0" i="1" smtClean="0">
                        <a:latin typeface="Cambria Math" panose="02040503050406030204" pitchFamily="18" charset="0"/>
                      </a:rPr>
                      <m:t>→ </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𝑅</m:t>
                        </m:r>
                      </m:e>
                      <m:sup>
                        <m:r>
                          <a:rPr kumimoji="1" lang="en-US" altLang="zh-TW" b="0" i="1" smtClean="0">
                            <a:latin typeface="Cambria Math" panose="02040503050406030204" pitchFamily="18" charset="0"/>
                          </a:rPr>
                          <m:t>𝑑</m:t>
                        </m:r>
                      </m:sup>
                    </m:sSup>
                  </m:oMath>
                </a14:m>
                <a:r>
                  <a:rPr lang="zh-TW" altLang="en-US" dirty="0"/>
                  <a:t>是將位置轉化成位置向量</a:t>
                </a:r>
                <a14:m>
                  <m:oMath xmlns:m="http://schemas.openxmlformats.org/officeDocument/2006/math">
                    <m:acc>
                      <m:accPr>
                        <m:chr m:val="⃗"/>
                        <m:ctrlPr>
                          <a:rPr lang="zh-TW" altLang="en-US" i="1">
                            <a:latin typeface="Cambria Math" panose="02040503050406030204" pitchFamily="18" charset="0"/>
                          </a:rPr>
                        </m:ctrlPr>
                      </m:accPr>
                      <m:e>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𝑡</m:t>
                            </m:r>
                          </m:sub>
                        </m:sSub>
                      </m:e>
                    </m:acc>
                    <m:r>
                      <a:rPr lang="en-US" altLang="zh-TW" i="1">
                        <a:latin typeface="Cambria Math" panose="02040503050406030204" pitchFamily="18" charset="0"/>
                      </a:rPr>
                      <m:t> </m:t>
                    </m:r>
                  </m:oMath>
                </a14:m>
                <a:r>
                  <a:rPr lang="en" altLang="zh-TW" dirty="0"/>
                  <a:t>​​</a:t>
                </a:r>
                <a:r>
                  <a:rPr lang="zh-TW" altLang="en-US" dirty="0"/>
                  <a:t>的函數</a:t>
                </a:r>
                <a:endParaRPr lang="en-US" altLang="zh-TW" dirty="0"/>
              </a:p>
              <a:p>
                <a14:m>
                  <m:oMath xmlns:m="http://schemas.openxmlformats.org/officeDocument/2006/math">
                    <m:sSup>
                      <m:sSupPr>
                        <m:ctrlPr>
                          <a:rPr kumimoji="1" lang="en-US" altLang="zh-TW" b="0" i="1" smtClean="0">
                            <a:latin typeface="Cambria Math" panose="02040503050406030204" pitchFamily="18" charset="0"/>
                          </a:rPr>
                        </m:ctrlPr>
                      </m:sSupPr>
                      <m:e>
                        <m:acc>
                          <m:accPr>
                            <m:chr m:val="⃗"/>
                            <m:ctrlPr>
                              <a:rPr lang="zh-TW" altLang="en-US" i="1">
                                <a:latin typeface="Cambria Math" panose="02040503050406030204" pitchFamily="18" charset="0"/>
                              </a:rPr>
                            </m:ctrlPr>
                          </m:accPr>
                          <m:e>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𝑡</m:t>
                                </m:r>
                              </m:sub>
                            </m:sSub>
                          </m:e>
                        </m:acc>
                      </m:e>
                      <m:sup>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m:t>
                        </m:r>
                      </m:sup>
                    </m:sSup>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𝑓</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𝑡</m:t>
                        </m:r>
                        <m:r>
                          <a:rPr kumimoji="1" lang="en-US" altLang="zh-TW" b="0" i="1" smtClean="0">
                            <a:latin typeface="Cambria Math" panose="02040503050406030204" pitchFamily="18" charset="0"/>
                          </a:rPr>
                          <m:t>)</m:t>
                        </m:r>
                      </m:e>
                      <m:sup>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m:t>
                        </m:r>
                      </m:sup>
                    </m:sSup>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m>
                          <m:mPr>
                            <m:mcs>
                              <m:mc>
                                <m:mcPr>
                                  <m:count m:val="1"/>
                                  <m:mcJc m:val="center"/>
                                </m:mcPr>
                              </m:mc>
                            </m:mcs>
                            <m:ctrlPr>
                              <a:rPr kumimoji="1" lang="en-US" altLang="zh-TW" b="0" i="1" smtClean="0">
                                <a:latin typeface="Cambria Math" panose="02040503050406030204" pitchFamily="18" charset="0"/>
                              </a:rPr>
                            </m:ctrlPr>
                          </m:mPr>
                          <m:mr>
                            <m:e>
                              <m:func>
                                <m:funcPr>
                                  <m:ctrlPr>
                                    <a:rPr kumimoji="1" lang="en-US" altLang="zh-TW" b="0" i="1" smtClean="0">
                                      <a:latin typeface="Cambria Math" panose="02040503050406030204" pitchFamily="18" charset="0"/>
                                    </a:rPr>
                                  </m:ctrlPr>
                                </m:funcPr>
                                <m:fName>
                                  <m:r>
                                    <m:rPr>
                                      <m:sty m:val="p"/>
                                      <m:brk m:alnAt="7"/>
                                    </m:rPr>
                                    <a:rPr kumimoji="1" lang="en-US" altLang="zh-TW" b="0" i="0" smtClean="0">
                                      <a:latin typeface="Cambria Math" panose="02040503050406030204" pitchFamily="18" charset="0"/>
                                    </a:rPr>
                                    <m:t>s</m:t>
                                  </m:r>
                                  <m:r>
                                    <m:rPr>
                                      <m:sty m:val="p"/>
                                    </m:rPr>
                                    <a:rPr kumimoji="1" lang="en-US" altLang="zh-TW" b="0" i="0" smtClean="0">
                                      <a:latin typeface="Cambria Math" panose="02040503050406030204" pitchFamily="18" charset="0"/>
                                    </a:rPr>
                                    <m:t>in</m:t>
                                  </m:r>
                                </m:fName>
                                <m:e>
                                  <m:d>
                                    <m:dPr>
                                      <m:ctrlPr>
                                        <a:rPr kumimoji="1" lang="en-US" altLang="zh-TW" b="0" i="1" smtClean="0">
                                          <a:latin typeface="Cambria Math" panose="02040503050406030204" pitchFamily="18" charset="0"/>
                                        </a:rPr>
                                      </m:ctrlPr>
                                    </m:dPr>
                                    <m:e>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ea typeface="Cambria Math" panose="02040503050406030204" pitchFamily="18" charset="0"/>
                                            </a:rPr>
                                            <m:t>𝜔</m:t>
                                          </m:r>
                                        </m:e>
                                        <m:sub>
                                          <m:r>
                                            <a:rPr kumimoji="1" lang="en-US" altLang="zh-TW" b="0" i="1" smtClean="0">
                                              <a:latin typeface="Cambria Math" panose="02040503050406030204" pitchFamily="18" charset="0"/>
                                            </a:rPr>
                                            <m:t>𝑘</m:t>
                                          </m:r>
                                        </m:sub>
                                      </m:sSub>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𝑡</m:t>
                                      </m:r>
                                    </m:e>
                                  </m:d>
                                </m:e>
                              </m:func>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𝑖𝑓</m:t>
                              </m:r>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=2∗</m:t>
                              </m:r>
                              <m:r>
                                <a:rPr kumimoji="1" lang="en-US" altLang="zh-TW" b="0" i="1" smtClean="0">
                                  <a:latin typeface="Cambria Math" panose="02040503050406030204" pitchFamily="18" charset="0"/>
                                </a:rPr>
                                <m:t>𝑘</m:t>
                              </m:r>
                            </m:e>
                          </m:mr>
                          <m:mr>
                            <m:e>
                              <m:func>
                                <m:funcPr>
                                  <m:ctrlPr>
                                    <a:rPr kumimoji="1" lang="en-US" altLang="zh-TW" b="0" i="1" smtClean="0">
                                      <a:latin typeface="Cambria Math" panose="02040503050406030204" pitchFamily="18" charset="0"/>
                                    </a:rPr>
                                  </m:ctrlPr>
                                </m:funcPr>
                                <m:fName>
                                  <m:r>
                                    <m:rPr>
                                      <m:sty m:val="p"/>
                                    </m:rPr>
                                    <a:rPr kumimoji="1" lang="en-US" altLang="zh-TW" b="0" i="0" smtClean="0">
                                      <a:latin typeface="Cambria Math" panose="02040503050406030204" pitchFamily="18" charset="0"/>
                                    </a:rPr>
                                    <m:t>cos</m:t>
                                  </m:r>
                                </m:fName>
                                <m:e>
                                  <m:d>
                                    <m:dPr>
                                      <m:ctrlPr>
                                        <a:rPr kumimoji="1" lang="en-US" altLang="zh-TW" b="0" i="1" smtClean="0">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𝜔</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r>
                                        <a:rPr kumimoji="1" lang="en-US" altLang="zh-TW" i="1">
                                          <a:latin typeface="Cambria Math" panose="02040503050406030204" pitchFamily="18" charset="0"/>
                                        </a:rPr>
                                        <m:t>𝑡</m:t>
                                      </m:r>
                                    </m:e>
                                  </m:d>
                                </m:e>
                              </m:func>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𝑖𝑓</m:t>
                              </m:r>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=2∗</m:t>
                              </m:r>
                              <m:r>
                                <a:rPr kumimoji="1" lang="en-US" altLang="zh-TW" b="0" i="1" smtClean="0">
                                  <a:latin typeface="Cambria Math" panose="02040503050406030204" pitchFamily="18" charset="0"/>
                                </a:rPr>
                                <m:t>𝑘</m:t>
                              </m:r>
                              <m:r>
                                <a:rPr kumimoji="1" lang="en-US" altLang="zh-TW" b="0" i="1" smtClean="0">
                                  <a:latin typeface="Cambria Math" panose="02040503050406030204" pitchFamily="18" charset="0"/>
                                </a:rPr>
                                <m:t>+1</m:t>
                              </m:r>
                            </m:e>
                          </m:mr>
                        </m:m>
                      </m:e>
                    </m:d>
                  </m:oMath>
                </a14:m>
                <a:endParaRPr kumimoji="1" lang="en-US" altLang="zh-TW" b="0" dirty="0"/>
              </a:p>
              <a:p>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𝜔</m:t>
                        </m:r>
                      </m:e>
                      <m:sub>
                        <m:r>
                          <a:rPr kumimoji="1" lang="en-US" altLang="zh-TW" i="1">
                            <a:latin typeface="Cambria Math" panose="02040503050406030204" pitchFamily="18" charset="0"/>
                          </a:rPr>
                          <m:t>𝑘</m:t>
                        </m:r>
                      </m:sub>
                    </m:sSub>
                    <m:r>
                      <a:rPr kumimoji="1" lang="en-US" altLang="zh-TW" b="0" i="1"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10000</m:t>
                            </m:r>
                          </m:e>
                          <m:sup>
                            <m:r>
                              <a:rPr kumimoji="1" lang="en-US" altLang="zh-TW" b="0" i="1" smtClean="0">
                                <a:latin typeface="Cambria Math" panose="02040503050406030204" pitchFamily="18" charset="0"/>
                              </a:rPr>
                              <m:t>2</m:t>
                            </m:r>
                            <m:r>
                              <a:rPr kumimoji="1" lang="en-US" altLang="zh-TW" b="0" i="1" smtClean="0">
                                <a:latin typeface="Cambria Math" panose="02040503050406030204" pitchFamily="18" charset="0"/>
                              </a:rPr>
                              <m:t>𝑘</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𝑑</m:t>
                            </m:r>
                          </m:sup>
                        </m:sSup>
                      </m:den>
                    </m:f>
                  </m:oMath>
                </a14:m>
                <a:endParaRPr kumimoji="1" lang="en-US" altLang="zh-TW" b="0" dirty="0"/>
              </a:p>
              <a:p>
                <a:r>
                  <a:rPr kumimoji="1" lang="zh-TW" altLang="en-US" dirty="0"/>
                  <a:t>從函數定義可以推導出，頻率沿向量維數遞減。因此它在波長上形成了一個從</a:t>
                </a:r>
                <a:r>
                  <a:rPr kumimoji="1" lang="en-US" altLang="zh-TW" dirty="0"/>
                  <a:t>2 </a:t>
                </a:r>
                <a:r>
                  <a:rPr kumimoji="1" lang="el-GR" altLang="zh-TW" dirty="0"/>
                  <a:t>π </a:t>
                </a:r>
                <a:r>
                  <a:rPr kumimoji="1" lang="zh-TW" altLang="en-US" dirty="0"/>
                  <a:t>到</a:t>
                </a:r>
                <a:r>
                  <a:rPr kumimoji="1" lang="en-US" altLang="zh-TW" dirty="0"/>
                  <a:t>10000 ⋅ 2 </a:t>
                </a:r>
                <a:r>
                  <a:rPr kumimoji="1" lang="el-GR" altLang="zh-TW" dirty="0"/>
                  <a:t>π </a:t>
                </a:r>
                <a:r>
                  <a:rPr kumimoji="1" lang="zh-TW" altLang="en-US" dirty="0"/>
                  <a:t>的幾何級數。</a:t>
                </a:r>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98DC46B8-77D7-ACC8-48D7-57E8210CA821}"/>
                  </a:ext>
                </a:extLst>
              </p:cNvPr>
              <p:cNvSpPr>
                <a:spLocks noGrp="1" noRot="1" noChangeAspect="1" noMove="1" noResize="1" noEditPoints="1" noAdjustHandles="1" noChangeArrowheads="1" noChangeShapeType="1" noTextEdit="1"/>
              </p:cNvSpPr>
              <p:nvPr>
                <p:ph idx="1"/>
              </p:nvPr>
            </p:nvSpPr>
            <p:spPr>
              <a:blipFill>
                <a:blip r:embed="rId2"/>
                <a:stretch>
                  <a:fillRect l="-1086" t="-38081" b="-6977"/>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8C455776-4E02-7145-1E62-DA3BC85FC895}"/>
              </a:ext>
            </a:extLst>
          </p:cNvPr>
          <p:cNvPicPr>
            <a:picLocks noChangeAspect="1"/>
          </p:cNvPicPr>
          <p:nvPr/>
        </p:nvPicPr>
        <p:blipFill>
          <a:blip r:embed="rId3"/>
          <a:stretch>
            <a:fillRect/>
          </a:stretch>
        </p:blipFill>
        <p:spPr>
          <a:xfrm>
            <a:off x="8528602" y="1142171"/>
            <a:ext cx="3543300" cy="2705100"/>
          </a:xfrm>
          <a:prstGeom prst="rect">
            <a:avLst/>
          </a:prstGeom>
        </p:spPr>
      </p:pic>
    </p:spTree>
    <p:extLst>
      <p:ext uri="{BB962C8B-B14F-4D97-AF65-F5344CB8AC3E}">
        <p14:creationId xmlns:p14="http://schemas.microsoft.com/office/powerpoint/2010/main" val="26091634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5F8F8E-EC7B-431C-AD80-520CF2AC285F}"/>
              </a:ext>
            </a:extLst>
          </p:cNvPr>
          <p:cNvSpPr>
            <a:spLocks noGrp="1"/>
          </p:cNvSpPr>
          <p:nvPr>
            <p:ph type="title"/>
          </p:nvPr>
        </p:nvSpPr>
        <p:spPr/>
        <p:txBody>
          <a:bodyPr/>
          <a:lstStyle/>
          <a:p>
            <a:r>
              <a:rPr lang="zh-TW" altLang="en-US" dirty="0"/>
              <a:t>運算範例</a:t>
            </a:r>
          </a:p>
        </p:txBody>
      </p:sp>
      <p:sp>
        <p:nvSpPr>
          <p:cNvPr id="3" name="內容版面配置區 2">
            <a:extLst>
              <a:ext uri="{FF2B5EF4-FFF2-40B4-BE49-F238E27FC236}">
                <a16:creationId xmlns:a16="http://schemas.microsoft.com/office/drawing/2014/main" id="{6F4F6ADE-9FD6-4025-B386-5A13044E7DCE}"/>
              </a:ext>
            </a:extLst>
          </p:cNvPr>
          <p:cNvSpPr>
            <a:spLocks noGrp="1"/>
          </p:cNvSpPr>
          <p:nvPr>
            <p:ph idx="1"/>
          </p:nvPr>
        </p:nvSpPr>
        <p:spPr/>
        <p:txBody>
          <a:bodyPr/>
          <a:lstStyle/>
          <a:p>
            <a:r>
              <a:rPr lang="zh-TW" altLang="en-US" dirty="0"/>
              <a:t>假設有</a:t>
            </a:r>
            <a:r>
              <a:rPr lang="en-US" altLang="zh-TW" dirty="0"/>
              <a:t>4</a:t>
            </a:r>
            <a:r>
              <a:rPr lang="zh-TW" altLang="en-US" dirty="0"/>
              <a:t>個字</a:t>
            </a:r>
            <a:r>
              <a:rPr lang="en-US" altLang="zh-TW" dirty="0"/>
              <a:t>(d=4)</a:t>
            </a:r>
            <a:r>
              <a:rPr lang="zh-TW" altLang="en-US" dirty="0"/>
              <a:t>，每個字被編碼</a:t>
            </a:r>
            <a:r>
              <a:rPr lang="en-US" altLang="zh-TW" dirty="0"/>
              <a:t>(embedding)</a:t>
            </a:r>
            <a:r>
              <a:rPr lang="zh-TW" altLang="en-US" dirty="0"/>
              <a:t>後的長度是</a:t>
            </a:r>
            <a:r>
              <a:rPr lang="en-US" altLang="zh-TW" dirty="0"/>
              <a:t>4</a:t>
            </a:r>
            <a:r>
              <a:rPr lang="zh-TW" altLang="en-US" dirty="0"/>
              <a:t>，自定的縮放運算是</a:t>
            </a:r>
            <a:r>
              <a:rPr lang="en-US" altLang="zh-TW" dirty="0"/>
              <a:t>100(</a:t>
            </a:r>
            <a:r>
              <a:rPr lang="zh-TW" altLang="en-US" dirty="0"/>
              <a:t>在論文的設定，前幾頁裡是</a:t>
            </a:r>
            <a:r>
              <a:rPr lang="en-US" altLang="zh-TW" dirty="0"/>
              <a:t>10000)</a:t>
            </a:r>
            <a:endParaRPr lang="zh-TW" altLang="en-US" dirty="0"/>
          </a:p>
        </p:txBody>
      </p:sp>
      <p:pic>
        <p:nvPicPr>
          <p:cNvPr id="1026" name="Picture 2">
            <a:extLst>
              <a:ext uri="{FF2B5EF4-FFF2-40B4-BE49-F238E27FC236}">
                <a16:creationId xmlns:a16="http://schemas.microsoft.com/office/drawing/2014/main" id="{F0F5EAF4-BFA3-4E3F-886A-8D54F28F7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559" y="2718147"/>
            <a:ext cx="6707075" cy="397075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AB6E7DAE-33DA-4113-BE6C-F2D0A1716EEA}"/>
              </a:ext>
            </a:extLst>
          </p:cNvPr>
          <p:cNvSpPr txBox="1"/>
          <p:nvPr/>
        </p:nvSpPr>
        <p:spPr>
          <a:xfrm>
            <a:off x="7388791" y="2854216"/>
            <a:ext cx="4755193" cy="2677656"/>
          </a:xfrm>
          <a:prstGeom prst="rect">
            <a:avLst/>
          </a:prstGeom>
          <a:noFill/>
        </p:spPr>
        <p:txBody>
          <a:bodyPr wrap="square">
            <a:spAutoFit/>
          </a:bodyPr>
          <a:lstStyle/>
          <a:p>
            <a:r>
              <a:rPr lang="en-US" altLang="zh-TW" sz="1400" b="0" dirty="0">
                <a:solidFill>
                  <a:srgbClr val="0000FF"/>
                </a:solidFill>
                <a:effectLst/>
                <a:latin typeface="Consolas" panose="020B0609020204030204" pitchFamily="49" charset="0"/>
              </a:rPr>
              <a:t>import</a:t>
            </a:r>
            <a:r>
              <a:rPr lang="en-US" altLang="zh-TW" sz="1400" b="0" dirty="0">
                <a:solidFill>
                  <a:srgbClr val="000000"/>
                </a:solidFill>
                <a:effectLst/>
                <a:latin typeface="Consolas" panose="020B0609020204030204" pitchFamily="49" charset="0"/>
              </a:rPr>
              <a:t> </a:t>
            </a:r>
            <a:r>
              <a:rPr lang="en-US" altLang="zh-TW" sz="1400" b="0" dirty="0" err="1">
                <a:solidFill>
                  <a:srgbClr val="000000"/>
                </a:solidFill>
                <a:effectLst/>
                <a:latin typeface="Consolas" panose="020B0609020204030204" pitchFamily="49" charset="0"/>
              </a:rPr>
              <a:t>numpy</a:t>
            </a:r>
            <a:r>
              <a:rPr lang="en-US" altLang="zh-TW" sz="1400" b="0" dirty="0">
                <a:solidFill>
                  <a:srgbClr val="000000"/>
                </a:solidFill>
                <a:effectLst/>
                <a:latin typeface="Consolas" panose="020B0609020204030204" pitchFamily="49" charset="0"/>
              </a:rPr>
              <a:t> </a:t>
            </a:r>
            <a:r>
              <a:rPr lang="en-US" altLang="zh-TW" sz="1400" b="0" dirty="0">
                <a:solidFill>
                  <a:srgbClr val="0000FF"/>
                </a:solidFill>
                <a:effectLst/>
                <a:latin typeface="Consolas" panose="020B0609020204030204" pitchFamily="49" charset="0"/>
              </a:rPr>
              <a:t>as</a:t>
            </a:r>
            <a:r>
              <a:rPr lang="en-US" altLang="zh-TW" sz="1400" b="0" dirty="0">
                <a:solidFill>
                  <a:srgbClr val="000000"/>
                </a:solidFill>
                <a:effectLst/>
                <a:latin typeface="Consolas" panose="020B0609020204030204" pitchFamily="49" charset="0"/>
              </a:rPr>
              <a:t> np</a:t>
            </a:r>
            <a:br>
              <a:rPr lang="en-US" altLang="zh-TW" sz="1400" b="0" dirty="0">
                <a:solidFill>
                  <a:srgbClr val="000000"/>
                </a:solidFill>
                <a:effectLst/>
                <a:latin typeface="Consolas" panose="020B0609020204030204" pitchFamily="49" charset="0"/>
              </a:rPr>
            </a:br>
            <a:r>
              <a:rPr lang="en-US" altLang="zh-TW" sz="1400" b="0" dirty="0">
                <a:solidFill>
                  <a:srgbClr val="0000FF"/>
                </a:solidFill>
                <a:effectLst/>
                <a:latin typeface="Consolas" panose="020B0609020204030204" pitchFamily="49" charset="0"/>
              </a:rPr>
              <a:t>def</a:t>
            </a:r>
            <a:r>
              <a:rPr lang="en-US" altLang="zh-TW" sz="1400" b="0" dirty="0">
                <a:solidFill>
                  <a:srgbClr val="000000"/>
                </a:solidFill>
                <a:effectLst/>
                <a:latin typeface="Consolas" panose="020B0609020204030204" pitchFamily="49" charset="0"/>
              </a:rPr>
              <a:t> </a:t>
            </a:r>
            <a:r>
              <a:rPr lang="en-US" altLang="zh-TW" sz="1400" b="0" dirty="0" err="1">
                <a:solidFill>
                  <a:srgbClr val="000000"/>
                </a:solidFill>
                <a:effectLst/>
                <a:latin typeface="Consolas" panose="020B0609020204030204" pitchFamily="49" charset="0"/>
              </a:rPr>
              <a:t>getPositionEncoding</a:t>
            </a:r>
            <a:r>
              <a:rPr lang="en-US" altLang="zh-TW" sz="1400" b="0" dirty="0">
                <a:solidFill>
                  <a:srgbClr val="000000"/>
                </a:solidFill>
                <a:effectLst/>
                <a:latin typeface="Consolas" panose="020B0609020204030204" pitchFamily="49" charset="0"/>
              </a:rPr>
              <a:t>(</a:t>
            </a:r>
            <a:r>
              <a:rPr lang="en-US" altLang="zh-TW" sz="1400" b="0" dirty="0" err="1">
                <a:solidFill>
                  <a:srgbClr val="000000"/>
                </a:solidFill>
                <a:effectLst/>
                <a:latin typeface="Consolas" panose="020B0609020204030204" pitchFamily="49" charset="0"/>
              </a:rPr>
              <a:t>seq_len</a:t>
            </a:r>
            <a:r>
              <a:rPr lang="en-US" altLang="zh-TW" sz="1400" b="0" dirty="0">
                <a:solidFill>
                  <a:srgbClr val="000000"/>
                </a:solidFill>
                <a:effectLst/>
                <a:latin typeface="Consolas" panose="020B0609020204030204" pitchFamily="49" charset="0"/>
              </a:rPr>
              <a:t>, d, n=</a:t>
            </a:r>
            <a:r>
              <a:rPr lang="en-US" altLang="zh-TW" sz="1400" b="0" dirty="0">
                <a:solidFill>
                  <a:srgbClr val="098658"/>
                </a:solidFill>
                <a:effectLst/>
                <a:latin typeface="Consolas" panose="020B0609020204030204" pitchFamily="49" charset="0"/>
              </a:rPr>
              <a:t>100</a:t>
            </a:r>
            <a:r>
              <a:rPr lang="en-US" altLang="zh-TW" sz="1400" b="0" dirty="0">
                <a:solidFill>
                  <a:srgbClr val="000000"/>
                </a:solidFill>
                <a:effectLst/>
                <a:latin typeface="Consolas" panose="020B0609020204030204" pitchFamily="49" charset="0"/>
              </a:rPr>
              <a:t>):</a:t>
            </a:r>
          </a:p>
          <a:p>
            <a:r>
              <a:rPr lang="en-US" altLang="zh-TW" sz="1400" b="0" dirty="0">
                <a:solidFill>
                  <a:srgbClr val="000000"/>
                </a:solidFill>
                <a:effectLst/>
                <a:latin typeface="Consolas" panose="020B0609020204030204" pitchFamily="49" charset="0"/>
              </a:rPr>
              <a:t>    P = </a:t>
            </a:r>
            <a:r>
              <a:rPr lang="en-US" altLang="zh-TW" sz="1400" b="0" dirty="0" err="1">
                <a:solidFill>
                  <a:srgbClr val="000000"/>
                </a:solidFill>
                <a:effectLst/>
                <a:latin typeface="Consolas" panose="020B0609020204030204" pitchFamily="49" charset="0"/>
              </a:rPr>
              <a:t>np.zeros</a:t>
            </a:r>
            <a:r>
              <a:rPr lang="en-US" altLang="zh-TW" sz="1400" b="0" dirty="0">
                <a:solidFill>
                  <a:srgbClr val="000000"/>
                </a:solidFill>
                <a:effectLst/>
                <a:latin typeface="Consolas" panose="020B0609020204030204" pitchFamily="49" charset="0"/>
              </a:rPr>
              <a:t>((</a:t>
            </a:r>
            <a:r>
              <a:rPr lang="en-US" altLang="zh-TW" sz="1400" b="0" dirty="0" err="1">
                <a:solidFill>
                  <a:srgbClr val="000000"/>
                </a:solidFill>
                <a:effectLst/>
                <a:latin typeface="Consolas" panose="020B0609020204030204" pitchFamily="49" charset="0"/>
              </a:rPr>
              <a:t>seq_len</a:t>
            </a:r>
            <a:r>
              <a:rPr lang="en-US" altLang="zh-TW" sz="1400" b="0" dirty="0">
                <a:solidFill>
                  <a:srgbClr val="000000"/>
                </a:solidFill>
                <a:effectLst/>
                <a:latin typeface="Consolas" panose="020B0609020204030204" pitchFamily="49" charset="0"/>
              </a:rPr>
              <a:t>, d))</a:t>
            </a:r>
          </a:p>
          <a:p>
            <a:r>
              <a:rPr lang="en-US" altLang="zh-TW" sz="1400" b="0" dirty="0">
                <a:solidFill>
                  <a:srgbClr val="000000"/>
                </a:solidFill>
                <a:effectLst/>
                <a:latin typeface="Consolas" panose="020B0609020204030204" pitchFamily="49" charset="0"/>
              </a:rPr>
              <a:t>    </a:t>
            </a:r>
            <a:r>
              <a:rPr lang="en-US" altLang="zh-TW" sz="1400" b="0" dirty="0">
                <a:solidFill>
                  <a:srgbClr val="0000FF"/>
                </a:solidFill>
                <a:effectLst/>
                <a:latin typeface="Consolas" panose="020B0609020204030204" pitchFamily="49" charset="0"/>
              </a:rPr>
              <a:t>for</a:t>
            </a:r>
            <a:r>
              <a:rPr lang="en-US" altLang="zh-TW" sz="1400" b="0" dirty="0">
                <a:solidFill>
                  <a:srgbClr val="000000"/>
                </a:solidFill>
                <a:effectLst/>
                <a:latin typeface="Consolas" panose="020B0609020204030204" pitchFamily="49" charset="0"/>
              </a:rPr>
              <a:t> k </a:t>
            </a:r>
            <a:r>
              <a:rPr lang="en-US" altLang="zh-TW" sz="1400" b="0" dirty="0">
                <a:solidFill>
                  <a:srgbClr val="0000FF"/>
                </a:solidFill>
                <a:effectLst/>
                <a:latin typeface="Consolas" panose="020B0609020204030204" pitchFamily="49" charset="0"/>
              </a:rPr>
              <a:t>in</a:t>
            </a:r>
            <a:r>
              <a:rPr lang="en-US" altLang="zh-TW" sz="1400" b="0" dirty="0">
                <a:solidFill>
                  <a:srgbClr val="000000"/>
                </a:solidFill>
                <a:effectLst/>
                <a:latin typeface="Consolas" panose="020B0609020204030204" pitchFamily="49" charset="0"/>
              </a:rPr>
              <a:t> range(</a:t>
            </a:r>
            <a:r>
              <a:rPr lang="en-US" altLang="zh-TW" sz="1400" b="0" dirty="0" err="1">
                <a:solidFill>
                  <a:srgbClr val="000000"/>
                </a:solidFill>
                <a:effectLst/>
                <a:latin typeface="Consolas" panose="020B0609020204030204" pitchFamily="49" charset="0"/>
              </a:rPr>
              <a:t>seq_len</a:t>
            </a:r>
            <a:r>
              <a:rPr lang="en-US" altLang="zh-TW" sz="1400" b="0" dirty="0">
                <a:solidFill>
                  <a:srgbClr val="000000"/>
                </a:solidFill>
                <a:effectLst/>
                <a:latin typeface="Consolas" panose="020B0609020204030204" pitchFamily="49" charset="0"/>
              </a:rPr>
              <a:t>):</a:t>
            </a:r>
          </a:p>
          <a:p>
            <a:r>
              <a:rPr lang="en-US" altLang="zh-TW" sz="1400" b="0" dirty="0">
                <a:solidFill>
                  <a:srgbClr val="000000"/>
                </a:solidFill>
                <a:effectLst/>
                <a:latin typeface="Consolas" panose="020B0609020204030204" pitchFamily="49" charset="0"/>
              </a:rPr>
              <a:t>        </a:t>
            </a:r>
            <a:r>
              <a:rPr lang="en-US" altLang="zh-TW" sz="1400" b="0" dirty="0">
                <a:solidFill>
                  <a:srgbClr val="0000FF"/>
                </a:solidFill>
                <a:effectLst/>
                <a:latin typeface="Consolas" panose="020B0609020204030204" pitchFamily="49" charset="0"/>
              </a:rPr>
              <a:t>for</a:t>
            </a:r>
            <a:r>
              <a:rPr lang="en-US" altLang="zh-TW" sz="1400" b="0" dirty="0">
                <a:solidFill>
                  <a:srgbClr val="000000"/>
                </a:solidFill>
                <a:effectLst/>
                <a:latin typeface="Consolas" panose="020B0609020204030204" pitchFamily="49" charset="0"/>
              </a:rPr>
              <a:t> </a:t>
            </a:r>
            <a:r>
              <a:rPr lang="en-US" altLang="zh-TW" sz="1400" b="0" dirty="0" err="1">
                <a:solidFill>
                  <a:srgbClr val="000000"/>
                </a:solidFill>
                <a:effectLst/>
                <a:latin typeface="Consolas" panose="020B0609020204030204" pitchFamily="49" charset="0"/>
              </a:rPr>
              <a:t>i</a:t>
            </a:r>
            <a:r>
              <a:rPr lang="en-US" altLang="zh-TW" sz="1400" b="0" dirty="0">
                <a:solidFill>
                  <a:srgbClr val="000000"/>
                </a:solidFill>
                <a:effectLst/>
                <a:latin typeface="Consolas" panose="020B0609020204030204" pitchFamily="49" charset="0"/>
              </a:rPr>
              <a:t> </a:t>
            </a:r>
            <a:r>
              <a:rPr lang="en-US" altLang="zh-TW" sz="1400" b="0" dirty="0">
                <a:solidFill>
                  <a:srgbClr val="0000FF"/>
                </a:solidFill>
                <a:effectLst/>
                <a:latin typeface="Consolas" panose="020B0609020204030204" pitchFamily="49" charset="0"/>
              </a:rPr>
              <a:t>in</a:t>
            </a:r>
            <a:r>
              <a:rPr lang="en-US" altLang="zh-TW" sz="1400" b="0" dirty="0">
                <a:solidFill>
                  <a:srgbClr val="000000"/>
                </a:solidFill>
                <a:effectLst/>
                <a:latin typeface="Consolas" panose="020B0609020204030204" pitchFamily="49" charset="0"/>
              </a:rPr>
              <a:t> </a:t>
            </a:r>
            <a:r>
              <a:rPr lang="en-US" altLang="zh-TW" sz="1400" b="0" dirty="0" err="1">
                <a:solidFill>
                  <a:srgbClr val="000000"/>
                </a:solidFill>
                <a:effectLst/>
                <a:latin typeface="Consolas" panose="020B0609020204030204" pitchFamily="49" charset="0"/>
              </a:rPr>
              <a:t>np.arange</a:t>
            </a:r>
            <a:r>
              <a:rPr lang="en-US" altLang="zh-TW" sz="1400" b="0" dirty="0">
                <a:solidFill>
                  <a:srgbClr val="000000"/>
                </a:solidFill>
                <a:effectLst/>
                <a:latin typeface="Consolas" panose="020B0609020204030204" pitchFamily="49" charset="0"/>
              </a:rPr>
              <a:t>(int(d/</a:t>
            </a:r>
            <a:r>
              <a:rPr lang="en-US" altLang="zh-TW" sz="1400" b="0" dirty="0">
                <a:solidFill>
                  <a:srgbClr val="098658"/>
                </a:solidFill>
                <a:effectLst/>
                <a:latin typeface="Consolas" panose="020B0609020204030204" pitchFamily="49" charset="0"/>
              </a:rPr>
              <a:t>2</a:t>
            </a:r>
            <a:r>
              <a:rPr lang="en-US" altLang="zh-TW" sz="1400" b="0" dirty="0">
                <a:solidFill>
                  <a:srgbClr val="000000"/>
                </a:solidFill>
                <a:effectLst/>
                <a:latin typeface="Consolas" panose="020B0609020204030204" pitchFamily="49" charset="0"/>
              </a:rPr>
              <a:t>)):</a:t>
            </a:r>
          </a:p>
          <a:p>
            <a:r>
              <a:rPr lang="en-US" altLang="zh-TW" sz="1400" b="0" dirty="0">
                <a:solidFill>
                  <a:srgbClr val="000000"/>
                </a:solidFill>
                <a:effectLst/>
                <a:latin typeface="Consolas" panose="020B0609020204030204" pitchFamily="49" charset="0"/>
              </a:rPr>
              <a:t>            denominator = </a:t>
            </a:r>
            <a:r>
              <a:rPr lang="en-US" altLang="zh-TW" sz="1400" b="0" dirty="0" err="1">
                <a:solidFill>
                  <a:srgbClr val="000000"/>
                </a:solidFill>
                <a:effectLst/>
                <a:latin typeface="Consolas" panose="020B0609020204030204" pitchFamily="49" charset="0"/>
              </a:rPr>
              <a:t>np.power</a:t>
            </a:r>
            <a:r>
              <a:rPr lang="en-US" altLang="zh-TW" sz="1400" b="0" dirty="0">
                <a:solidFill>
                  <a:srgbClr val="000000"/>
                </a:solidFill>
                <a:effectLst/>
                <a:latin typeface="Consolas" panose="020B0609020204030204" pitchFamily="49" charset="0"/>
              </a:rPr>
              <a:t>(n, </a:t>
            </a:r>
            <a:r>
              <a:rPr lang="en-US" altLang="zh-TW" sz="1400" b="0" dirty="0">
                <a:solidFill>
                  <a:srgbClr val="098658"/>
                </a:solidFill>
                <a:effectLst/>
                <a:latin typeface="Consolas" panose="020B0609020204030204" pitchFamily="49" charset="0"/>
              </a:rPr>
              <a:t>2</a:t>
            </a:r>
            <a:r>
              <a:rPr lang="en-US" altLang="zh-TW" sz="1400" b="0" dirty="0">
                <a:solidFill>
                  <a:srgbClr val="000000"/>
                </a:solidFill>
                <a:effectLst/>
                <a:latin typeface="Consolas" panose="020B0609020204030204" pitchFamily="49" charset="0"/>
              </a:rPr>
              <a:t>*</a:t>
            </a:r>
            <a:r>
              <a:rPr lang="en-US" altLang="zh-TW" sz="1400" b="0" dirty="0" err="1">
                <a:solidFill>
                  <a:srgbClr val="000000"/>
                </a:solidFill>
                <a:effectLst/>
                <a:latin typeface="Consolas" panose="020B0609020204030204" pitchFamily="49" charset="0"/>
              </a:rPr>
              <a:t>i</a:t>
            </a:r>
            <a:r>
              <a:rPr lang="en-US" altLang="zh-TW" sz="1400" b="0" dirty="0">
                <a:solidFill>
                  <a:srgbClr val="000000"/>
                </a:solidFill>
                <a:effectLst/>
                <a:latin typeface="Consolas" panose="020B0609020204030204" pitchFamily="49" charset="0"/>
              </a:rPr>
              <a:t>/d)</a:t>
            </a:r>
          </a:p>
          <a:p>
            <a:r>
              <a:rPr lang="en-US" altLang="zh-TW" sz="1400" b="0" dirty="0">
                <a:solidFill>
                  <a:srgbClr val="000000"/>
                </a:solidFill>
                <a:effectLst/>
                <a:latin typeface="Consolas" panose="020B0609020204030204" pitchFamily="49" charset="0"/>
              </a:rPr>
              <a:t>            P[k, </a:t>
            </a:r>
            <a:r>
              <a:rPr lang="en-US" altLang="zh-TW" sz="1400" b="0" dirty="0">
                <a:solidFill>
                  <a:srgbClr val="098658"/>
                </a:solidFill>
                <a:effectLst/>
                <a:latin typeface="Consolas" panose="020B0609020204030204" pitchFamily="49" charset="0"/>
              </a:rPr>
              <a:t>2</a:t>
            </a:r>
            <a:r>
              <a:rPr lang="en-US" altLang="zh-TW" sz="1400" b="0" dirty="0">
                <a:solidFill>
                  <a:srgbClr val="000000"/>
                </a:solidFill>
                <a:effectLst/>
                <a:latin typeface="Consolas" panose="020B0609020204030204" pitchFamily="49" charset="0"/>
              </a:rPr>
              <a:t>*</a:t>
            </a:r>
            <a:r>
              <a:rPr lang="en-US" altLang="zh-TW" sz="1400" b="0" dirty="0" err="1">
                <a:solidFill>
                  <a:srgbClr val="000000"/>
                </a:solidFill>
                <a:effectLst/>
                <a:latin typeface="Consolas" panose="020B0609020204030204" pitchFamily="49" charset="0"/>
              </a:rPr>
              <a:t>i</a:t>
            </a:r>
            <a:r>
              <a:rPr lang="en-US" altLang="zh-TW" sz="1400" b="0" dirty="0">
                <a:solidFill>
                  <a:srgbClr val="000000"/>
                </a:solidFill>
                <a:effectLst/>
                <a:latin typeface="Consolas" panose="020B0609020204030204" pitchFamily="49" charset="0"/>
              </a:rPr>
              <a:t>] = </a:t>
            </a:r>
            <a:r>
              <a:rPr lang="en-US" altLang="zh-TW" sz="1400" b="0" dirty="0" err="1">
                <a:solidFill>
                  <a:srgbClr val="000000"/>
                </a:solidFill>
                <a:effectLst/>
                <a:latin typeface="Consolas" panose="020B0609020204030204" pitchFamily="49" charset="0"/>
              </a:rPr>
              <a:t>np.sin</a:t>
            </a:r>
            <a:r>
              <a:rPr lang="en-US" altLang="zh-TW" sz="1400" b="0" dirty="0">
                <a:solidFill>
                  <a:srgbClr val="000000"/>
                </a:solidFill>
                <a:effectLst/>
                <a:latin typeface="Consolas" panose="020B0609020204030204" pitchFamily="49" charset="0"/>
              </a:rPr>
              <a:t>(k/denominator)</a:t>
            </a:r>
          </a:p>
          <a:p>
            <a:r>
              <a:rPr lang="en-US" altLang="zh-TW" sz="1400" b="0" dirty="0">
                <a:solidFill>
                  <a:srgbClr val="000000"/>
                </a:solidFill>
                <a:effectLst/>
                <a:latin typeface="Consolas" panose="020B0609020204030204" pitchFamily="49" charset="0"/>
              </a:rPr>
              <a:t>            P[k, </a:t>
            </a:r>
            <a:r>
              <a:rPr lang="en-US" altLang="zh-TW" sz="1400" b="0" dirty="0">
                <a:solidFill>
                  <a:srgbClr val="098658"/>
                </a:solidFill>
                <a:effectLst/>
                <a:latin typeface="Consolas" panose="020B0609020204030204" pitchFamily="49" charset="0"/>
              </a:rPr>
              <a:t>2</a:t>
            </a:r>
            <a:r>
              <a:rPr lang="en-US" altLang="zh-TW" sz="1400" b="0" dirty="0">
                <a:solidFill>
                  <a:srgbClr val="000000"/>
                </a:solidFill>
                <a:effectLst/>
                <a:latin typeface="Consolas" panose="020B0609020204030204" pitchFamily="49" charset="0"/>
              </a:rPr>
              <a:t>*i+</a:t>
            </a:r>
            <a:r>
              <a:rPr lang="en-US" altLang="zh-TW" sz="1400" b="0" dirty="0">
                <a:solidFill>
                  <a:srgbClr val="098658"/>
                </a:solidFill>
                <a:effectLst/>
                <a:latin typeface="Consolas" panose="020B0609020204030204" pitchFamily="49" charset="0"/>
              </a:rPr>
              <a:t>1</a:t>
            </a:r>
            <a:r>
              <a:rPr lang="en-US" altLang="zh-TW" sz="1400" b="0" dirty="0">
                <a:solidFill>
                  <a:srgbClr val="000000"/>
                </a:solidFill>
                <a:effectLst/>
                <a:latin typeface="Consolas" panose="020B0609020204030204" pitchFamily="49" charset="0"/>
              </a:rPr>
              <a:t>] = </a:t>
            </a:r>
            <a:r>
              <a:rPr lang="en-US" altLang="zh-TW" sz="1400" b="0" dirty="0" err="1">
                <a:solidFill>
                  <a:srgbClr val="000000"/>
                </a:solidFill>
                <a:effectLst/>
                <a:latin typeface="Consolas" panose="020B0609020204030204" pitchFamily="49" charset="0"/>
              </a:rPr>
              <a:t>np.cos</a:t>
            </a:r>
            <a:r>
              <a:rPr lang="en-US" altLang="zh-TW" sz="1400" b="0" dirty="0">
                <a:solidFill>
                  <a:srgbClr val="000000"/>
                </a:solidFill>
                <a:effectLst/>
                <a:latin typeface="Consolas" panose="020B0609020204030204" pitchFamily="49" charset="0"/>
              </a:rPr>
              <a:t>(k/denominator)</a:t>
            </a:r>
          </a:p>
          <a:p>
            <a:r>
              <a:rPr lang="en-US" altLang="zh-TW" sz="1400" b="0" dirty="0">
                <a:solidFill>
                  <a:srgbClr val="000000"/>
                </a:solidFill>
                <a:effectLst/>
                <a:latin typeface="Consolas" panose="020B0609020204030204" pitchFamily="49" charset="0"/>
              </a:rPr>
              <a:t>    </a:t>
            </a:r>
            <a:r>
              <a:rPr lang="en-US" altLang="zh-TW" sz="1400" b="0" dirty="0">
                <a:solidFill>
                  <a:srgbClr val="0000FF"/>
                </a:solidFill>
                <a:effectLst/>
                <a:latin typeface="Consolas" panose="020B0609020204030204" pitchFamily="49" charset="0"/>
              </a:rPr>
              <a:t>return</a:t>
            </a:r>
            <a:r>
              <a:rPr lang="en-US" altLang="zh-TW" sz="1400" b="0" dirty="0">
                <a:solidFill>
                  <a:srgbClr val="000000"/>
                </a:solidFill>
                <a:effectLst/>
                <a:latin typeface="Consolas" panose="020B0609020204030204" pitchFamily="49" charset="0"/>
              </a:rPr>
              <a:t> P</a:t>
            </a:r>
          </a:p>
          <a:p>
            <a:br>
              <a:rPr lang="en-US" altLang="zh-TW" sz="1400" b="0" dirty="0">
                <a:solidFill>
                  <a:srgbClr val="000000"/>
                </a:solidFill>
                <a:effectLst/>
                <a:latin typeface="Consolas" panose="020B0609020204030204" pitchFamily="49" charset="0"/>
              </a:rPr>
            </a:br>
            <a:r>
              <a:rPr lang="en-US" altLang="zh-TW" sz="1400" b="0" dirty="0">
                <a:solidFill>
                  <a:srgbClr val="000000"/>
                </a:solidFill>
                <a:effectLst/>
                <a:latin typeface="Consolas" panose="020B0609020204030204" pitchFamily="49" charset="0"/>
              </a:rPr>
              <a:t>P = </a:t>
            </a:r>
            <a:r>
              <a:rPr lang="en-US" altLang="zh-TW" sz="1400" b="0" dirty="0" err="1">
                <a:solidFill>
                  <a:srgbClr val="000000"/>
                </a:solidFill>
                <a:effectLst/>
                <a:latin typeface="Consolas" panose="020B0609020204030204" pitchFamily="49" charset="0"/>
              </a:rPr>
              <a:t>getPositionEncoding</a:t>
            </a:r>
            <a:r>
              <a:rPr lang="en-US" altLang="zh-TW" sz="1400" b="0" dirty="0">
                <a:solidFill>
                  <a:srgbClr val="000000"/>
                </a:solidFill>
                <a:effectLst/>
                <a:latin typeface="Consolas" panose="020B0609020204030204" pitchFamily="49" charset="0"/>
              </a:rPr>
              <a:t>(</a:t>
            </a:r>
            <a:r>
              <a:rPr lang="en-US" altLang="zh-TW" sz="1400" b="0" dirty="0" err="1">
                <a:solidFill>
                  <a:srgbClr val="000000"/>
                </a:solidFill>
                <a:effectLst/>
                <a:latin typeface="Consolas" panose="020B0609020204030204" pitchFamily="49" charset="0"/>
              </a:rPr>
              <a:t>seq_len</a:t>
            </a:r>
            <a:r>
              <a:rPr lang="en-US" altLang="zh-TW" sz="1400" b="0" dirty="0">
                <a:solidFill>
                  <a:srgbClr val="000000"/>
                </a:solidFill>
                <a:effectLst/>
                <a:latin typeface="Consolas" panose="020B0609020204030204" pitchFamily="49" charset="0"/>
              </a:rPr>
              <a:t>=</a:t>
            </a:r>
            <a:r>
              <a:rPr lang="en-US" altLang="zh-TW" sz="1400" b="0" dirty="0">
                <a:solidFill>
                  <a:srgbClr val="098658"/>
                </a:solidFill>
                <a:effectLst/>
                <a:latin typeface="Consolas" panose="020B0609020204030204" pitchFamily="49" charset="0"/>
              </a:rPr>
              <a:t>4</a:t>
            </a:r>
            <a:r>
              <a:rPr lang="en-US" altLang="zh-TW" sz="1400" b="0" dirty="0">
                <a:solidFill>
                  <a:srgbClr val="000000"/>
                </a:solidFill>
                <a:effectLst/>
                <a:latin typeface="Consolas" panose="020B0609020204030204" pitchFamily="49" charset="0"/>
              </a:rPr>
              <a:t>, d=</a:t>
            </a:r>
            <a:r>
              <a:rPr lang="en-US" altLang="zh-TW" sz="1400" b="0" dirty="0">
                <a:solidFill>
                  <a:srgbClr val="098658"/>
                </a:solidFill>
                <a:effectLst/>
                <a:latin typeface="Consolas" panose="020B0609020204030204" pitchFamily="49" charset="0"/>
              </a:rPr>
              <a:t>4</a:t>
            </a:r>
            <a:r>
              <a:rPr lang="en-US" altLang="zh-TW" sz="1400" b="0" dirty="0">
                <a:solidFill>
                  <a:srgbClr val="000000"/>
                </a:solidFill>
                <a:effectLst/>
                <a:latin typeface="Consolas" panose="020B0609020204030204" pitchFamily="49" charset="0"/>
              </a:rPr>
              <a:t>, n=</a:t>
            </a:r>
            <a:r>
              <a:rPr lang="en-US" altLang="zh-TW" sz="1400" b="0" dirty="0">
                <a:solidFill>
                  <a:srgbClr val="098658"/>
                </a:solidFill>
                <a:effectLst/>
                <a:latin typeface="Consolas" panose="020B0609020204030204" pitchFamily="49" charset="0"/>
              </a:rPr>
              <a:t>100</a:t>
            </a:r>
            <a:r>
              <a:rPr lang="en-US" altLang="zh-TW" sz="1400" b="0" dirty="0">
                <a:solidFill>
                  <a:srgbClr val="000000"/>
                </a:solidFill>
                <a:effectLst/>
                <a:latin typeface="Consolas" panose="020B0609020204030204" pitchFamily="49" charset="0"/>
              </a:rPr>
              <a:t>)</a:t>
            </a:r>
          </a:p>
          <a:p>
            <a:r>
              <a:rPr lang="en-US" altLang="zh-TW" sz="1400" b="0" dirty="0">
                <a:solidFill>
                  <a:srgbClr val="000000"/>
                </a:solidFill>
                <a:effectLst/>
                <a:latin typeface="Consolas" panose="020B0609020204030204" pitchFamily="49" charset="0"/>
              </a:rPr>
              <a:t>print(P)</a:t>
            </a:r>
          </a:p>
        </p:txBody>
      </p:sp>
    </p:spTree>
    <p:extLst>
      <p:ext uri="{BB962C8B-B14F-4D97-AF65-F5344CB8AC3E}">
        <p14:creationId xmlns:p14="http://schemas.microsoft.com/office/powerpoint/2010/main" val="3004461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5911B0-9620-9421-EE95-B9F8B2C49B2E}"/>
              </a:ext>
            </a:extLst>
          </p:cNvPr>
          <p:cNvSpPr>
            <a:spLocks noGrp="1"/>
          </p:cNvSpPr>
          <p:nvPr>
            <p:ph type="title"/>
          </p:nvPr>
        </p:nvSpPr>
        <p:spPr/>
        <p:txBody>
          <a:bodyPr/>
          <a:lstStyle/>
          <a:p>
            <a:r>
              <a:rPr kumimoji="1" lang="zh-TW" altLang="en-US" dirty="0"/>
              <a:t>加上位置編碼</a:t>
            </a:r>
          </a:p>
        </p:txBody>
      </p:sp>
      <p:sp>
        <p:nvSpPr>
          <p:cNvPr id="3" name="內容版面配置區 2">
            <a:extLst>
              <a:ext uri="{FF2B5EF4-FFF2-40B4-BE49-F238E27FC236}">
                <a16:creationId xmlns:a16="http://schemas.microsoft.com/office/drawing/2014/main" id="{B522BBF4-BDE5-3025-F77A-EF5771E9B16F}"/>
              </a:ext>
            </a:extLst>
          </p:cNvPr>
          <p:cNvSpPr>
            <a:spLocks noGrp="1"/>
          </p:cNvSpPr>
          <p:nvPr>
            <p:ph idx="1"/>
          </p:nvPr>
        </p:nvSpPr>
        <p:spPr/>
        <p:txBody>
          <a:bodyPr/>
          <a:lstStyle/>
          <a:p>
            <a:endParaRPr kumimoji="1" lang="zh-TW" altLang="en-US"/>
          </a:p>
        </p:txBody>
      </p:sp>
      <p:pic>
        <p:nvPicPr>
          <p:cNvPr id="4098" name="Picture 2">
            <a:extLst>
              <a:ext uri="{FF2B5EF4-FFF2-40B4-BE49-F238E27FC236}">
                <a16:creationId xmlns:a16="http://schemas.microsoft.com/office/drawing/2014/main" id="{D1FD568D-1F3A-66A5-2131-2E83FEDDD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825625"/>
            <a:ext cx="8802757" cy="4854124"/>
          </a:xfrm>
          <a:prstGeom prst="rect">
            <a:avLst/>
          </a:prstGeom>
          <a:noFill/>
          <a:extLst>
            <a:ext uri="{909E8E84-426E-40DD-AFC4-6F175D3DCCD1}">
              <a14:hiddenFill xmlns:a14="http://schemas.microsoft.com/office/drawing/2010/main">
                <a:solidFill>
                  <a:srgbClr val="FFFFFF"/>
                </a:solidFill>
              </a14:hiddenFill>
            </a:ext>
          </a:extLst>
        </p:spPr>
      </p:pic>
      <p:sp>
        <p:nvSpPr>
          <p:cNvPr id="4" name="直線圖說文字 1 3">
            <a:extLst>
              <a:ext uri="{FF2B5EF4-FFF2-40B4-BE49-F238E27FC236}">
                <a16:creationId xmlns:a16="http://schemas.microsoft.com/office/drawing/2014/main" id="{29B67274-81DB-87FF-ED2D-D9A5E42C4584}"/>
              </a:ext>
            </a:extLst>
          </p:cNvPr>
          <p:cNvSpPr/>
          <p:nvPr/>
        </p:nvSpPr>
        <p:spPr>
          <a:xfrm>
            <a:off x="7732644" y="4721087"/>
            <a:ext cx="3349488" cy="1113183"/>
          </a:xfrm>
          <a:prstGeom prst="borderCallout1">
            <a:avLst>
              <a:gd name="adj1" fmla="val 18750"/>
              <a:gd name="adj2" fmla="val -8333"/>
              <a:gd name="adj3" fmla="val 79465"/>
              <a:gd name="adj4" fmla="val -325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dirty="0"/>
              <a:t>直接加上去，所以</a:t>
            </a:r>
            <a:r>
              <a:rPr kumimoji="1" lang="en-US" altLang="zh-TW" dirty="0"/>
              <a:t>position encoding</a:t>
            </a:r>
            <a:r>
              <a:rPr kumimoji="1" lang="zh-TW" altLang="en-US" dirty="0"/>
              <a:t>的長度一定要跟</a:t>
            </a:r>
            <a:r>
              <a:rPr kumimoji="1" lang="en-US" altLang="zh-TW" dirty="0"/>
              <a:t>word embedding</a:t>
            </a:r>
            <a:r>
              <a:rPr kumimoji="1" lang="zh-TW" altLang="en-US" dirty="0"/>
              <a:t>的結果長度一樣</a:t>
            </a:r>
          </a:p>
        </p:txBody>
      </p:sp>
    </p:spTree>
    <p:extLst>
      <p:ext uri="{BB962C8B-B14F-4D97-AF65-F5344CB8AC3E}">
        <p14:creationId xmlns:p14="http://schemas.microsoft.com/office/powerpoint/2010/main" val="1863018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3EDDBC-A18B-6270-6584-07AA75385743}"/>
              </a:ext>
            </a:extLst>
          </p:cNvPr>
          <p:cNvSpPr>
            <a:spLocks noGrp="1"/>
          </p:cNvSpPr>
          <p:nvPr>
            <p:ph type="title"/>
          </p:nvPr>
        </p:nvSpPr>
        <p:spPr/>
        <p:txBody>
          <a:bodyPr/>
          <a:lstStyle/>
          <a:p>
            <a:r>
              <a:rPr kumimoji="1" lang="zh-TW" altLang="en-US" dirty="0"/>
              <a:t>使用位置編碼表示序列的順序</a:t>
            </a:r>
          </a:p>
        </p:txBody>
      </p:sp>
      <p:sp>
        <p:nvSpPr>
          <p:cNvPr id="3" name="內容版面配置區 2">
            <a:extLst>
              <a:ext uri="{FF2B5EF4-FFF2-40B4-BE49-F238E27FC236}">
                <a16:creationId xmlns:a16="http://schemas.microsoft.com/office/drawing/2014/main" id="{505EC056-AEDC-1382-2C75-EEB2C5A324B6}"/>
              </a:ext>
            </a:extLst>
          </p:cNvPr>
          <p:cNvSpPr>
            <a:spLocks noGrp="1"/>
          </p:cNvSpPr>
          <p:nvPr>
            <p:ph idx="1"/>
          </p:nvPr>
        </p:nvSpPr>
        <p:spPr/>
        <p:txBody>
          <a:bodyPr/>
          <a:lstStyle/>
          <a:p>
            <a:r>
              <a:rPr lang="zh-TW" altLang="en-US" b="0" i="0" dirty="0">
                <a:solidFill>
                  <a:srgbClr val="222222"/>
                </a:solidFill>
                <a:effectLst/>
                <a:latin typeface="Helvetica" pitchFamily="2" charset="0"/>
              </a:rPr>
              <a:t>如果我們假設嵌入的維度為 </a:t>
            </a:r>
            <a:r>
              <a:rPr lang="en-US" altLang="zh-TW" b="0" i="0" dirty="0">
                <a:solidFill>
                  <a:srgbClr val="222222"/>
                </a:solidFill>
                <a:effectLst/>
                <a:latin typeface="Helvetica" pitchFamily="2" charset="0"/>
              </a:rPr>
              <a:t>4</a:t>
            </a:r>
            <a:r>
              <a:rPr lang="zh-TW" altLang="en-US" b="0" i="0" dirty="0">
                <a:solidFill>
                  <a:srgbClr val="222222"/>
                </a:solidFill>
                <a:effectLst/>
                <a:latin typeface="Helvetica" pitchFamily="2" charset="0"/>
              </a:rPr>
              <a:t>，那麼實際的位置編碼將如下所示：</a:t>
            </a:r>
            <a:endParaRPr kumimoji="1" lang="zh-TW" altLang="en-US" dirty="0"/>
          </a:p>
        </p:txBody>
      </p:sp>
      <p:pic>
        <p:nvPicPr>
          <p:cNvPr id="24578" name="Picture 2">
            <a:extLst>
              <a:ext uri="{FF2B5EF4-FFF2-40B4-BE49-F238E27FC236}">
                <a16:creationId xmlns:a16="http://schemas.microsoft.com/office/drawing/2014/main" id="{669AE203-A6B5-3004-457A-1D25EC2ED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551" y="2728755"/>
            <a:ext cx="10340898" cy="2872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2192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153B87-BF96-6204-D80E-700C6CA3A91F}"/>
              </a:ext>
            </a:extLst>
          </p:cNvPr>
          <p:cNvSpPr>
            <a:spLocks noGrp="1"/>
          </p:cNvSpPr>
          <p:nvPr>
            <p:ph type="title"/>
          </p:nvPr>
        </p:nvSpPr>
        <p:spPr>
          <a:xfrm>
            <a:off x="838200" y="365126"/>
            <a:ext cx="10515600" cy="1101188"/>
          </a:xfrm>
        </p:spPr>
        <p:txBody>
          <a:bodyPr/>
          <a:lstStyle/>
          <a:p>
            <a:r>
              <a:rPr kumimoji="1" lang="zh-TW" altLang="en-US" dirty="0"/>
              <a:t>加上位置編碼</a:t>
            </a:r>
          </a:p>
        </p:txBody>
      </p:sp>
      <p:sp>
        <p:nvSpPr>
          <p:cNvPr id="7" name="文字方塊 6">
            <a:extLst>
              <a:ext uri="{FF2B5EF4-FFF2-40B4-BE49-F238E27FC236}">
                <a16:creationId xmlns:a16="http://schemas.microsoft.com/office/drawing/2014/main" id="{E6E662FC-F514-F890-8BD8-F2FB7BF98ED8}"/>
              </a:ext>
            </a:extLst>
          </p:cNvPr>
          <p:cNvSpPr txBox="1"/>
          <p:nvPr/>
        </p:nvSpPr>
        <p:spPr>
          <a:xfrm>
            <a:off x="838200" y="1466313"/>
            <a:ext cx="10641496" cy="3970318"/>
          </a:xfrm>
          <a:prstGeom prst="rect">
            <a:avLst/>
          </a:prstGeom>
          <a:noFill/>
        </p:spPr>
        <p:txBody>
          <a:bodyPr wrap="square">
            <a:spAutoFit/>
          </a:bodyPr>
          <a:lstStyle/>
          <a:p>
            <a:r>
              <a:rPr lang="en" altLang="zh-TW" b="0" i="0" dirty="0">
                <a:solidFill>
                  <a:srgbClr val="7928A1"/>
                </a:solidFill>
                <a:effectLst/>
                <a:latin typeface="Courier New" panose="02070309020205020404" pitchFamily="49" charset="0"/>
              </a:rPr>
              <a:t>def</a:t>
            </a:r>
            <a:r>
              <a:rPr lang="en" altLang="zh-TW" b="0" i="0" dirty="0">
                <a:effectLst/>
                <a:latin typeface="Courier New" panose="02070309020205020404" pitchFamily="49" charset="0"/>
              </a:rPr>
              <a:t> </a:t>
            </a:r>
            <a:r>
              <a:rPr lang="en" altLang="zh-TW" b="0" i="0" dirty="0" err="1">
                <a:solidFill>
                  <a:srgbClr val="007FAA"/>
                </a:solidFill>
                <a:effectLst/>
                <a:latin typeface="Courier New" panose="02070309020205020404" pitchFamily="49" charset="0"/>
              </a:rPr>
              <a:t>get_angles</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pos, </a:t>
            </a:r>
            <a:r>
              <a:rPr lang="en" altLang="zh-TW" b="0" i="0" dirty="0" err="1">
                <a:solidFill>
                  <a:srgbClr val="AA5D00"/>
                </a:solidFill>
                <a:effectLst/>
                <a:latin typeface="Courier New" panose="02070309020205020404" pitchFamily="49" charset="0"/>
              </a:rPr>
              <a:t>i</a:t>
            </a:r>
            <a:r>
              <a:rPr lang="en" altLang="zh-TW" b="0" i="0" dirty="0">
                <a:solidFill>
                  <a:srgbClr val="AA5D00"/>
                </a:solidFill>
                <a:effectLst/>
                <a:latin typeface="Courier New" panose="02070309020205020404" pitchFamily="49" charset="0"/>
              </a:rPr>
              <a:t>, </a:t>
            </a:r>
            <a:r>
              <a:rPr lang="en" altLang="zh-TW" b="0" i="0" dirty="0" err="1">
                <a:solidFill>
                  <a:srgbClr val="AA5D00"/>
                </a:solidFill>
                <a:effectLst/>
                <a:latin typeface="Courier New" panose="02070309020205020404" pitchFamily="49" charset="0"/>
              </a:rPr>
              <a:t>d_model</a:t>
            </a:r>
            <a:r>
              <a:rPr lang="en" altLang="zh-TW" b="0" i="0" dirty="0">
                <a:effectLst/>
                <a:latin typeface="Courier New" panose="02070309020205020404" pitchFamily="49" charset="0"/>
              </a:rPr>
              <a:t>): </a:t>
            </a:r>
          </a:p>
          <a:p>
            <a:r>
              <a:rPr lang="en" altLang="zh-TW" dirty="0">
                <a:latin typeface="Courier New" panose="02070309020205020404" pitchFamily="49" charset="0"/>
              </a:rPr>
              <a:t>	</a:t>
            </a:r>
            <a:r>
              <a:rPr lang="en" altLang="zh-TW" b="0" i="0" dirty="0" err="1">
                <a:effectLst/>
                <a:latin typeface="Courier New" panose="02070309020205020404" pitchFamily="49" charset="0"/>
              </a:rPr>
              <a:t>angle_rates</a:t>
            </a:r>
            <a:r>
              <a:rPr lang="en" altLang="zh-TW" b="0" i="0" dirty="0">
                <a:effectLst/>
                <a:latin typeface="Courier New" panose="02070309020205020404" pitchFamily="49" charset="0"/>
              </a:rPr>
              <a:t> = </a:t>
            </a:r>
            <a:r>
              <a:rPr lang="en" altLang="zh-TW" b="0" i="0" dirty="0">
                <a:solidFill>
                  <a:srgbClr val="AA5D00"/>
                </a:solidFill>
                <a:effectLst/>
                <a:latin typeface="Courier New" panose="02070309020205020404" pitchFamily="49" charset="0"/>
              </a:rPr>
              <a:t>1</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np.power</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10000</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i</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np.float32(</a:t>
            </a:r>
            <a:r>
              <a:rPr lang="en" altLang="zh-TW" b="0" i="0" dirty="0" err="1">
                <a:effectLst/>
                <a:latin typeface="Courier New" panose="02070309020205020404" pitchFamily="49" charset="0"/>
              </a:rPr>
              <a:t>d_model</a:t>
            </a:r>
            <a:r>
              <a:rPr lang="en" altLang="zh-TW" b="0" i="0" dirty="0">
                <a:effectLst/>
                <a:latin typeface="Courier New" panose="02070309020205020404" pitchFamily="49" charset="0"/>
              </a:rPr>
              <a:t>)) 	</a:t>
            </a:r>
            <a:r>
              <a:rPr lang="en" altLang="zh-TW" b="0" i="0" dirty="0">
                <a:solidFill>
                  <a:srgbClr val="7928A1"/>
                </a:solidFill>
                <a:effectLst/>
                <a:latin typeface="Courier New" panose="02070309020205020404" pitchFamily="49" charset="0"/>
              </a:rPr>
              <a:t>return</a:t>
            </a:r>
            <a:r>
              <a:rPr lang="en" altLang="zh-TW" b="0" i="0" dirty="0">
                <a:effectLst/>
                <a:latin typeface="Courier New" panose="02070309020205020404" pitchFamily="49" charset="0"/>
              </a:rPr>
              <a:t> pos * </a:t>
            </a:r>
            <a:r>
              <a:rPr lang="en" altLang="zh-TW" b="0" i="0" dirty="0" err="1">
                <a:effectLst/>
                <a:latin typeface="Courier New" panose="02070309020205020404" pitchFamily="49" charset="0"/>
              </a:rPr>
              <a:t>angle_rates</a:t>
            </a:r>
            <a:r>
              <a:rPr lang="en" altLang="zh-TW" b="0" i="0" dirty="0">
                <a:effectLst/>
                <a:latin typeface="Courier New" panose="02070309020205020404" pitchFamily="49" charset="0"/>
              </a:rPr>
              <a:t> </a:t>
            </a:r>
          </a:p>
          <a:p>
            <a:endParaRPr lang="en" altLang="zh-TW" dirty="0">
              <a:solidFill>
                <a:srgbClr val="7928A1"/>
              </a:solidFill>
              <a:latin typeface="Courier New" panose="02070309020205020404" pitchFamily="49" charset="0"/>
            </a:endParaRPr>
          </a:p>
          <a:p>
            <a:r>
              <a:rPr lang="en" altLang="zh-TW" b="0" i="0" dirty="0">
                <a:solidFill>
                  <a:srgbClr val="7928A1"/>
                </a:solidFill>
                <a:effectLst/>
                <a:latin typeface="Courier New" panose="02070309020205020404" pitchFamily="49" charset="0"/>
              </a:rPr>
              <a:t>def</a:t>
            </a:r>
            <a:r>
              <a:rPr lang="en" altLang="zh-TW" b="0" i="0" dirty="0">
                <a:effectLst/>
                <a:latin typeface="Courier New" panose="02070309020205020404" pitchFamily="49" charset="0"/>
              </a:rPr>
              <a:t> </a:t>
            </a:r>
            <a:r>
              <a:rPr lang="en" altLang="zh-TW" b="0" i="0" dirty="0" err="1">
                <a:solidFill>
                  <a:srgbClr val="007FAA"/>
                </a:solidFill>
                <a:effectLst/>
                <a:latin typeface="Courier New" panose="02070309020205020404" pitchFamily="49" charset="0"/>
              </a:rPr>
              <a:t>positional_encoding</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position, </a:t>
            </a:r>
            <a:r>
              <a:rPr lang="en" altLang="zh-TW" b="0" i="0" dirty="0" err="1">
                <a:solidFill>
                  <a:srgbClr val="AA5D00"/>
                </a:solidFill>
                <a:effectLst/>
                <a:latin typeface="Courier New" panose="02070309020205020404" pitchFamily="49" charset="0"/>
              </a:rPr>
              <a:t>d_model</a:t>
            </a:r>
            <a:r>
              <a:rPr lang="en" altLang="zh-TW" b="0" i="0" dirty="0">
                <a:effectLst/>
                <a:latin typeface="Courier New" panose="02070309020205020404" pitchFamily="49" charset="0"/>
              </a:rPr>
              <a:t>): </a:t>
            </a:r>
          </a:p>
          <a:p>
            <a:r>
              <a:rPr lang="en" altLang="zh-TW" dirty="0">
                <a:latin typeface="Courier New" panose="02070309020205020404" pitchFamily="49" charset="0"/>
              </a:rPr>
              <a:t>	</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get_angles</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np.arange</a:t>
            </a:r>
            <a:r>
              <a:rPr lang="en" altLang="zh-TW" b="0" i="0" dirty="0">
                <a:effectLst/>
                <a:latin typeface="Courier New" panose="02070309020205020404" pitchFamily="49" charset="0"/>
              </a:rPr>
              <a:t>(position)[:, </a:t>
            </a:r>
            <a:r>
              <a:rPr lang="en" altLang="zh-TW" b="0" i="0" dirty="0" err="1">
                <a:effectLst/>
                <a:latin typeface="Courier New" panose="02070309020205020404" pitchFamily="49" charset="0"/>
              </a:rPr>
              <a:t>np.newaxis</a:t>
            </a:r>
            <a:r>
              <a:rPr lang="en" altLang="zh-TW" b="0" i="0" dirty="0">
                <a:effectLst/>
                <a:latin typeface="Courier New" panose="02070309020205020404" pitchFamily="49" charset="0"/>
              </a:rPr>
              <a:t>],</a:t>
            </a:r>
          </a:p>
          <a:p>
            <a:r>
              <a:rPr lang="en" altLang="zh-TW" b="0" i="0" dirty="0">
                <a:effectLst/>
                <a:latin typeface="Courier New" panose="02070309020205020404" pitchFamily="49" charset="0"/>
              </a:rPr>
              <a:t>				</a:t>
            </a:r>
            <a:r>
              <a:rPr lang="en" altLang="zh-TW" b="0" i="0" dirty="0" err="1">
                <a:effectLst/>
                <a:latin typeface="Courier New" panose="02070309020205020404" pitchFamily="49" charset="0"/>
              </a:rPr>
              <a:t>np.arange</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d_model</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np.newaxis</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d_model</a:t>
            </a:r>
            <a:r>
              <a:rPr lang="en" altLang="zh-TW" b="0" i="0" dirty="0">
                <a:effectLst/>
                <a:latin typeface="Courier New" panose="02070309020205020404" pitchFamily="49" charset="0"/>
              </a:rPr>
              <a:t>) </a:t>
            </a:r>
          </a:p>
          <a:p>
            <a:endParaRPr lang="en" altLang="zh-TW" b="0" i="1" dirty="0">
              <a:solidFill>
                <a:srgbClr val="408080"/>
              </a:solidFill>
              <a:effectLst/>
              <a:latin typeface="Courier New" panose="02070309020205020404" pitchFamily="49" charset="0"/>
            </a:endParaRPr>
          </a:p>
          <a:p>
            <a:pPr lvl="1"/>
            <a:r>
              <a:rPr lang="en" altLang="zh-TW" b="0" i="1" dirty="0">
                <a:solidFill>
                  <a:srgbClr val="408080"/>
                </a:solidFill>
                <a:effectLst/>
                <a:latin typeface="Courier New" panose="02070309020205020404" pitchFamily="49" charset="0"/>
              </a:rPr>
              <a:t># apply sin to even indices in the array; 2i</a:t>
            </a:r>
            <a:r>
              <a:rPr lang="en" altLang="zh-TW" b="0" i="0" dirty="0">
                <a:effectLst/>
                <a:latin typeface="Courier New" panose="02070309020205020404" pitchFamily="49" charset="0"/>
              </a:rPr>
              <a:t> </a:t>
            </a:r>
          </a:p>
          <a:p>
            <a:pPr lvl="1"/>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0</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np.sin</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0</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a:t>
            </a:r>
          </a:p>
          <a:p>
            <a:pPr lvl="1"/>
            <a:r>
              <a:rPr lang="en" altLang="zh-TW" b="0" i="1" dirty="0">
                <a:solidFill>
                  <a:srgbClr val="408080"/>
                </a:solidFill>
                <a:effectLst/>
                <a:latin typeface="Courier New" panose="02070309020205020404" pitchFamily="49" charset="0"/>
              </a:rPr>
              <a:t># apply cos to odd indices in the array; 2i+1</a:t>
            </a:r>
            <a:r>
              <a:rPr lang="en" altLang="zh-TW" b="0" i="0" dirty="0">
                <a:effectLst/>
                <a:latin typeface="Courier New" panose="02070309020205020404" pitchFamily="49" charset="0"/>
              </a:rPr>
              <a:t> </a:t>
            </a:r>
          </a:p>
          <a:p>
            <a:pPr lvl="1"/>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1</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np.cos</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1</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a:t>
            </a:r>
          </a:p>
          <a:p>
            <a:pPr lvl="1"/>
            <a:r>
              <a:rPr lang="en" altLang="zh-TW" b="0" i="0" dirty="0" err="1">
                <a:effectLst/>
                <a:latin typeface="Courier New" panose="02070309020205020404" pitchFamily="49" charset="0"/>
              </a:rPr>
              <a:t>pos_encoding</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np.newaxis</a:t>
            </a:r>
            <a:r>
              <a:rPr lang="en" altLang="zh-TW" b="0" i="0" dirty="0">
                <a:effectLst/>
                <a:latin typeface="Courier New" panose="02070309020205020404" pitchFamily="49" charset="0"/>
              </a:rPr>
              <a:t>, ...] </a:t>
            </a:r>
          </a:p>
          <a:p>
            <a:pPr lvl="1"/>
            <a:r>
              <a:rPr lang="en" altLang="zh-TW" b="0" i="0" dirty="0">
                <a:solidFill>
                  <a:srgbClr val="7928A1"/>
                </a:solidFill>
                <a:effectLst/>
                <a:latin typeface="Courier New" panose="02070309020205020404" pitchFamily="49" charset="0"/>
              </a:rPr>
              <a:t>return</a:t>
            </a:r>
            <a:r>
              <a:rPr lang="en" altLang="zh-TW" b="0" i="0" dirty="0">
                <a:effectLst/>
                <a:latin typeface="Courier New" panose="02070309020205020404" pitchFamily="49" charset="0"/>
              </a:rPr>
              <a:t> </a:t>
            </a:r>
            <a:r>
              <a:rPr lang="en" altLang="zh-TW" b="0" i="0" dirty="0" err="1">
                <a:effectLst/>
                <a:latin typeface="Courier New" panose="02070309020205020404" pitchFamily="49" charset="0"/>
              </a:rPr>
              <a:t>pos_encoding</a:t>
            </a:r>
            <a:endParaRPr lang="zh-TW" altLang="en-US" dirty="0"/>
          </a:p>
        </p:txBody>
      </p:sp>
      <p:sp>
        <p:nvSpPr>
          <p:cNvPr id="9" name="文字方塊 8">
            <a:extLst>
              <a:ext uri="{FF2B5EF4-FFF2-40B4-BE49-F238E27FC236}">
                <a16:creationId xmlns:a16="http://schemas.microsoft.com/office/drawing/2014/main" id="{ED6F9C41-72D2-D8E3-E7C8-024B99891616}"/>
              </a:ext>
            </a:extLst>
          </p:cNvPr>
          <p:cNvSpPr txBox="1"/>
          <p:nvPr/>
        </p:nvSpPr>
        <p:spPr>
          <a:xfrm>
            <a:off x="721821" y="6308208"/>
            <a:ext cx="6097656" cy="369332"/>
          </a:xfrm>
          <a:prstGeom prst="rect">
            <a:avLst/>
          </a:prstGeom>
          <a:noFill/>
        </p:spPr>
        <p:txBody>
          <a:bodyPr wrap="square">
            <a:spAutoFit/>
          </a:bodyPr>
          <a:lstStyle/>
          <a:p>
            <a:r>
              <a:rPr lang="zh-TW" altLang="en-US" dirty="0"/>
              <a:t>https://www.tensorflow.org/text/tutorials/transformer</a:t>
            </a:r>
          </a:p>
        </p:txBody>
      </p:sp>
    </p:spTree>
    <p:extLst>
      <p:ext uri="{BB962C8B-B14F-4D97-AF65-F5344CB8AC3E}">
        <p14:creationId xmlns:p14="http://schemas.microsoft.com/office/powerpoint/2010/main" val="20819762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AE0E39-F019-C171-6B8D-96FBD7A5AF4C}"/>
              </a:ext>
            </a:extLst>
          </p:cNvPr>
          <p:cNvSpPr>
            <a:spLocks noGrp="1"/>
          </p:cNvSpPr>
          <p:nvPr>
            <p:ph type="title"/>
          </p:nvPr>
        </p:nvSpPr>
        <p:spPr/>
        <p:txBody>
          <a:bodyPr>
            <a:normAutofit/>
          </a:bodyPr>
          <a:lstStyle/>
          <a:p>
            <a:r>
              <a:rPr kumimoji="1" lang="zh-TW" altLang="en-US" dirty="0"/>
              <a:t>位置編碼</a:t>
            </a:r>
            <a:r>
              <a:rPr kumimoji="1" lang="en-US" altLang="zh-TW" dirty="0"/>
              <a:t>(</a:t>
            </a:r>
            <a:r>
              <a:rPr kumimoji="1" lang="zh-TW" altLang="en-US" dirty="0"/>
              <a:t>假設</a:t>
            </a:r>
            <a:r>
              <a:rPr kumimoji="1" lang="en-US" altLang="zh-TW" dirty="0"/>
              <a:t>10</a:t>
            </a:r>
            <a:r>
              <a:rPr kumimoji="1" lang="zh-TW" altLang="en-US" dirty="0"/>
              <a:t>個</a:t>
            </a:r>
            <a:r>
              <a:rPr kumimoji="1" lang="en-US" altLang="zh-TW" dirty="0"/>
              <a:t>token, encoding</a:t>
            </a:r>
            <a:r>
              <a:rPr kumimoji="1" lang="zh-TW" altLang="en-US" dirty="0"/>
              <a:t>長度</a:t>
            </a:r>
            <a:r>
              <a:rPr kumimoji="1" lang="en-US" altLang="zh-TW" dirty="0"/>
              <a:t>64)</a:t>
            </a:r>
            <a:br>
              <a:rPr kumimoji="1" lang="en-US" altLang="zh-TW" dirty="0"/>
            </a:br>
            <a:r>
              <a:rPr lang="zh-TW" altLang="en-US" sz="2200" dirty="0">
                <a:hlinkClick r:id="rId2"/>
              </a:rPr>
              <a:t>https://github.com/jalammar/jalammar.github.io/blob/master/notebookes/transformer/transformer_positional_encoding_graph.ipynb</a:t>
            </a:r>
            <a:endParaRPr kumimoji="1" lang="zh-TW" altLang="en-US" dirty="0"/>
          </a:p>
        </p:txBody>
      </p:sp>
      <p:sp>
        <p:nvSpPr>
          <p:cNvPr id="3" name="內容版面配置區 2">
            <a:extLst>
              <a:ext uri="{FF2B5EF4-FFF2-40B4-BE49-F238E27FC236}">
                <a16:creationId xmlns:a16="http://schemas.microsoft.com/office/drawing/2014/main" id="{885D2F6C-4C4C-7B91-0AF1-C60FB5E0C254}"/>
              </a:ext>
            </a:extLst>
          </p:cNvPr>
          <p:cNvSpPr>
            <a:spLocks noGrp="1"/>
          </p:cNvSpPr>
          <p:nvPr>
            <p:ph idx="1"/>
          </p:nvPr>
        </p:nvSpPr>
        <p:spPr/>
        <p:txBody>
          <a:bodyPr/>
          <a:lstStyle/>
          <a:p>
            <a:endParaRPr kumimoji="1" lang="zh-TW" altLang="en-US"/>
          </a:p>
        </p:txBody>
      </p:sp>
      <p:pic>
        <p:nvPicPr>
          <p:cNvPr id="5122" name="Picture 2">
            <a:extLst>
              <a:ext uri="{FF2B5EF4-FFF2-40B4-BE49-F238E27FC236}">
                <a16:creationId xmlns:a16="http://schemas.microsoft.com/office/drawing/2014/main" id="{52457E70-7138-E744-4393-FD3E8BB5B3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582" y="1773524"/>
            <a:ext cx="6948756" cy="4975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24164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8323BE-165B-A5B2-8272-E5224939A857}"/>
              </a:ext>
            </a:extLst>
          </p:cNvPr>
          <p:cNvSpPr>
            <a:spLocks noGrp="1"/>
          </p:cNvSpPr>
          <p:nvPr>
            <p:ph type="title"/>
          </p:nvPr>
        </p:nvSpPr>
        <p:spPr/>
        <p:txBody>
          <a:bodyPr/>
          <a:lstStyle/>
          <a:p>
            <a:r>
              <a:rPr lang="en-US" altLang="zh-TW" i="0" dirty="0">
                <a:solidFill>
                  <a:srgbClr val="222222"/>
                </a:solidFill>
                <a:effectLst/>
                <a:latin typeface="Helvetica Neue" panose="02000503000000020004" pitchFamily="2" charset="0"/>
              </a:rPr>
              <a:t>Normalize</a:t>
            </a:r>
            <a:endParaRPr kumimoji="1" lang="zh-TW" altLang="en-US" dirty="0"/>
          </a:p>
        </p:txBody>
      </p:sp>
      <p:sp>
        <p:nvSpPr>
          <p:cNvPr id="3" name="內容版面配置區 2">
            <a:extLst>
              <a:ext uri="{FF2B5EF4-FFF2-40B4-BE49-F238E27FC236}">
                <a16:creationId xmlns:a16="http://schemas.microsoft.com/office/drawing/2014/main" id="{C7949E01-B0CD-ADAF-2858-35A6FF5B817B}"/>
              </a:ext>
            </a:extLst>
          </p:cNvPr>
          <p:cNvSpPr>
            <a:spLocks noGrp="1"/>
          </p:cNvSpPr>
          <p:nvPr>
            <p:ph idx="1"/>
          </p:nvPr>
        </p:nvSpPr>
        <p:spPr/>
        <p:txBody>
          <a:bodyPr/>
          <a:lstStyle/>
          <a:p>
            <a:endParaRPr kumimoji="1" lang="zh-TW" altLang="en-US" dirty="0"/>
          </a:p>
        </p:txBody>
      </p:sp>
      <p:pic>
        <p:nvPicPr>
          <p:cNvPr id="6146" name="Picture 2">
            <a:extLst>
              <a:ext uri="{FF2B5EF4-FFF2-40B4-BE49-F238E27FC236}">
                <a16:creationId xmlns:a16="http://schemas.microsoft.com/office/drawing/2014/main" id="{8A9810D9-D1D4-711D-1A61-3D30C56E5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6261" y="1073151"/>
            <a:ext cx="7477539" cy="542290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群組 7">
            <a:extLst>
              <a:ext uri="{FF2B5EF4-FFF2-40B4-BE49-F238E27FC236}">
                <a16:creationId xmlns:a16="http://schemas.microsoft.com/office/drawing/2014/main" id="{86E888CE-24BD-BEA2-A1BD-5C71176A16EC}"/>
              </a:ext>
            </a:extLst>
          </p:cNvPr>
          <p:cNvGrpSpPr/>
          <p:nvPr/>
        </p:nvGrpSpPr>
        <p:grpSpPr>
          <a:xfrm>
            <a:off x="1590261" y="2763078"/>
            <a:ext cx="2961861" cy="1331843"/>
            <a:chOff x="1590261" y="2763078"/>
            <a:chExt cx="2961861" cy="1331843"/>
          </a:xfrm>
        </p:grpSpPr>
        <p:sp>
          <p:nvSpPr>
            <p:cNvPr id="4" name="直線圖說文字 1 3">
              <a:extLst>
                <a:ext uri="{FF2B5EF4-FFF2-40B4-BE49-F238E27FC236}">
                  <a16:creationId xmlns:a16="http://schemas.microsoft.com/office/drawing/2014/main" id="{1F4D8F9A-1394-6146-6D6B-7EA57D60AC0B}"/>
                </a:ext>
              </a:extLst>
            </p:cNvPr>
            <p:cNvSpPr/>
            <p:nvPr/>
          </p:nvSpPr>
          <p:spPr>
            <a:xfrm>
              <a:off x="1590261" y="2763078"/>
              <a:ext cx="1311965" cy="1331843"/>
            </a:xfrm>
            <a:prstGeom prst="borderCallout1">
              <a:avLst>
                <a:gd name="adj1" fmla="val 14272"/>
                <a:gd name="adj2" fmla="val 104654"/>
                <a:gd name="adj3" fmla="val -28545"/>
                <a:gd name="adj4" fmla="val 22432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dirty="0"/>
                <a:t>殘差連接</a:t>
              </a:r>
            </a:p>
          </p:txBody>
        </p:sp>
        <p:cxnSp>
          <p:nvCxnSpPr>
            <p:cNvPr id="6" name="直線接點 5">
              <a:extLst>
                <a:ext uri="{FF2B5EF4-FFF2-40B4-BE49-F238E27FC236}">
                  <a16:creationId xmlns:a16="http://schemas.microsoft.com/office/drawing/2014/main" id="{072C6DC9-7C4A-2B7E-3CC6-64CE245A31F2}"/>
                </a:ext>
              </a:extLst>
            </p:cNvPr>
            <p:cNvCxnSpPr>
              <a:cxnSpLocks/>
            </p:cNvCxnSpPr>
            <p:nvPr/>
          </p:nvCxnSpPr>
          <p:spPr>
            <a:xfrm>
              <a:off x="3021496" y="3886200"/>
              <a:ext cx="1530626"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9" name="直線圖說文字 2 8">
            <a:extLst>
              <a:ext uri="{FF2B5EF4-FFF2-40B4-BE49-F238E27FC236}">
                <a16:creationId xmlns:a16="http://schemas.microsoft.com/office/drawing/2014/main" id="{215931E1-D91D-1D23-95EA-6E223D40A20B}"/>
              </a:ext>
            </a:extLst>
          </p:cNvPr>
          <p:cNvSpPr/>
          <p:nvPr/>
        </p:nvSpPr>
        <p:spPr>
          <a:xfrm>
            <a:off x="1187725" y="5032374"/>
            <a:ext cx="2117035" cy="725832"/>
          </a:xfrm>
          <a:prstGeom prst="borderCallout2">
            <a:avLst>
              <a:gd name="adj1" fmla="val 51614"/>
              <a:gd name="adj2" fmla="val 108370"/>
              <a:gd name="adj3" fmla="val 54353"/>
              <a:gd name="adj4" fmla="val 124815"/>
              <a:gd name="adj5" fmla="val -188755"/>
              <a:gd name="adj6" fmla="val 184706"/>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dirty="0"/>
              <a:t>Layer-normalization</a:t>
            </a:r>
            <a:endParaRPr kumimoji="1" lang="zh-TW" altLang="en-US" dirty="0"/>
          </a:p>
        </p:txBody>
      </p:sp>
    </p:spTree>
    <p:extLst>
      <p:ext uri="{BB962C8B-B14F-4D97-AF65-F5344CB8AC3E}">
        <p14:creationId xmlns:p14="http://schemas.microsoft.com/office/powerpoint/2010/main" val="4671752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139F22-E45F-BDFD-1838-59CCBDBAD30B}"/>
              </a:ext>
            </a:extLst>
          </p:cNvPr>
          <p:cNvSpPr>
            <a:spLocks noGrp="1"/>
          </p:cNvSpPr>
          <p:nvPr>
            <p:ph type="title"/>
          </p:nvPr>
        </p:nvSpPr>
        <p:spPr/>
        <p:txBody>
          <a:bodyPr/>
          <a:lstStyle/>
          <a:p>
            <a:r>
              <a:rPr lang="en-US" altLang="zh-TW" i="0" dirty="0">
                <a:solidFill>
                  <a:srgbClr val="222222"/>
                </a:solidFill>
                <a:effectLst/>
                <a:latin typeface="Helvetica Neue" panose="02000503000000020004" pitchFamily="2" charset="0"/>
              </a:rPr>
              <a:t>Layer Normalize</a:t>
            </a:r>
            <a:endParaRPr kumimoji="1" lang="zh-TW" altLang="en-US" dirty="0"/>
          </a:p>
        </p:txBody>
      </p:sp>
      <p:sp>
        <p:nvSpPr>
          <p:cNvPr id="3" name="內容版面配置區 2">
            <a:extLst>
              <a:ext uri="{FF2B5EF4-FFF2-40B4-BE49-F238E27FC236}">
                <a16:creationId xmlns:a16="http://schemas.microsoft.com/office/drawing/2014/main" id="{CB9F8D76-5549-0A21-0088-B5A184D7AA7B}"/>
              </a:ext>
            </a:extLst>
          </p:cNvPr>
          <p:cNvSpPr>
            <a:spLocks noGrp="1"/>
          </p:cNvSpPr>
          <p:nvPr>
            <p:ph idx="1"/>
          </p:nvPr>
        </p:nvSpPr>
        <p:spPr>
          <a:xfrm>
            <a:off x="838201" y="1825625"/>
            <a:ext cx="3485322" cy="4351338"/>
          </a:xfrm>
        </p:spPr>
        <p:txBody>
          <a:bodyPr>
            <a:normAutofit/>
          </a:bodyPr>
          <a:lstStyle/>
          <a:p>
            <a:r>
              <a:rPr lang="en" altLang="zh-TW" sz="2000" b="0" i="0" dirty="0">
                <a:solidFill>
                  <a:srgbClr val="222222"/>
                </a:solidFill>
                <a:effectLst/>
                <a:latin typeface="Helvetica" pitchFamily="2" charset="0"/>
              </a:rPr>
              <a:t>visualize the vectors and the layer-norm operation associated with self attention</a:t>
            </a:r>
            <a:endParaRPr kumimoji="1" lang="zh-TW" altLang="en-US" sz="2000" dirty="0"/>
          </a:p>
        </p:txBody>
      </p:sp>
      <p:pic>
        <p:nvPicPr>
          <p:cNvPr id="7170" name="Picture 2">
            <a:extLst>
              <a:ext uri="{FF2B5EF4-FFF2-40B4-BE49-F238E27FC236}">
                <a16:creationId xmlns:a16="http://schemas.microsoft.com/office/drawing/2014/main" id="{70790C05-A8B7-8977-277F-2DCBA45EBA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315" y="520700"/>
            <a:ext cx="6384144" cy="597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5376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D40F01-DD5C-9733-EB0C-FE1BAFF299F2}"/>
              </a:ext>
            </a:extLst>
          </p:cNvPr>
          <p:cNvSpPr>
            <a:spLocks noGrp="1"/>
          </p:cNvSpPr>
          <p:nvPr>
            <p:ph type="title"/>
          </p:nvPr>
        </p:nvSpPr>
        <p:spPr/>
        <p:txBody>
          <a:bodyPr/>
          <a:lstStyle/>
          <a:p>
            <a:endParaRPr kumimoji="1" lang="zh-TW" altLang="en-US"/>
          </a:p>
        </p:txBody>
      </p:sp>
      <p:sp>
        <p:nvSpPr>
          <p:cNvPr id="3" name="內容版面配置區 2">
            <a:extLst>
              <a:ext uri="{FF2B5EF4-FFF2-40B4-BE49-F238E27FC236}">
                <a16:creationId xmlns:a16="http://schemas.microsoft.com/office/drawing/2014/main" id="{373F9C3E-18AE-3211-F858-5FEA00A2CBCF}"/>
              </a:ext>
            </a:extLst>
          </p:cNvPr>
          <p:cNvSpPr>
            <a:spLocks noGrp="1"/>
          </p:cNvSpPr>
          <p:nvPr>
            <p:ph idx="1"/>
          </p:nvPr>
        </p:nvSpPr>
        <p:spPr/>
        <p:txBody>
          <a:bodyPr/>
          <a:lstStyle/>
          <a:p>
            <a:endParaRPr kumimoji="1" lang="zh-TW" altLang="en-US"/>
          </a:p>
        </p:txBody>
      </p:sp>
      <p:pic>
        <p:nvPicPr>
          <p:cNvPr id="2050" name="Picture 2">
            <a:extLst>
              <a:ext uri="{FF2B5EF4-FFF2-40B4-BE49-F238E27FC236}">
                <a16:creationId xmlns:a16="http://schemas.microsoft.com/office/drawing/2014/main" id="{A7FA67D0-47BD-367D-3350-C9673B97D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38" y="0"/>
            <a:ext cx="119729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90317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5FBDC-8ABD-CCAF-B37E-1323C428DA03}"/>
              </a:ext>
            </a:extLst>
          </p:cNvPr>
          <p:cNvSpPr>
            <a:spLocks noGrp="1"/>
          </p:cNvSpPr>
          <p:nvPr>
            <p:ph type="title"/>
          </p:nvPr>
        </p:nvSpPr>
        <p:spPr/>
        <p:txBody>
          <a:bodyPr/>
          <a:lstStyle/>
          <a:p>
            <a:r>
              <a:rPr kumimoji="1" lang="zh-TW" altLang="en-US" dirty="0"/>
              <a:t>組成</a:t>
            </a:r>
            <a:r>
              <a:rPr kumimoji="1" lang="en-US" altLang="zh-TW" dirty="0"/>
              <a:t>Transformer</a:t>
            </a:r>
            <a:br>
              <a:rPr kumimoji="1" lang="en-US" altLang="zh-TW" dirty="0"/>
            </a:br>
            <a:r>
              <a:rPr kumimoji="1" lang="zh-TW" altLang="en-US" sz="2800" dirty="0"/>
              <a:t>假設</a:t>
            </a:r>
            <a:r>
              <a:rPr kumimoji="1" lang="en-US" altLang="zh-TW" sz="2800" dirty="0"/>
              <a:t>encoder</a:t>
            </a:r>
            <a:r>
              <a:rPr kumimoji="1" lang="zh-TW" altLang="en-US" sz="2800" dirty="0"/>
              <a:t>與</a:t>
            </a:r>
            <a:r>
              <a:rPr kumimoji="1" lang="en-US" altLang="zh-TW" sz="2800" dirty="0"/>
              <a:t>decoder</a:t>
            </a:r>
            <a:r>
              <a:rPr kumimoji="1" lang="zh-TW" altLang="en-US" sz="2800" dirty="0"/>
              <a:t>都兩個</a:t>
            </a:r>
            <a:endParaRPr kumimoji="1" lang="zh-TW" altLang="en-US" dirty="0"/>
          </a:p>
        </p:txBody>
      </p:sp>
      <p:pic>
        <p:nvPicPr>
          <p:cNvPr id="9218" name="Picture 2">
            <a:extLst>
              <a:ext uri="{FF2B5EF4-FFF2-40B4-BE49-F238E27FC236}">
                <a16:creationId xmlns:a16="http://schemas.microsoft.com/office/drawing/2014/main" id="{7F4520E0-0EDE-9233-83DB-0F36CF99D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885" y="1581357"/>
            <a:ext cx="9094230"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7589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DE0492-4030-A038-7CF6-FB37737318D3}"/>
              </a:ext>
            </a:extLst>
          </p:cNvPr>
          <p:cNvSpPr>
            <a:spLocks noGrp="1"/>
          </p:cNvSpPr>
          <p:nvPr>
            <p:ph type="title"/>
          </p:nvPr>
        </p:nvSpPr>
        <p:spPr/>
        <p:txBody>
          <a:bodyPr/>
          <a:lstStyle/>
          <a:p>
            <a:r>
              <a:rPr lang="en" altLang="zh-TW" i="0" dirty="0">
                <a:solidFill>
                  <a:srgbClr val="4F4F4F"/>
                </a:solidFill>
                <a:effectLst/>
                <a:latin typeface="+mn-lt"/>
                <a:ea typeface="PingFang SC" panose="020B0400000000000000" pitchFamily="34" charset="-122"/>
              </a:rPr>
              <a:t>The Decoder Side</a:t>
            </a:r>
            <a:endParaRPr kumimoji="1" lang="zh-TW" altLang="en-US" dirty="0">
              <a:latin typeface="+mn-lt"/>
            </a:endParaRPr>
          </a:p>
        </p:txBody>
      </p:sp>
      <p:sp>
        <p:nvSpPr>
          <p:cNvPr id="3" name="內容版面配置區 2">
            <a:extLst>
              <a:ext uri="{FF2B5EF4-FFF2-40B4-BE49-F238E27FC236}">
                <a16:creationId xmlns:a16="http://schemas.microsoft.com/office/drawing/2014/main" id="{427406A0-0357-50CD-AE8B-556C76ABD645}"/>
              </a:ext>
            </a:extLst>
          </p:cNvPr>
          <p:cNvSpPr>
            <a:spLocks noGrp="1"/>
          </p:cNvSpPr>
          <p:nvPr>
            <p:ph idx="1"/>
          </p:nvPr>
        </p:nvSpPr>
        <p:spPr>
          <a:xfrm>
            <a:off x="838200" y="1540565"/>
            <a:ext cx="10515600" cy="4636398"/>
          </a:xfrm>
        </p:spPr>
        <p:txBody>
          <a:bodyPr/>
          <a:lstStyle/>
          <a:p>
            <a:r>
              <a:rPr kumimoji="1" lang="zh-TW" altLang="en-US" dirty="0"/>
              <a:t>編碼器首先處理輸入序列。然後將頂部編碼器的輸出轉換為一組注意力向量 </a:t>
            </a:r>
            <a:r>
              <a:rPr kumimoji="1" lang="en" altLang="zh-TW" dirty="0"/>
              <a:t>K </a:t>
            </a:r>
            <a:r>
              <a:rPr kumimoji="1" lang="zh-TW" altLang="en-US" dirty="0"/>
              <a:t>和 </a:t>
            </a:r>
            <a:r>
              <a:rPr kumimoji="1" lang="en" altLang="zh-TW" dirty="0"/>
              <a:t>V</a:t>
            </a:r>
            <a:r>
              <a:rPr kumimoji="1" lang="zh-TW" altLang="en" dirty="0"/>
              <a:t>。</a:t>
            </a:r>
            <a:endParaRPr kumimoji="1" lang="en-US" altLang="zh-TW" dirty="0"/>
          </a:p>
          <a:p>
            <a:r>
              <a:rPr kumimoji="1" lang="zh-TW" altLang="en-US" dirty="0"/>
              <a:t>每個解碼器將在其“編碼器</a:t>
            </a:r>
            <a:r>
              <a:rPr kumimoji="1" lang="en-US" altLang="zh-TW" dirty="0"/>
              <a:t>-</a:t>
            </a:r>
            <a:r>
              <a:rPr kumimoji="1" lang="zh-TW" altLang="en-US" dirty="0"/>
              <a:t>解碼器注意力”層中使用這些向量，這有助於解碼器將注意力集中在輸入序列中的適當位置：</a:t>
            </a:r>
          </a:p>
        </p:txBody>
      </p:sp>
      <p:pic>
        <p:nvPicPr>
          <p:cNvPr id="10242" name="Picture 2">
            <a:extLst>
              <a:ext uri="{FF2B5EF4-FFF2-40B4-BE49-F238E27FC236}">
                <a16:creationId xmlns:a16="http://schemas.microsoft.com/office/drawing/2014/main" id="{F663F4AE-8FFF-0A9F-51EC-F47FF4B93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7195" y="3354467"/>
            <a:ext cx="6377609" cy="350353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6428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CA1BF3-0C3A-2E10-3FAD-6156BBFCD386}"/>
              </a:ext>
            </a:extLst>
          </p:cNvPr>
          <p:cNvSpPr>
            <a:spLocks noGrp="1"/>
          </p:cNvSpPr>
          <p:nvPr>
            <p:ph type="title"/>
          </p:nvPr>
        </p:nvSpPr>
        <p:spPr/>
        <p:txBody>
          <a:bodyPr/>
          <a:lstStyle/>
          <a:p>
            <a:r>
              <a:rPr lang="en" altLang="zh-TW" dirty="0"/>
              <a:t>The Decoder Side</a:t>
            </a:r>
            <a:endParaRPr lang="zh-TW" altLang="en-US" dirty="0"/>
          </a:p>
        </p:txBody>
      </p:sp>
      <p:sp>
        <p:nvSpPr>
          <p:cNvPr id="3" name="內容版面配置區 2">
            <a:extLst>
              <a:ext uri="{FF2B5EF4-FFF2-40B4-BE49-F238E27FC236}">
                <a16:creationId xmlns:a16="http://schemas.microsoft.com/office/drawing/2014/main" id="{5C212B6B-863D-CEF2-42CA-D27CB672A7FF}"/>
              </a:ext>
            </a:extLst>
          </p:cNvPr>
          <p:cNvSpPr>
            <a:spLocks noGrp="1"/>
          </p:cNvSpPr>
          <p:nvPr>
            <p:ph idx="1"/>
          </p:nvPr>
        </p:nvSpPr>
        <p:spPr/>
        <p:txBody>
          <a:bodyPr/>
          <a:lstStyle/>
          <a:p>
            <a:pPr>
              <a:lnSpc>
                <a:spcPct val="100000"/>
              </a:lnSpc>
            </a:pPr>
            <a:r>
              <a:rPr lang="zh-TW" altLang="en-US" dirty="0"/>
              <a:t>以下步驟重複該過程，直到一個特殊的到達符號</a:t>
            </a:r>
            <a:r>
              <a:rPr lang="en-US" altLang="zh-TW" dirty="0"/>
              <a:t>&lt;</a:t>
            </a:r>
            <a:r>
              <a:rPr lang="en-US" altLang="zh-TW" dirty="0" err="1"/>
              <a:t>eos</a:t>
            </a:r>
            <a:r>
              <a:rPr lang="en-US" altLang="zh-TW" dirty="0"/>
              <a:t>&gt;</a:t>
            </a:r>
            <a:r>
              <a:rPr lang="zh-TW" altLang="en-US" dirty="0"/>
              <a:t>表示轉換器解碼器已完成其輸出。</a:t>
            </a:r>
            <a:endParaRPr lang="en-US" altLang="zh-TW" dirty="0"/>
          </a:p>
        </p:txBody>
      </p:sp>
      <p:pic>
        <p:nvPicPr>
          <p:cNvPr id="11266" name="Picture 2">
            <a:extLst>
              <a:ext uri="{FF2B5EF4-FFF2-40B4-BE49-F238E27FC236}">
                <a16:creationId xmlns:a16="http://schemas.microsoft.com/office/drawing/2014/main" id="{E15E663B-A6B7-B833-A198-56752DD179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177"/>
          <a:stretch/>
        </p:blipFill>
        <p:spPr bwMode="auto">
          <a:xfrm>
            <a:off x="4921427" y="2782957"/>
            <a:ext cx="6330773" cy="387184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內容版面配置區 2">
            <a:extLst>
              <a:ext uri="{FF2B5EF4-FFF2-40B4-BE49-F238E27FC236}">
                <a16:creationId xmlns:a16="http://schemas.microsoft.com/office/drawing/2014/main" id="{321C47E1-5BEA-3A71-FD42-087CA08D1C2A}"/>
              </a:ext>
            </a:extLst>
          </p:cNvPr>
          <p:cNvSpPr txBox="1">
            <a:spLocks/>
          </p:cNvSpPr>
          <p:nvPr/>
        </p:nvSpPr>
        <p:spPr>
          <a:xfrm>
            <a:off x="838200" y="2782957"/>
            <a:ext cx="3942522" cy="370991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TW" altLang="en-US" dirty="0"/>
              <a:t>每個步驟的輸出在下一個時間步驟中被餵回到底部解碼器，並且解碼器像編碼器一樣冒出它們的解碼結果。</a:t>
            </a:r>
            <a:endParaRPr lang="en-US" altLang="zh-TW" dirty="0"/>
          </a:p>
          <a:p>
            <a:pPr>
              <a:lnSpc>
                <a:spcPct val="110000"/>
              </a:lnSpc>
            </a:pPr>
            <a:r>
              <a:rPr lang="zh-TW" altLang="en-US" dirty="0"/>
              <a:t>將位置編碼一樣添加到這些解碼器輸入中，以指示每個單詞的位置。</a:t>
            </a:r>
            <a:endParaRPr kumimoji="1" lang="zh-TW" altLang="en-US" dirty="0"/>
          </a:p>
        </p:txBody>
      </p:sp>
    </p:spTree>
    <p:extLst>
      <p:ext uri="{BB962C8B-B14F-4D97-AF65-F5344CB8AC3E}">
        <p14:creationId xmlns:p14="http://schemas.microsoft.com/office/powerpoint/2010/main" val="2716132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0EB17A-DC2D-95F4-CC64-12017F7BF4DA}"/>
              </a:ext>
            </a:extLst>
          </p:cNvPr>
          <p:cNvSpPr>
            <a:spLocks noGrp="1"/>
          </p:cNvSpPr>
          <p:nvPr>
            <p:ph type="title"/>
          </p:nvPr>
        </p:nvSpPr>
        <p:spPr/>
        <p:txBody>
          <a:bodyPr/>
          <a:lstStyle/>
          <a:p>
            <a:r>
              <a:rPr lang="en" altLang="zh-TW" dirty="0"/>
              <a:t>The Decoder Side</a:t>
            </a:r>
            <a:endParaRPr lang="zh-TW" altLang="en-US" dirty="0"/>
          </a:p>
        </p:txBody>
      </p:sp>
      <p:sp>
        <p:nvSpPr>
          <p:cNvPr id="3" name="內容版面配置區 2">
            <a:extLst>
              <a:ext uri="{FF2B5EF4-FFF2-40B4-BE49-F238E27FC236}">
                <a16:creationId xmlns:a16="http://schemas.microsoft.com/office/drawing/2014/main" id="{883B1A54-B2B5-8DDF-5B5F-AC2BD059CAA1}"/>
              </a:ext>
            </a:extLst>
          </p:cNvPr>
          <p:cNvSpPr>
            <a:spLocks noGrp="1"/>
          </p:cNvSpPr>
          <p:nvPr>
            <p:ph idx="1"/>
          </p:nvPr>
        </p:nvSpPr>
        <p:spPr/>
        <p:txBody>
          <a:bodyPr/>
          <a:lstStyle/>
          <a:p>
            <a:r>
              <a:rPr lang="zh-TW" altLang="en-US" dirty="0"/>
              <a:t>解碼器中的</a:t>
            </a:r>
            <a:r>
              <a:rPr lang="en-US" altLang="zh-TW" dirty="0"/>
              <a:t>self-attention</a:t>
            </a:r>
            <a:r>
              <a:rPr lang="zh-TW" altLang="en-US" dirty="0"/>
              <a:t>與編碼器中的</a:t>
            </a:r>
            <a:r>
              <a:rPr lang="en-US" altLang="zh-TW" dirty="0"/>
              <a:t>self-attention</a:t>
            </a:r>
            <a:r>
              <a:rPr lang="zh-TW" altLang="en-US" dirty="0"/>
              <a:t>的運行方式略有不同：</a:t>
            </a:r>
          </a:p>
          <a:p>
            <a:pPr lvl="1"/>
            <a:r>
              <a:rPr lang="zh-TW" altLang="en-US" dirty="0"/>
              <a:t>在解碼器中，</a:t>
            </a:r>
            <a:r>
              <a:rPr lang="en-US" altLang="zh-TW" dirty="0"/>
              <a:t> self-attention</a:t>
            </a:r>
            <a:r>
              <a:rPr lang="zh-TW" altLang="en-US" dirty="0"/>
              <a:t>只允許關注</a:t>
            </a:r>
            <a:r>
              <a:rPr lang="en-US" altLang="zh-TW" dirty="0"/>
              <a:t>(attend)</a:t>
            </a:r>
            <a:r>
              <a:rPr lang="zh-TW" altLang="en-US" dirty="0"/>
              <a:t>輸出序列中較早的位置。</a:t>
            </a:r>
            <a:endParaRPr lang="en-US" altLang="zh-TW" dirty="0"/>
          </a:p>
          <a:p>
            <a:pPr lvl="1"/>
            <a:r>
              <a:rPr lang="zh-TW" altLang="en-US" dirty="0"/>
              <a:t>當然，因為同一句後面的字還沒有產生出來</a:t>
            </a:r>
            <a:endParaRPr lang="en-US" altLang="zh-TW" dirty="0"/>
          </a:p>
          <a:p>
            <a:pPr lvl="1"/>
            <a:r>
              <a:rPr lang="zh-TW" altLang="en-US" dirty="0"/>
              <a:t>通過</a:t>
            </a:r>
            <a:r>
              <a:rPr lang="en-US" altLang="zh-TW" dirty="0"/>
              <a:t>-</a:t>
            </a:r>
            <a:r>
              <a:rPr lang="en" altLang="zh-TW" dirty="0"/>
              <a:t>inf</a:t>
            </a:r>
            <a:r>
              <a:rPr lang="zh-TW" altLang="en-US" dirty="0"/>
              <a:t>在</a:t>
            </a:r>
            <a:r>
              <a:rPr lang="en-US" altLang="zh-TW" dirty="0"/>
              <a:t>self-attention</a:t>
            </a:r>
            <a:r>
              <a:rPr lang="zh-TW" altLang="en-US" dirty="0"/>
              <a:t>計算的 </a:t>
            </a:r>
            <a:r>
              <a:rPr lang="en" altLang="zh-TW" dirty="0" err="1"/>
              <a:t>softmax</a:t>
            </a:r>
            <a:r>
              <a:rPr lang="en" altLang="zh-TW" dirty="0"/>
              <a:t> </a:t>
            </a:r>
            <a:r>
              <a:rPr lang="zh-TW" altLang="en-US" dirty="0"/>
              <a:t>步驟之前屏蔽</a:t>
            </a:r>
            <a:r>
              <a:rPr lang="en-US" altLang="zh-TW" dirty="0"/>
              <a:t>(masking)</a:t>
            </a:r>
            <a:r>
              <a:rPr lang="zh-TW" altLang="en-US" dirty="0"/>
              <a:t>未來位置（將它們設置為</a:t>
            </a:r>
            <a:r>
              <a:rPr lang="en-US" altLang="zh-TW" dirty="0"/>
              <a:t>-inf</a:t>
            </a:r>
            <a:r>
              <a:rPr lang="zh-TW" altLang="en-US" dirty="0"/>
              <a:t>）來完成的。</a:t>
            </a:r>
          </a:p>
          <a:p>
            <a:r>
              <a:rPr lang="zh-TW" altLang="en-US" dirty="0"/>
              <a:t>“</a:t>
            </a:r>
            <a:r>
              <a:rPr lang="en" altLang="zh-TW" dirty="0"/>
              <a:t>Encoder-Decoder Attention”</a:t>
            </a:r>
            <a:r>
              <a:rPr lang="zh-TW" altLang="en-US" dirty="0"/>
              <a:t>層的工作方式與</a:t>
            </a:r>
            <a:r>
              <a:rPr lang="en-US" altLang="zh-TW" dirty="0"/>
              <a:t>multi-head self-attention</a:t>
            </a:r>
            <a:r>
              <a:rPr lang="zh-TW" altLang="en-US" dirty="0"/>
              <a:t>類似，除了它從它下面的層創建查詢矩陣</a:t>
            </a:r>
            <a:r>
              <a:rPr lang="en-US" altLang="zh-TW" dirty="0"/>
              <a:t>(</a:t>
            </a:r>
            <a:r>
              <a:rPr lang="en" altLang="zh-TW" dirty="0"/>
              <a:t>Queries matrix </a:t>
            </a:r>
            <a:r>
              <a:rPr lang="zh-TW" altLang="en-US" dirty="0"/>
              <a:t>，並從編碼器堆疊的輸出中獲取鍵</a:t>
            </a:r>
            <a:r>
              <a:rPr lang="en-US" altLang="zh-TW" dirty="0"/>
              <a:t>(</a:t>
            </a:r>
            <a:r>
              <a:rPr lang="en" altLang="zh-TW" dirty="0"/>
              <a:t>Keys</a:t>
            </a:r>
            <a:r>
              <a:rPr lang="en-US" altLang="zh-TW" dirty="0"/>
              <a:t>)</a:t>
            </a:r>
            <a:r>
              <a:rPr lang="zh-TW" altLang="en-US" dirty="0"/>
              <a:t>和值矩陣</a:t>
            </a:r>
            <a:r>
              <a:rPr lang="en-US" altLang="zh-TW" dirty="0"/>
              <a:t>(</a:t>
            </a:r>
            <a:r>
              <a:rPr lang="en" altLang="zh-TW" dirty="0"/>
              <a:t>Values matrix </a:t>
            </a:r>
            <a:r>
              <a:rPr lang="en-US" altLang="zh-TW" dirty="0"/>
              <a:t>)</a:t>
            </a:r>
            <a:r>
              <a:rPr lang="zh-TW" altLang="en-US" dirty="0"/>
              <a:t>。</a:t>
            </a:r>
          </a:p>
        </p:txBody>
      </p:sp>
    </p:spTree>
    <p:extLst>
      <p:ext uri="{BB962C8B-B14F-4D97-AF65-F5344CB8AC3E}">
        <p14:creationId xmlns:p14="http://schemas.microsoft.com/office/powerpoint/2010/main" val="11102053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2089B1-65DA-BBA0-D443-FF0A8D44FFED}"/>
              </a:ext>
            </a:extLst>
          </p:cNvPr>
          <p:cNvSpPr>
            <a:spLocks noGrp="1"/>
          </p:cNvSpPr>
          <p:nvPr>
            <p:ph type="title"/>
          </p:nvPr>
        </p:nvSpPr>
        <p:spPr/>
        <p:txBody>
          <a:bodyPr/>
          <a:lstStyle/>
          <a:p>
            <a:r>
              <a:rPr lang="en" altLang="zh-TW" dirty="0"/>
              <a:t>The Final Linear and </a:t>
            </a:r>
            <a:r>
              <a:rPr lang="en" altLang="zh-TW" dirty="0" err="1"/>
              <a:t>Softmax</a:t>
            </a:r>
            <a:r>
              <a:rPr lang="en" altLang="zh-TW" dirty="0"/>
              <a:t> Layer</a:t>
            </a:r>
            <a:endParaRPr lang="zh-TW" altLang="en-US" dirty="0"/>
          </a:p>
        </p:txBody>
      </p:sp>
      <p:sp>
        <p:nvSpPr>
          <p:cNvPr id="3" name="內容版面配置區 2">
            <a:extLst>
              <a:ext uri="{FF2B5EF4-FFF2-40B4-BE49-F238E27FC236}">
                <a16:creationId xmlns:a16="http://schemas.microsoft.com/office/drawing/2014/main" id="{C0B299EB-09D4-21B3-C39E-7DEF57A0F5A9}"/>
              </a:ext>
            </a:extLst>
          </p:cNvPr>
          <p:cNvSpPr>
            <a:spLocks noGrp="1"/>
          </p:cNvSpPr>
          <p:nvPr>
            <p:ph idx="1"/>
          </p:nvPr>
        </p:nvSpPr>
        <p:spPr/>
        <p:txBody>
          <a:bodyPr/>
          <a:lstStyle/>
          <a:p>
            <a:r>
              <a:rPr lang="zh-TW" altLang="en-US" dirty="0"/>
              <a:t>解碼器堆疊輸出一個浮點向量。</a:t>
            </a:r>
            <a:endParaRPr lang="en-US" altLang="zh-TW" dirty="0"/>
          </a:p>
          <a:p>
            <a:r>
              <a:rPr lang="zh-TW" altLang="en-US" dirty="0"/>
              <a:t>如何把它變成一個詞？</a:t>
            </a:r>
            <a:endParaRPr lang="en-US" altLang="zh-TW" dirty="0"/>
          </a:p>
          <a:p>
            <a:r>
              <a:rPr lang="zh-TW" altLang="en-US" dirty="0"/>
              <a:t>這是最後一個線性層的工作，後面是一個 </a:t>
            </a:r>
            <a:r>
              <a:rPr lang="en" altLang="zh-TW" dirty="0" err="1"/>
              <a:t>Softmax</a:t>
            </a:r>
            <a:r>
              <a:rPr lang="en" altLang="zh-TW" dirty="0"/>
              <a:t> </a:t>
            </a:r>
            <a:r>
              <a:rPr lang="zh-TW" altLang="en-US" dirty="0"/>
              <a:t>層。</a:t>
            </a:r>
          </a:p>
          <a:p>
            <a:r>
              <a:rPr lang="zh-TW" altLang="en-US" dirty="0"/>
              <a:t>線性層是一個簡單的完全連接的神經網絡，它將解碼器堆疊產生的向量投影到一個更大的向量中，稱為 </a:t>
            </a:r>
            <a:r>
              <a:rPr lang="en" altLang="zh-TW" dirty="0"/>
              <a:t>logits </a:t>
            </a:r>
            <a:r>
              <a:rPr lang="zh-TW" altLang="en-US" dirty="0"/>
              <a:t>向量。</a:t>
            </a:r>
          </a:p>
          <a:p>
            <a:endParaRPr lang="zh-TW" altLang="en-US" dirty="0"/>
          </a:p>
        </p:txBody>
      </p:sp>
    </p:spTree>
    <p:extLst>
      <p:ext uri="{BB962C8B-B14F-4D97-AF65-F5344CB8AC3E}">
        <p14:creationId xmlns:p14="http://schemas.microsoft.com/office/powerpoint/2010/main" val="9938385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E2AA27-9E34-4629-26E3-0FA698DCDD8F}"/>
              </a:ext>
            </a:extLst>
          </p:cNvPr>
          <p:cNvSpPr>
            <a:spLocks noGrp="1"/>
          </p:cNvSpPr>
          <p:nvPr>
            <p:ph type="title"/>
          </p:nvPr>
        </p:nvSpPr>
        <p:spPr/>
        <p:txBody>
          <a:bodyPr/>
          <a:lstStyle/>
          <a:p>
            <a:r>
              <a:rPr lang="en" altLang="zh-TW" dirty="0"/>
              <a:t>The Final Linear and </a:t>
            </a:r>
            <a:r>
              <a:rPr lang="en" altLang="zh-TW" dirty="0" err="1"/>
              <a:t>Softmax</a:t>
            </a:r>
            <a:r>
              <a:rPr lang="en" altLang="zh-TW" dirty="0"/>
              <a:t> Layer</a:t>
            </a:r>
            <a:endParaRPr kumimoji="1" lang="zh-TW" altLang="en-US" dirty="0"/>
          </a:p>
        </p:txBody>
      </p:sp>
      <p:sp>
        <p:nvSpPr>
          <p:cNvPr id="3" name="內容版面配置區 2">
            <a:extLst>
              <a:ext uri="{FF2B5EF4-FFF2-40B4-BE49-F238E27FC236}">
                <a16:creationId xmlns:a16="http://schemas.microsoft.com/office/drawing/2014/main" id="{5D2EB51D-9D79-7A57-49D2-BC72FFDFB08B}"/>
              </a:ext>
            </a:extLst>
          </p:cNvPr>
          <p:cNvSpPr>
            <a:spLocks noGrp="1"/>
          </p:cNvSpPr>
          <p:nvPr>
            <p:ph idx="1"/>
          </p:nvPr>
        </p:nvSpPr>
        <p:spPr/>
        <p:txBody>
          <a:bodyPr/>
          <a:lstStyle/>
          <a:p>
            <a:pPr fontAlgn="base"/>
            <a:r>
              <a:rPr lang="zh-TW" altLang="en-US" dirty="0">
                <a:effectLst/>
              </a:rPr>
              <a:t>假設我們的模型知道 </a:t>
            </a:r>
            <a:r>
              <a:rPr lang="en-US" altLang="zh-TW" dirty="0">
                <a:effectLst/>
              </a:rPr>
              <a:t>10,000 </a:t>
            </a:r>
            <a:r>
              <a:rPr lang="zh-TW" altLang="en-US" dirty="0">
                <a:effectLst/>
              </a:rPr>
              <a:t>個獨特的英語單詞</a:t>
            </a:r>
            <a:r>
              <a:rPr lang="zh-TW" altLang="en-US" i="1" dirty="0">
                <a:effectLst/>
              </a:rPr>
              <a:t>（我們模型的“輸出詞彙表”），</a:t>
            </a:r>
            <a:r>
              <a:rPr lang="zh-TW" altLang="en-US" dirty="0">
                <a:effectLst/>
              </a:rPr>
              <a:t>這些單詞是從其訓練數據集中學習的。</a:t>
            </a:r>
            <a:endParaRPr lang="en-US" altLang="zh-TW" dirty="0">
              <a:effectLst/>
            </a:endParaRPr>
          </a:p>
          <a:p>
            <a:pPr fontAlgn="base"/>
            <a:r>
              <a:rPr lang="zh-TW" altLang="en-US" dirty="0">
                <a:effectLst/>
              </a:rPr>
              <a:t>這將使 </a:t>
            </a:r>
            <a:r>
              <a:rPr lang="en" altLang="zh-TW" dirty="0">
                <a:effectLst/>
              </a:rPr>
              <a:t>logits </a:t>
            </a:r>
            <a:r>
              <a:rPr lang="zh-TW" altLang="en-US" dirty="0">
                <a:effectLst/>
              </a:rPr>
              <a:t>向量有 </a:t>
            </a:r>
            <a:r>
              <a:rPr lang="en-US" altLang="zh-TW" dirty="0">
                <a:effectLst/>
              </a:rPr>
              <a:t>10,000 </a:t>
            </a:r>
            <a:r>
              <a:rPr lang="zh-TW" altLang="en-US" dirty="0">
                <a:effectLst/>
              </a:rPr>
              <a:t>個單元寬</a:t>
            </a:r>
            <a:r>
              <a:rPr lang="en-US" altLang="zh-TW" dirty="0">
                <a:effectLst/>
              </a:rPr>
              <a:t>——</a:t>
            </a:r>
            <a:r>
              <a:rPr lang="zh-TW" altLang="en-US" dirty="0">
                <a:effectLst/>
              </a:rPr>
              <a:t>每個單元對應於一個唯一單詞的分數。這就是我們如何解釋模型的輸出，然後是線性層。</a:t>
            </a:r>
          </a:p>
          <a:p>
            <a:pPr fontAlgn="base"/>
            <a:r>
              <a:rPr lang="zh-TW" altLang="en-US" dirty="0">
                <a:effectLst/>
              </a:rPr>
              <a:t>然後 </a:t>
            </a:r>
            <a:r>
              <a:rPr lang="en" altLang="zh-TW" dirty="0" err="1">
                <a:effectLst/>
              </a:rPr>
              <a:t>softmax</a:t>
            </a:r>
            <a:r>
              <a:rPr lang="en" altLang="zh-TW" dirty="0">
                <a:effectLst/>
              </a:rPr>
              <a:t> </a:t>
            </a:r>
            <a:r>
              <a:rPr lang="zh-TW" altLang="en-US" dirty="0">
                <a:effectLst/>
              </a:rPr>
              <a:t>層將這些分數轉化為機率（全部為正，全部加起來為 </a:t>
            </a:r>
            <a:r>
              <a:rPr lang="en-US" altLang="zh-TW" dirty="0">
                <a:effectLst/>
              </a:rPr>
              <a:t>1.0</a:t>
            </a:r>
            <a:r>
              <a:rPr lang="zh-TW" altLang="en-US" dirty="0">
                <a:effectLst/>
              </a:rPr>
              <a:t>）。</a:t>
            </a:r>
            <a:endParaRPr lang="en-US" altLang="zh-TW" dirty="0">
              <a:effectLst/>
            </a:endParaRPr>
          </a:p>
          <a:p>
            <a:pPr fontAlgn="base"/>
            <a:r>
              <a:rPr lang="zh-TW" altLang="en-US" dirty="0">
                <a:solidFill>
                  <a:srgbClr val="222222"/>
                </a:solidFill>
                <a:latin typeface="Helvetica" pitchFamily="2" charset="0"/>
              </a:rPr>
              <a:t>最後挑選機率最高的點</a:t>
            </a:r>
            <a:r>
              <a:rPr lang="en-US" altLang="zh-TW" dirty="0">
                <a:solidFill>
                  <a:srgbClr val="222222"/>
                </a:solidFill>
                <a:latin typeface="Helvetica" pitchFamily="2" charset="0"/>
              </a:rPr>
              <a:t>(cell)</a:t>
            </a:r>
            <a:r>
              <a:rPr lang="zh-TW" altLang="en-US" dirty="0">
                <a:solidFill>
                  <a:srgbClr val="222222"/>
                </a:solidFill>
                <a:latin typeface="Helvetica" pitchFamily="2" charset="0"/>
              </a:rPr>
              <a:t>做為輸出</a:t>
            </a:r>
            <a:r>
              <a:rPr lang="en-US" altLang="zh-TW" dirty="0">
                <a:solidFill>
                  <a:srgbClr val="222222"/>
                </a:solidFill>
                <a:latin typeface="Helvetica" pitchFamily="2" charset="0"/>
              </a:rPr>
              <a:t>(cell)</a:t>
            </a:r>
            <a:r>
              <a:rPr lang="zh-TW" altLang="en" dirty="0">
                <a:solidFill>
                  <a:srgbClr val="222222"/>
                </a:solidFill>
                <a:latin typeface="Helvetica" pitchFamily="2" charset="0"/>
              </a:rPr>
              <a:t>，</a:t>
            </a:r>
            <a:r>
              <a:rPr lang="zh-TW" altLang="en-US" dirty="0">
                <a:solidFill>
                  <a:srgbClr val="222222"/>
                </a:solidFill>
                <a:latin typeface="Helvetica" pitchFamily="2" charset="0"/>
              </a:rPr>
              <a:t>其所對應的相關詞就是這次時間步驟的最後</a:t>
            </a:r>
            <a:r>
              <a:rPr lang="zh-TW" altLang="en-US">
                <a:solidFill>
                  <a:srgbClr val="222222"/>
                </a:solidFill>
                <a:latin typeface="Helvetica" pitchFamily="2" charset="0"/>
              </a:rPr>
              <a:t>結果。</a:t>
            </a:r>
            <a:endParaRPr lang="zh-TW" altLang="en-US" dirty="0">
              <a:effectLst/>
            </a:endParaRPr>
          </a:p>
          <a:p>
            <a:endParaRPr kumimoji="1" lang="zh-TW" altLang="en-US" dirty="0"/>
          </a:p>
        </p:txBody>
      </p:sp>
    </p:spTree>
    <p:extLst>
      <p:ext uri="{BB962C8B-B14F-4D97-AF65-F5344CB8AC3E}">
        <p14:creationId xmlns:p14="http://schemas.microsoft.com/office/powerpoint/2010/main" val="41491683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D8685B-8455-9520-4B04-5CAC2EA85E4D}"/>
              </a:ext>
            </a:extLst>
          </p:cNvPr>
          <p:cNvSpPr>
            <a:spLocks noGrp="1"/>
          </p:cNvSpPr>
          <p:nvPr>
            <p:ph type="title"/>
          </p:nvPr>
        </p:nvSpPr>
        <p:spPr/>
        <p:txBody>
          <a:bodyPr/>
          <a:lstStyle/>
          <a:p>
            <a:r>
              <a:rPr lang="en" altLang="zh-TW" dirty="0"/>
              <a:t>The Final Linear and </a:t>
            </a:r>
            <a:r>
              <a:rPr lang="en" altLang="zh-TW" dirty="0" err="1"/>
              <a:t>Softmax</a:t>
            </a:r>
            <a:r>
              <a:rPr lang="en" altLang="zh-TW" dirty="0"/>
              <a:t> Layer</a:t>
            </a:r>
            <a:endParaRPr kumimoji="1" lang="zh-TW" altLang="en-US" dirty="0"/>
          </a:p>
        </p:txBody>
      </p:sp>
      <p:pic>
        <p:nvPicPr>
          <p:cNvPr id="12290" name="Picture 2">
            <a:extLst>
              <a:ext uri="{FF2B5EF4-FFF2-40B4-BE49-F238E27FC236}">
                <a16:creationId xmlns:a16="http://schemas.microsoft.com/office/drawing/2014/main" id="{DDADC88D-6E17-3DF0-2BE5-D2DA1A762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8677" y="1496085"/>
            <a:ext cx="7859505" cy="5073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9039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69A215-4CB5-4C01-B2FC-635ED1968769}"/>
              </a:ext>
            </a:extLst>
          </p:cNvPr>
          <p:cNvSpPr>
            <a:spLocks noGrp="1"/>
          </p:cNvSpPr>
          <p:nvPr>
            <p:ph type="title"/>
          </p:nvPr>
        </p:nvSpPr>
        <p:spPr>
          <a:xfrm>
            <a:off x="838200" y="365125"/>
            <a:ext cx="10515600" cy="1325563"/>
          </a:xfrm>
        </p:spPr>
        <p:txBody>
          <a:bodyPr/>
          <a:lstStyle/>
          <a:p>
            <a:r>
              <a:rPr lang="en-US" altLang="zh-TW" dirty="0"/>
              <a:t>Transformer-</a:t>
            </a:r>
            <a:r>
              <a:rPr lang="zh-TW" altLang="en-US" dirty="0"/>
              <a:t>小說產生器</a:t>
            </a:r>
          </a:p>
        </p:txBody>
      </p:sp>
      <p:sp>
        <p:nvSpPr>
          <p:cNvPr id="3" name="內容版面配置區 2">
            <a:extLst>
              <a:ext uri="{FF2B5EF4-FFF2-40B4-BE49-F238E27FC236}">
                <a16:creationId xmlns:a16="http://schemas.microsoft.com/office/drawing/2014/main" id="{CA2CBB6D-0E30-4604-B09A-5B00F2E25E02}"/>
              </a:ext>
            </a:extLst>
          </p:cNvPr>
          <p:cNvSpPr>
            <a:spLocks noGrp="1"/>
          </p:cNvSpPr>
          <p:nvPr>
            <p:ph idx="1"/>
          </p:nvPr>
        </p:nvSpPr>
        <p:spPr>
          <a:xfrm>
            <a:off x="838199" y="1825624"/>
            <a:ext cx="10649989" cy="4915997"/>
          </a:xfrm>
        </p:spPr>
        <p:txBody>
          <a:bodyPr>
            <a:normAutofit fontScale="85000" lnSpcReduction="10000"/>
          </a:bodyPr>
          <a:lstStyle/>
          <a:p>
            <a:pPr>
              <a:lnSpc>
                <a:spcPct val="120000"/>
              </a:lnSpc>
            </a:pPr>
            <a:r>
              <a:rPr lang="zh-TW" altLang="en-US" dirty="0"/>
              <a:t>三國演義沒完沒了系列 </a:t>
            </a:r>
            <a:r>
              <a:rPr lang="en-US" altLang="zh-TW" dirty="0"/>
              <a:t>XD</a:t>
            </a:r>
          </a:p>
          <a:p>
            <a:pPr lvl="1">
              <a:lnSpc>
                <a:spcPct val="120000"/>
              </a:lnSpc>
            </a:pPr>
            <a:r>
              <a:rPr lang="en-US" altLang="zh-TW" dirty="0">
                <a:hlinkClick r:id="rId2"/>
              </a:rPr>
              <a:t>https://colab.research.google.com/drive/1YiKLKZt4UhoyoTdQRCFW5nHi9yPrw-Kv?usp=sharing</a:t>
            </a:r>
            <a:endParaRPr lang="en-US" altLang="zh-TW" dirty="0"/>
          </a:p>
          <a:p>
            <a:pPr lvl="1">
              <a:lnSpc>
                <a:spcPct val="120000"/>
              </a:lnSpc>
            </a:pPr>
            <a:r>
              <a:rPr lang="en-US" altLang="zh-TW" dirty="0">
                <a:hlinkClick r:id="rId3"/>
              </a:rPr>
              <a:t>https://github.com/leonjyentub/Text_Generation/blob/main/Text_Generation_Transformer.py</a:t>
            </a:r>
            <a:endParaRPr lang="en-US" altLang="zh-TW" dirty="0"/>
          </a:p>
          <a:p>
            <a:pPr lvl="1">
              <a:lnSpc>
                <a:spcPct val="120000"/>
              </a:lnSpc>
            </a:pPr>
            <a:r>
              <a:rPr lang="zh-TW" altLang="en-US" dirty="0"/>
              <a:t>這份程式碼是用 </a:t>
            </a:r>
            <a:r>
              <a:rPr lang="en-US" altLang="zh-TW" dirty="0" err="1"/>
              <a:t>PyTorch</a:t>
            </a:r>
            <a:r>
              <a:rPr lang="en-US" altLang="zh-TW" dirty="0"/>
              <a:t> </a:t>
            </a:r>
            <a:r>
              <a:rPr lang="zh-TW" altLang="en-US" dirty="0"/>
              <a:t>實作 </a:t>
            </a:r>
            <a:r>
              <a:rPr lang="en-US" altLang="zh-TW" dirty="0"/>
              <a:t>Transformer </a:t>
            </a:r>
            <a:r>
              <a:rPr lang="zh-TW" altLang="en-US" dirty="0"/>
              <a:t>架構來進行語言模型化。</a:t>
            </a:r>
          </a:p>
          <a:p>
            <a:pPr lvl="2">
              <a:lnSpc>
                <a:spcPct val="120000"/>
              </a:lnSpc>
            </a:pPr>
            <a:r>
              <a:rPr lang="zh-TW" altLang="en-US" dirty="0"/>
              <a:t>它包含了 </a:t>
            </a:r>
            <a:r>
              <a:rPr lang="en-US" altLang="zh-TW" dirty="0"/>
              <a:t>Transformer </a:t>
            </a:r>
            <a:r>
              <a:rPr lang="zh-TW" altLang="en-US" dirty="0"/>
              <a:t>的關鍵組件，例如</a:t>
            </a:r>
            <a:r>
              <a:rPr lang="en-US" altLang="zh-TW" dirty="0"/>
              <a:t>token embedding</a:t>
            </a:r>
            <a:r>
              <a:rPr lang="zh-TW" altLang="en-US" dirty="0"/>
              <a:t>層、位置編碼層、遮蔽式自我注意層、多頭自我注意層、前馈層、解碼器層以及解碼器堆疊層。</a:t>
            </a:r>
          </a:p>
          <a:p>
            <a:pPr lvl="2">
              <a:lnSpc>
                <a:spcPct val="120000"/>
              </a:lnSpc>
            </a:pPr>
            <a:r>
              <a:rPr lang="zh-TW" altLang="en-US" dirty="0"/>
              <a:t>此外，還包括一個使用上述元件的語言模型類別以及一個具有</a:t>
            </a:r>
            <a:r>
              <a:rPr lang="en-US" altLang="zh-TW" dirty="0" err="1"/>
              <a:t>FeedForward</a:t>
            </a:r>
            <a:r>
              <a:rPr lang="zh-TW" altLang="en-US" dirty="0"/>
              <a:t>層的自迴歸式語言模型類別。</a:t>
            </a:r>
          </a:p>
          <a:p>
            <a:pPr lvl="2">
              <a:lnSpc>
                <a:spcPct val="120000"/>
              </a:lnSpc>
            </a:pPr>
            <a:r>
              <a:rPr lang="en-US" altLang="zh-TW" dirty="0"/>
              <a:t>Tokenizer</a:t>
            </a:r>
            <a:r>
              <a:rPr lang="zh-TW" altLang="en-US" dirty="0"/>
              <a:t>類別用於將字母對應到整數，並包括一個填充</a:t>
            </a:r>
            <a:r>
              <a:rPr lang="en-US" altLang="zh-TW" dirty="0"/>
              <a:t>(pad token)</a:t>
            </a:r>
            <a:r>
              <a:rPr lang="zh-TW" altLang="en-US" dirty="0"/>
              <a:t>以用於填充序列。</a:t>
            </a:r>
          </a:p>
          <a:p>
            <a:pPr lvl="2">
              <a:lnSpc>
                <a:spcPct val="120000"/>
              </a:lnSpc>
            </a:pPr>
            <a:r>
              <a:rPr lang="en-US" altLang="zh-TW" dirty="0"/>
              <a:t>Trainer</a:t>
            </a:r>
            <a:r>
              <a:rPr lang="zh-TW" altLang="en-US" dirty="0"/>
              <a:t>類別通過以批次為單位處理序列來訓練模型，計算損失並反向傳播梯度。</a:t>
            </a:r>
          </a:p>
          <a:p>
            <a:pPr lvl="2">
              <a:lnSpc>
                <a:spcPct val="120000"/>
              </a:lnSpc>
            </a:pPr>
            <a:r>
              <a:rPr lang="en-US" altLang="zh-TW" dirty="0"/>
              <a:t>Generator</a:t>
            </a:r>
            <a:r>
              <a:rPr lang="zh-TW" altLang="en-US" dirty="0"/>
              <a:t>類別取得訓練模型並使用它來生成句子，通過先輸入一個種子序列，並從機率分布挑選下一個</a:t>
            </a:r>
            <a:r>
              <a:rPr lang="en-US" altLang="zh-TW" dirty="0"/>
              <a:t>token</a:t>
            </a:r>
            <a:r>
              <a:rPr lang="zh-TW" altLang="en-US" dirty="0"/>
              <a:t>。</a:t>
            </a:r>
          </a:p>
          <a:p>
            <a:pPr lvl="2">
              <a:lnSpc>
                <a:spcPct val="120000"/>
              </a:lnSpc>
            </a:pPr>
            <a:r>
              <a:rPr lang="zh-TW" altLang="en-US" dirty="0"/>
              <a:t>該程式可用於在指定數據集上訓練語言模型，然後根據它學會的模式生成文字。</a:t>
            </a:r>
          </a:p>
        </p:txBody>
      </p:sp>
    </p:spTree>
    <p:extLst>
      <p:ext uri="{BB962C8B-B14F-4D97-AF65-F5344CB8AC3E}">
        <p14:creationId xmlns:p14="http://schemas.microsoft.com/office/powerpoint/2010/main" val="5209188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66BD13-552C-0A00-BC8E-58E0AC17820C}"/>
              </a:ext>
            </a:extLst>
          </p:cNvPr>
          <p:cNvSpPr>
            <a:spLocks noGrp="1"/>
          </p:cNvSpPr>
          <p:nvPr>
            <p:ph type="title"/>
          </p:nvPr>
        </p:nvSpPr>
        <p:spPr>
          <a:xfrm>
            <a:off x="838200" y="365125"/>
            <a:ext cx="10515600" cy="1325563"/>
          </a:xfrm>
        </p:spPr>
        <p:txBody>
          <a:bodyPr/>
          <a:lstStyle/>
          <a:p>
            <a:r>
              <a:rPr lang="en-US" altLang="zh-TW" dirty="0"/>
              <a:t>Transformer-</a:t>
            </a:r>
            <a:r>
              <a:rPr lang="zh-TW" altLang="en-US" dirty="0"/>
              <a:t>小說產生器</a:t>
            </a:r>
          </a:p>
        </p:txBody>
      </p:sp>
      <p:sp>
        <p:nvSpPr>
          <p:cNvPr id="3" name="內容版面配置區 2">
            <a:extLst>
              <a:ext uri="{FF2B5EF4-FFF2-40B4-BE49-F238E27FC236}">
                <a16:creationId xmlns:a16="http://schemas.microsoft.com/office/drawing/2014/main" id="{7AB48654-3433-5622-3656-E3CF72625AA1}"/>
              </a:ext>
            </a:extLst>
          </p:cNvPr>
          <p:cNvSpPr>
            <a:spLocks noGrp="1"/>
          </p:cNvSpPr>
          <p:nvPr>
            <p:ph idx="1"/>
          </p:nvPr>
        </p:nvSpPr>
        <p:spPr>
          <a:xfrm>
            <a:off x="838200" y="1825625"/>
            <a:ext cx="10515600" cy="4667250"/>
          </a:xfrm>
        </p:spPr>
        <p:txBody>
          <a:bodyPr>
            <a:normAutofit fontScale="92500" lnSpcReduction="10000"/>
          </a:bodyPr>
          <a:lstStyle/>
          <a:p>
            <a:pPr>
              <a:lnSpc>
                <a:spcPct val="110000"/>
              </a:lnSpc>
            </a:pPr>
            <a:r>
              <a:rPr lang="zh-TW" altLang="en-US" sz="2400" dirty="0"/>
              <a:t>三國演義沒完沒了系列 </a:t>
            </a:r>
            <a:r>
              <a:rPr lang="en-US" altLang="zh-TW" sz="2400" dirty="0"/>
              <a:t>XD</a:t>
            </a:r>
          </a:p>
          <a:p>
            <a:pPr lvl="1">
              <a:lnSpc>
                <a:spcPct val="110000"/>
              </a:lnSpc>
            </a:pPr>
            <a:r>
              <a:rPr lang="zh-TW" altLang="en-US" sz="2000" dirty="0"/>
              <a:t>該程式中使用的</a:t>
            </a:r>
            <a:r>
              <a:rPr lang="en" altLang="zh-TW" sz="2000" dirty="0"/>
              <a:t>Transformer</a:t>
            </a:r>
            <a:r>
              <a:rPr lang="zh-TW" altLang="en-US" sz="2000" dirty="0"/>
              <a:t>模型的架構如下：</a:t>
            </a:r>
          </a:p>
          <a:p>
            <a:pPr lvl="2">
              <a:lnSpc>
                <a:spcPct val="110000"/>
              </a:lnSpc>
            </a:pPr>
            <a:r>
              <a:rPr lang="zh-TW" altLang="en-US" sz="1800" dirty="0"/>
              <a:t>一個</a:t>
            </a:r>
            <a:r>
              <a:rPr lang="en" altLang="zh-TW" sz="1800" dirty="0"/>
              <a:t>token embedding</a:t>
            </a:r>
            <a:r>
              <a:rPr lang="zh-TW" altLang="en-US" sz="1800" dirty="0"/>
              <a:t>層，將每個</a:t>
            </a:r>
            <a:r>
              <a:rPr lang="en" altLang="zh-TW" sz="1800" dirty="0"/>
              <a:t>token</a:t>
            </a:r>
            <a:r>
              <a:rPr lang="zh-TW" altLang="en-US" sz="1800" dirty="0"/>
              <a:t>對應到一個</a:t>
            </a:r>
            <a:r>
              <a:rPr lang="en-US" altLang="zh-TW" sz="1800" dirty="0"/>
              <a:t>vector</a:t>
            </a:r>
            <a:r>
              <a:rPr lang="zh-TW" altLang="en-US" sz="1800" dirty="0"/>
              <a:t>。</a:t>
            </a:r>
          </a:p>
          <a:p>
            <a:pPr lvl="2">
              <a:lnSpc>
                <a:spcPct val="110000"/>
              </a:lnSpc>
            </a:pPr>
            <a:r>
              <a:rPr lang="zh-TW" altLang="en-US" sz="1800" dirty="0"/>
              <a:t>一個位置編碼</a:t>
            </a:r>
            <a:r>
              <a:rPr lang="en-US" altLang="zh-TW" sz="1800" dirty="0"/>
              <a:t>(positional encoding)</a:t>
            </a:r>
            <a:r>
              <a:rPr lang="zh-TW" altLang="en-US" sz="1800" dirty="0"/>
              <a:t>層，將位置訊息添加到</a:t>
            </a:r>
            <a:r>
              <a:rPr lang="en-US" altLang="zh-TW" sz="1800" dirty="0"/>
              <a:t>word</a:t>
            </a:r>
            <a:r>
              <a:rPr lang="zh-TW" altLang="en-US" sz="1800" dirty="0"/>
              <a:t> </a:t>
            </a:r>
            <a:r>
              <a:rPr lang="en-US" altLang="zh-TW" sz="1800" dirty="0"/>
              <a:t>embedding</a:t>
            </a:r>
            <a:r>
              <a:rPr lang="zh-TW" altLang="en-US" sz="1800" dirty="0"/>
              <a:t>中。</a:t>
            </a:r>
          </a:p>
          <a:p>
            <a:pPr lvl="2">
              <a:lnSpc>
                <a:spcPct val="110000"/>
              </a:lnSpc>
            </a:pPr>
            <a:r>
              <a:rPr lang="zh-TW" altLang="en-US" sz="1800" dirty="0"/>
              <a:t>一個解碼器堆疊層，將多個解碼器層應用在序列中。</a:t>
            </a:r>
          </a:p>
          <a:p>
            <a:pPr lvl="2">
              <a:lnSpc>
                <a:spcPct val="110000"/>
              </a:lnSpc>
            </a:pPr>
            <a:r>
              <a:rPr lang="zh-TW" altLang="en-US" sz="1800" dirty="0"/>
              <a:t>最後將嵌入對應到詞彙表上的機率分布。</a:t>
            </a:r>
          </a:p>
          <a:p>
            <a:pPr lvl="1">
              <a:lnSpc>
                <a:spcPct val="110000"/>
              </a:lnSpc>
            </a:pPr>
            <a:r>
              <a:rPr lang="zh-TW" altLang="en-US" sz="2000" dirty="0"/>
              <a:t>每個解碼器層包含：</a:t>
            </a:r>
          </a:p>
          <a:p>
            <a:pPr lvl="2">
              <a:lnSpc>
                <a:spcPct val="110000"/>
              </a:lnSpc>
            </a:pPr>
            <a:r>
              <a:rPr lang="zh-TW" altLang="en-US" sz="1800" dirty="0"/>
              <a:t>一個多頭自我注意層，找到序列中 </a:t>
            </a:r>
            <a:r>
              <a:rPr lang="en" altLang="zh-TW" sz="1800" dirty="0"/>
              <a:t>token </a:t>
            </a:r>
            <a:r>
              <a:rPr lang="zh-TW" altLang="en-US" sz="1800" dirty="0"/>
              <a:t>之間的關係。</a:t>
            </a:r>
          </a:p>
          <a:p>
            <a:pPr lvl="2">
              <a:lnSpc>
                <a:spcPct val="110000"/>
              </a:lnSpc>
            </a:pPr>
            <a:r>
              <a:rPr lang="zh-TW" altLang="en-US" sz="1800" dirty="0"/>
              <a:t>一個前饋層，將嵌入結合全連接神經網路。</a:t>
            </a:r>
          </a:p>
          <a:p>
            <a:pPr lvl="2">
              <a:lnSpc>
                <a:spcPct val="110000"/>
              </a:lnSpc>
            </a:pPr>
            <a:r>
              <a:rPr lang="en" altLang="zh-TW" sz="1800" dirty="0"/>
              <a:t>Dropout </a:t>
            </a:r>
            <a:r>
              <a:rPr lang="zh-TW" altLang="en-US" sz="1800" dirty="0"/>
              <a:t>用於防止過擬合。</a:t>
            </a:r>
          </a:p>
          <a:p>
            <a:pPr lvl="1">
              <a:lnSpc>
                <a:spcPct val="110000"/>
              </a:lnSpc>
            </a:pPr>
            <a:r>
              <a:rPr lang="zh-TW" altLang="en-US" sz="2000" dirty="0"/>
              <a:t>以自迴歸式方式訓練模型，根據先前的</a:t>
            </a:r>
            <a:r>
              <a:rPr lang="en" altLang="zh-TW" sz="2000" dirty="0"/>
              <a:t>token</a:t>
            </a:r>
            <a:r>
              <a:rPr lang="zh-TW" altLang="en-US" sz="2000" dirty="0"/>
              <a:t>預測序列中的下一個</a:t>
            </a:r>
            <a:r>
              <a:rPr lang="en" altLang="zh-TW" sz="2000" dirty="0"/>
              <a:t>token</a:t>
            </a:r>
            <a:r>
              <a:rPr lang="zh-TW" altLang="en" sz="2000" dirty="0"/>
              <a:t>。</a:t>
            </a:r>
          </a:p>
          <a:p>
            <a:pPr lvl="1">
              <a:lnSpc>
                <a:spcPct val="110000"/>
              </a:lnSpc>
            </a:pPr>
            <a:r>
              <a:rPr lang="zh-TW" altLang="en-US" sz="2000" dirty="0"/>
              <a:t>這份程式碼提供了一個將</a:t>
            </a:r>
            <a:r>
              <a:rPr lang="en" altLang="zh-TW" sz="2000" dirty="0"/>
              <a:t>Transformer</a:t>
            </a:r>
            <a:r>
              <a:rPr lang="zh-TW" altLang="en-US" sz="2000" dirty="0"/>
              <a:t>架構用於語言模型化的實施，並具有訓練和生成文本的能力。</a:t>
            </a:r>
          </a:p>
        </p:txBody>
      </p:sp>
    </p:spTree>
    <p:extLst>
      <p:ext uri="{BB962C8B-B14F-4D97-AF65-F5344CB8AC3E}">
        <p14:creationId xmlns:p14="http://schemas.microsoft.com/office/powerpoint/2010/main" val="40953894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454360-D7C0-3018-F4B1-D3595B4A21AF}"/>
              </a:ext>
            </a:extLst>
          </p:cNvPr>
          <p:cNvSpPr>
            <a:spLocks noGrp="1"/>
          </p:cNvSpPr>
          <p:nvPr>
            <p:ph type="title"/>
          </p:nvPr>
        </p:nvSpPr>
        <p:spPr/>
        <p:txBody>
          <a:bodyPr/>
          <a:lstStyle/>
          <a:p>
            <a:r>
              <a:rPr lang="zh-TW" altLang="en" dirty="0"/>
              <a:t>訓</a:t>
            </a:r>
            <a:r>
              <a:rPr lang="zh-TW" altLang="en-US" dirty="0"/>
              <a:t>練的細節回顧</a:t>
            </a:r>
          </a:p>
        </p:txBody>
      </p:sp>
      <p:sp>
        <p:nvSpPr>
          <p:cNvPr id="5" name="內容版面配置區 4">
            <a:extLst>
              <a:ext uri="{FF2B5EF4-FFF2-40B4-BE49-F238E27FC236}">
                <a16:creationId xmlns:a16="http://schemas.microsoft.com/office/drawing/2014/main" id="{9D2FE9AD-DD40-9CCE-A048-8E9E48B39C82}"/>
              </a:ext>
            </a:extLst>
          </p:cNvPr>
          <p:cNvSpPr>
            <a:spLocks noGrp="1"/>
          </p:cNvSpPr>
          <p:nvPr>
            <p:ph idx="1"/>
          </p:nvPr>
        </p:nvSpPr>
        <p:spPr/>
        <p:txBody>
          <a:bodyPr/>
          <a:lstStyle/>
          <a:p>
            <a:r>
              <a:rPr kumimoji="1" lang="zh-TW" altLang="en-US" dirty="0"/>
              <a:t>在訓練期間，未經訓練的模型將經歷完全相同的前向傳播。</a:t>
            </a:r>
            <a:endParaRPr kumimoji="1" lang="en-US" altLang="zh-TW" dirty="0"/>
          </a:p>
          <a:p>
            <a:r>
              <a:rPr kumimoji="1" lang="zh-TW" altLang="en-US" dirty="0"/>
              <a:t>但是由於我們是在標記的訓練數據集上訓練它，我們可以將它的輸出與實際正確的輸出進行比較。</a:t>
            </a:r>
          </a:p>
          <a:p>
            <a:r>
              <a:rPr kumimoji="1" lang="zh-TW" altLang="en-US" dirty="0"/>
              <a:t>假設輸出詞彙表只包含六個詞（“</a:t>
            </a:r>
            <a:r>
              <a:rPr kumimoji="1" lang="en" altLang="zh-TW" dirty="0"/>
              <a:t>a”</a:t>
            </a:r>
            <a:r>
              <a:rPr kumimoji="1" lang="zh-TW" altLang="en" dirty="0"/>
              <a:t>、“</a:t>
            </a:r>
            <a:r>
              <a:rPr kumimoji="1" lang="en" altLang="zh-TW" dirty="0"/>
              <a:t>am”</a:t>
            </a:r>
            <a:r>
              <a:rPr kumimoji="1" lang="zh-TW" altLang="en" dirty="0"/>
              <a:t>、“</a:t>
            </a:r>
            <a:r>
              <a:rPr kumimoji="1" lang="en" altLang="zh-TW" dirty="0" err="1"/>
              <a:t>i</a:t>
            </a:r>
            <a:r>
              <a:rPr kumimoji="1" lang="en" altLang="zh-TW" dirty="0"/>
              <a:t>”</a:t>
            </a:r>
            <a:r>
              <a:rPr kumimoji="1" lang="zh-TW" altLang="en" dirty="0"/>
              <a:t>、“</a:t>
            </a:r>
            <a:r>
              <a:rPr kumimoji="1" lang="en" altLang="zh-TW" dirty="0"/>
              <a:t>thanks”</a:t>
            </a:r>
            <a:r>
              <a:rPr kumimoji="1" lang="zh-TW" altLang="en" dirty="0"/>
              <a:t>、“</a:t>
            </a:r>
            <a:r>
              <a:rPr kumimoji="1" lang="en" altLang="zh-TW" dirty="0"/>
              <a:t>student”</a:t>
            </a:r>
            <a:r>
              <a:rPr kumimoji="1" lang="zh-TW" altLang="en-US" dirty="0"/>
              <a:t>和“</a:t>
            </a:r>
            <a:r>
              <a:rPr kumimoji="1" lang="en-US" altLang="zh-TW" dirty="0"/>
              <a:t>&lt;</a:t>
            </a:r>
            <a:r>
              <a:rPr kumimoji="1" lang="en" altLang="zh-TW" dirty="0" err="1"/>
              <a:t>eos</a:t>
            </a:r>
            <a:r>
              <a:rPr kumimoji="1" lang="en" altLang="zh-TW" dirty="0"/>
              <a:t>&gt;”</a:t>
            </a:r>
            <a:r>
              <a:rPr kumimoji="1" lang="zh-TW" altLang="en" dirty="0"/>
              <a:t>（“</a:t>
            </a:r>
            <a:r>
              <a:rPr kumimoji="1" lang="en" altLang="zh-TW" dirty="0"/>
              <a:t>end of sentence”</a:t>
            </a:r>
            <a:r>
              <a:rPr kumimoji="1" lang="zh-TW" altLang="en-US" dirty="0"/>
              <a:t>的縮寫））</a:t>
            </a:r>
          </a:p>
        </p:txBody>
      </p:sp>
      <p:pic>
        <p:nvPicPr>
          <p:cNvPr id="13314" name="Picture 2">
            <a:extLst>
              <a:ext uri="{FF2B5EF4-FFF2-40B4-BE49-F238E27FC236}">
                <a16:creationId xmlns:a16="http://schemas.microsoft.com/office/drawing/2014/main" id="{BE4F65EE-7C43-8BC5-B7F6-9529F1C0E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930" y="4127528"/>
            <a:ext cx="9458739" cy="2730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0094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9493DD-EEDA-A0DD-DAE8-9C2690DB2A6E}"/>
              </a:ext>
            </a:extLst>
          </p:cNvPr>
          <p:cNvSpPr>
            <a:spLocks noGrp="1"/>
          </p:cNvSpPr>
          <p:nvPr>
            <p:ph type="title"/>
          </p:nvPr>
        </p:nvSpPr>
        <p:spPr/>
        <p:txBody>
          <a:bodyPr/>
          <a:lstStyle/>
          <a:p>
            <a:r>
              <a:rPr lang="zh-TW" altLang="en" dirty="0"/>
              <a:t>訓</a:t>
            </a:r>
            <a:r>
              <a:rPr lang="zh-TW" altLang="en-US" dirty="0"/>
              <a:t>練的細節回顧</a:t>
            </a:r>
            <a:endParaRPr kumimoji="1" lang="zh-TW" altLang="en-US" dirty="0"/>
          </a:p>
        </p:txBody>
      </p:sp>
      <p:sp>
        <p:nvSpPr>
          <p:cNvPr id="3" name="內容版面配置區 2">
            <a:extLst>
              <a:ext uri="{FF2B5EF4-FFF2-40B4-BE49-F238E27FC236}">
                <a16:creationId xmlns:a16="http://schemas.microsoft.com/office/drawing/2014/main" id="{F27B5572-6B4F-CA6E-9E05-8921090E0622}"/>
              </a:ext>
            </a:extLst>
          </p:cNvPr>
          <p:cNvSpPr>
            <a:spLocks noGrp="1"/>
          </p:cNvSpPr>
          <p:nvPr>
            <p:ph idx="1"/>
          </p:nvPr>
        </p:nvSpPr>
        <p:spPr/>
        <p:txBody>
          <a:bodyPr/>
          <a:lstStyle/>
          <a:p>
            <a:r>
              <a:rPr lang="zh-TW" altLang="en-US" b="0" i="0" dirty="0">
                <a:solidFill>
                  <a:srgbClr val="222222"/>
                </a:solidFill>
                <a:effectLst/>
                <a:latin typeface="Helvetica" pitchFamily="2" charset="0"/>
              </a:rPr>
              <a:t>一旦我們定義了輸出詞彙表，就可以使用相同寬度的向量來表示詞彙表中的每個單詞。這也稱為</a:t>
            </a:r>
            <a:r>
              <a:rPr lang="en-US" altLang="zh-TW" b="0" i="0" dirty="0">
                <a:solidFill>
                  <a:srgbClr val="222222"/>
                </a:solidFill>
                <a:effectLst/>
                <a:latin typeface="Helvetica" pitchFamily="2" charset="0"/>
              </a:rPr>
              <a:t>one hot encoding</a:t>
            </a:r>
            <a:r>
              <a:rPr lang="zh-TW" altLang="en-US" b="0" i="0" dirty="0">
                <a:solidFill>
                  <a:srgbClr val="222222"/>
                </a:solidFill>
                <a:effectLst/>
                <a:latin typeface="Helvetica" pitchFamily="2" charset="0"/>
              </a:rPr>
              <a:t>。</a:t>
            </a:r>
            <a:endParaRPr lang="en-US" altLang="zh-TW" b="0" i="0" dirty="0">
              <a:solidFill>
                <a:srgbClr val="222222"/>
              </a:solidFill>
              <a:effectLst/>
              <a:latin typeface="Helvetica" pitchFamily="2" charset="0"/>
            </a:endParaRPr>
          </a:p>
          <a:p>
            <a:r>
              <a:rPr lang="zh-TW" altLang="en-US" b="0" i="0" dirty="0">
                <a:solidFill>
                  <a:srgbClr val="222222"/>
                </a:solidFill>
                <a:effectLst/>
                <a:latin typeface="Helvetica" pitchFamily="2" charset="0"/>
              </a:rPr>
              <a:t>因此，例如，我們可以使用以下向量表示單詞“</a:t>
            </a:r>
            <a:r>
              <a:rPr lang="en" altLang="zh-TW" b="0" i="0" dirty="0">
                <a:solidFill>
                  <a:srgbClr val="222222"/>
                </a:solidFill>
                <a:effectLst/>
                <a:latin typeface="Helvetica" pitchFamily="2" charset="0"/>
              </a:rPr>
              <a:t>am”</a:t>
            </a:r>
            <a:r>
              <a:rPr lang="zh-TW" altLang="en" b="0" i="0" dirty="0">
                <a:solidFill>
                  <a:srgbClr val="222222"/>
                </a:solidFill>
                <a:effectLst/>
                <a:latin typeface="Helvetica" pitchFamily="2" charset="0"/>
              </a:rPr>
              <a:t>：</a:t>
            </a:r>
            <a:endParaRPr kumimoji="1" lang="zh-TW" altLang="en-US" dirty="0"/>
          </a:p>
        </p:txBody>
      </p:sp>
      <p:pic>
        <p:nvPicPr>
          <p:cNvPr id="14338" name="Picture 2">
            <a:extLst>
              <a:ext uri="{FF2B5EF4-FFF2-40B4-BE49-F238E27FC236}">
                <a16:creationId xmlns:a16="http://schemas.microsoft.com/office/drawing/2014/main" id="{CB773AFC-B760-9AC8-CCF2-65420A94F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1252" y="3326710"/>
            <a:ext cx="6228521" cy="3166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4261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8F069D-5D7D-DF56-19FA-B36AF6055C58}"/>
              </a:ext>
            </a:extLst>
          </p:cNvPr>
          <p:cNvSpPr>
            <a:spLocks noGrp="1"/>
          </p:cNvSpPr>
          <p:nvPr>
            <p:ph type="title"/>
          </p:nvPr>
        </p:nvSpPr>
        <p:spPr/>
        <p:txBody>
          <a:bodyPr/>
          <a:lstStyle/>
          <a:p>
            <a:r>
              <a:rPr lang="en" altLang="zh-TW" dirty="0"/>
              <a:t>The Loss Function</a:t>
            </a:r>
            <a:endParaRPr lang="zh-TW" altLang="en-US" dirty="0"/>
          </a:p>
        </p:txBody>
      </p:sp>
      <p:sp>
        <p:nvSpPr>
          <p:cNvPr id="5" name="內容版面配置區 4">
            <a:extLst>
              <a:ext uri="{FF2B5EF4-FFF2-40B4-BE49-F238E27FC236}">
                <a16:creationId xmlns:a16="http://schemas.microsoft.com/office/drawing/2014/main" id="{A933977B-5873-4D77-D482-BCBC95009F5B}"/>
              </a:ext>
            </a:extLst>
          </p:cNvPr>
          <p:cNvSpPr>
            <a:spLocks noGrp="1"/>
          </p:cNvSpPr>
          <p:nvPr>
            <p:ph idx="1"/>
          </p:nvPr>
        </p:nvSpPr>
        <p:spPr/>
        <p:txBody>
          <a:bodyPr/>
          <a:lstStyle/>
          <a:p>
            <a:r>
              <a:rPr kumimoji="1" lang="zh-TW" altLang="en-US" dirty="0"/>
              <a:t>如何計算誤差？</a:t>
            </a:r>
            <a:endParaRPr kumimoji="1" lang="en-US" altLang="zh-TW" dirty="0"/>
          </a:p>
          <a:p>
            <a:r>
              <a:rPr kumimoji="1" lang="zh-TW" altLang="en-US" dirty="0"/>
              <a:t>假設希望將“</a:t>
            </a:r>
            <a:r>
              <a:rPr kumimoji="1" lang="en" altLang="zh-TW" dirty="0"/>
              <a:t>merci”</a:t>
            </a:r>
            <a:r>
              <a:rPr kumimoji="1" lang="zh-TW" altLang="en-US" dirty="0"/>
              <a:t>翻譯成“</a:t>
            </a:r>
            <a:r>
              <a:rPr kumimoji="1" lang="en" altLang="zh-TW" dirty="0"/>
              <a:t>thanks”</a:t>
            </a:r>
            <a:r>
              <a:rPr kumimoji="1" lang="zh-TW" altLang="en-US" dirty="0"/>
              <a:t>，這意味著，我們希望輸出是表示“謝謝”一詞的機率分佈如圖。</a:t>
            </a:r>
          </a:p>
        </p:txBody>
      </p:sp>
      <p:pic>
        <p:nvPicPr>
          <p:cNvPr id="15362" name="Picture 2">
            <a:extLst>
              <a:ext uri="{FF2B5EF4-FFF2-40B4-BE49-F238E27FC236}">
                <a16:creationId xmlns:a16="http://schemas.microsoft.com/office/drawing/2014/main" id="{8B0114D4-9EEA-DDB2-6FB0-055D74AB5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1679" y="3259175"/>
            <a:ext cx="6407426" cy="34940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B7290A43-1AE6-E3D7-3A4D-FE8619278D62}"/>
              </a:ext>
            </a:extLst>
          </p:cNvPr>
          <p:cNvSpPr txBox="1"/>
          <p:nvPr/>
        </p:nvSpPr>
        <p:spPr>
          <a:xfrm>
            <a:off x="5256144" y="427741"/>
            <a:ext cx="6097656" cy="1200329"/>
          </a:xfrm>
          <a:prstGeom prst="rect">
            <a:avLst/>
          </a:prstGeom>
          <a:noFill/>
        </p:spPr>
        <p:txBody>
          <a:bodyPr wrap="square">
            <a:spAutoFit/>
          </a:bodyPr>
          <a:lstStyle/>
          <a:p>
            <a:r>
              <a:rPr lang="zh-TW" altLang="en-US" b="0" i="0" dirty="0">
                <a:solidFill>
                  <a:srgbClr val="999999"/>
                </a:solidFill>
                <a:effectLst/>
                <a:latin typeface="Helvetica" pitchFamily="2" charset="0"/>
              </a:rPr>
              <a:t>由於模型的參數（權重）都是隨機初始化的，因此（未經訓練的）模型會為每個單元格</a:t>
            </a:r>
            <a:r>
              <a:rPr lang="en-US" altLang="zh-TW" b="0" i="0" dirty="0">
                <a:solidFill>
                  <a:srgbClr val="999999"/>
                </a:solidFill>
                <a:effectLst/>
                <a:latin typeface="Helvetica" pitchFamily="2" charset="0"/>
              </a:rPr>
              <a:t>/</a:t>
            </a:r>
            <a:r>
              <a:rPr lang="zh-TW" altLang="en-US" b="0" i="0" dirty="0">
                <a:solidFill>
                  <a:srgbClr val="999999"/>
                </a:solidFill>
                <a:effectLst/>
                <a:latin typeface="Helvetica" pitchFamily="2" charset="0"/>
              </a:rPr>
              <a:t>單詞生成一個具有任意值的概率分佈。我們可以將它與實際輸出進行比較，然後使用反向傳播調整所有模型的權重，使輸出更接近所需的輸出。</a:t>
            </a:r>
            <a:endParaRPr lang="zh-TW" altLang="en-US" dirty="0"/>
          </a:p>
        </p:txBody>
      </p:sp>
    </p:spTree>
    <p:extLst>
      <p:ext uri="{BB962C8B-B14F-4D97-AF65-F5344CB8AC3E}">
        <p14:creationId xmlns:p14="http://schemas.microsoft.com/office/powerpoint/2010/main" val="575397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F41A67-7CE2-8871-F233-6A019625629C}"/>
              </a:ext>
            </a:extLst>
          </p:cNvPr>
          <p:cNvSpPr>
            <a:spLocks noGrp="1"/>
          </p:cNvSpPr>
          <p:nvPr>
            <p:ph type="title"/>
          </p:nvPr>
        </p:nvSpPr>
        <p:spPr/>
        <p:txBody>
          <a:bodyPr/>
          <a:lstStyle/>
          <a:p>
            <a:r>
              <a:rPr lang="en" altLang="zh-TW" dirty="0"/>
              <a:t>The Loss Function</a:t>
            </a:r>
            <a:endParaRPr kumimoji="1" lang="zh-TW" altLang="en-US" dirty="0"/>
          </a:p>
        </p:txBody>
      </p:sp>
      <p:sp>
        <p:nvSpPr>
          <p:cNvPr id="3" name="內容版面配置區 2">
            <a:extLst>
              <a:ext uri="{FF2B5EF4-FFF2-40B4-BE49-F238E27FC236}">
                <a16:creationId xmlns:a16="http://schemas.microsoft.com/office/drawing/2014/main" id="{90CC9884-6C71-0BE2-BC3F-2A737BA904A2}"/>
              </a:ext>
            </a:extLst>
          </p:cNvPr>
          <p:cNvSpPr>
            <a:spLocks noGrp="1"/>
          </p:cNvSpPr>
          <p:nvPr>
            <p:ph idx="1"/>
          </p:nvPr>
        </p:nvSpPr>
        <p:spPr>
          <a:xfrm>
            <a:off x="838200" y="1825625"/>
            <a:ext cx="4963486" cy="4351338"/>
          </a:xfrm>
        </p:spPr>
        <p:txBody>
          <a:bodyPr/>
          <a:lstStyle/>
          <a:p>
            <a:r>
              <a:rPr kumimoji="1" lang="zh-TW" altLang="en-US" dirty="0"/>
              <a:t>如何比較這兩個機率矩陣的差異，這就像分類問題，可以使用</a:t>
            </a:r>
            <a:r>
              <a:rPr kumimoji="1" lang="en-US" altLang="zh-TW" dirty="0"/>
              <a:t>cross-entropy</a:t>
            </a:r>
          </a:p>
          <a:p>
            <a:r>
              <a:rPr kumimoji="1" lang="zh-TW" altLang="en-US" dirty="0"/>
              <a:t>或是</a:t>
            </a:r>
            <a:r>
              <a:rPr kumimoji="1" lang="en" altLang="zh-TW" dirty="0"/>
              <a:t>KL</a:t>
            </a:r>
            <a:r>
              <a:rPr kumimoji="1" lang="zh-TW" altLang="en-US" dirty="0"/>
              <a:t>散度（</a:t>
            </a:r>
            <a:r>
              <a:rPr kumimoji="1" lang="en" altLang="zh-TW" dirty="0" err="1"/>
              <a:t>Kullback-Leibler</a:t>
            </a:r>
            <a:r>
              <a:rPr kumimoji="1" lang="en" altLang="zh-TW" dirty="0"/>
              <a:t> divergence</a:t>
            </a:r>
            <a:r>
              <a:rPr kumimoji="1" lang="zh-TW" altLang="en" dirty="0"/>
              <a:t>，</a:t>
            </a:r>
            <a:r>
              <a:rPr kumimoji="1" lang="zh-TW" altLang="en-US" dirty="0"/>
              <a:t>簡稱</a:t>
            </a:r>
            <a:r>
              <a:rPr kumimoji="1" lang="en" altLang="zh-TW" dirty="0"/>
              <a:t>KLD</a:t>
            </a:r>
            <a:r>
              <a:rPr kumimoji="1" lang="zh-TW" altLang="en" dirty="0"/>
              <a:t>），</a:t>
            </a:r>
            <a:r>
              <a:rPr kumimoji="1" lang="zh-TW" altLang="en-US" dirty="0"/>
              <a:t>在訊息系統中稱為相對熵（</a:t>
            </a:r>
            <a:r>
              <a:rPr kumimoji="1" lang="en" altLang="zh-TW" dirty="0"/>
              <a:t>relative entropy</a:t>
            </a:r>
            <a:r>
              <a:rPr kumimoji="1" lang="zh-TW" altLang="en" dirty="0"/>
              <a:t>）</a:t>
            </a:r>
            <a:endParaRPr kumimoji="1" lang="en-US" altLang="zh-TW" dirty="0"/>
          </a:p>
          <a:p>
            <a:endParaRPr kumimoji="1" lang="zh-TW" altLang="en-US" dirty="0"/>
          </a:p>
        </p:txBody>
      </p:sp>
      <p:pic>
        <p:nvPicPr>
          <p:cNvPr id="4" name="圖片 3">
            <a:extLst>
              <a:ext uri="{FF2B5EF4-FFF2-40B4-BE49-F238E27FC236}">
                <a16:creationId xmlns:a16="http://schemas.microsoft.com/office/drawing/2014/main" id="{3407927B-4C6B-2686-6C7D-5B3A3C4F3226}"/>
              </a:ext>
            </a:extLst>
          </p:cNvPr>
          <p:cNvPicPr>
            <a:picLocks noChangeAspect="1"/>
          </p:cNvPicPr>
          <p:nvPr/>
        </p:nvPicPr>
        <p:blipFill>
          <a:blip r:embed="rId2"/>
          <a:stretch>
            <a:fillRect/>
          </a:stretch>
        </p:blipFill>
        <p:spPr>
          <a:xfrm>
            <a:off x="6012627" y="1066800"/>
            <a:ext cx="6002375" cy="5124415"/>
          </a:xfrm>
          <a:prstGeom prst="rect">
            <a:avLst/>
          </a:prstGeom>
        </p:spPr>
      </p:pic>
      <p:sp>
        <p:nvSpPr>
          <p:cNvPr id="5" name="向右箭號 4">
            <a:extLst>
              <a:ext uri="{FF2B5EF4-FFF2-40B4-BE49-F238E27FC236}">
                <a16:creationId xmlns:a16="http://schemas.microsoft.com/office/drawing/2014/main" id="{0B0984AA-8193-CDC0-7826-8D6F894D03A9}"/>
              </a:ext>
            </a:extLst>
          </p:cNvPr>
          <p:cNvSpPr/>
          <p:nvPr/>
        </p:nvSpPr>
        <p:spPr>
          <a:xfrm>
            <a:off x="5655365" y="3269974"/>
            <a:ext cx="357263" cy="2385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0373174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99D262-8FB9-963F-DEF2-D4FC230804D1}"/>
              </a:ext>
            </a:extLst>
          </p:cNvPr>
          <p:cNvSpPr>
            <a:spLocks noGrp="1"/>
          </p:cNvSpPr>
          <p:nvPr>
            <p:ph type="title"/>
          </p:nvPr>
        </p:nvSpPr>
        <p:spPr/>
        <p:txBody>
          <a:bodyPr/>
          <a:lstStyle/>
          <a:p>
            <a:r>
              <a:rPr lang="zh-TW" altLang="en" dirty="0"/>
              <a:t>訓</a:t>
            </a:r>
            <a:r>
              <a:rPr lang="zh-TW" altLang="en-US" dirty="0"/>
              <a:t>練的細節回顧</a:t>
            </a:r>
            <a:endParaRPr kumimoji="1" lang="zh-TW" altLang="en-US" dirty="0"/>
          </a:p>
        </p:txBody>
      </p:sp>
      <p:sp>
        <p:nvSpPr>
          <p:cNvPr id="3" name="內容版面配置區 2">
            <a:extLst>
              <a:ext uri="{FF2B5EF4-FFF2-40B4-BE49-F238E27FC236}">
                <a16:creationId xmlns:a16="http://schemas.microsoft.com/office/drawing/2014/main" id="{ABD3CE70-53B4-E266-5229-E605FB91E19C}"/>
              </a:ext>
            </a:extLst>
          </p:cNvPr>
          <p:cNvSpPr>
            <a:spLocks noGrp="1"/>
          </p:cNvSpPr>
          <p:nvPr>
            <p:ph idx="1"/>
          </p:nvPr>
        </p:nvSpPr>
        <p:spPr/>
        <p:txBody>
          <a:bodyPr>
            <a:normAutofit/>
          </a:bodyPr>
          <a:lstStyle/>
          <a:p>
            <a:r>
              <a:rPr kumimoji="1" lang="zh-TW" altLang="en-US" dirty="0"/>
              <a:t>使用一個超過一個詞的句子來翻譯。</a:t>
            </a:r>
            <a:endParaRPr kumimoji="1" lang="en-US" altLang="zh-TW" dirty="0"/>
          </a:p>
          <a:p>
            <a:r>
              <a:rPr kumimoji="1" lang="zh-TW" altLang="en-US" dirty="0"/>
              <a:t>例如輸入：“</a:t>
            </a:r>
            <a:r>
              <a:rPr kumimoji="1" lang="en" altLang="zh-TW" dirty="0"/>
              <a:t>je suis </a:t>
            </a:r>
            <a:r>
              <a:rPr kumimoji="1" lang="en" altLang="zh-TW" dirty="0" err="1"/>
              <a:t>étudiant</a:t>
            </a:r>
            <a:r>
              <a:rPr kumimoji="1" lang="en" altLang="zh-TW" dirty="0"/>
              <a:t>”</a:t>
            </a:r>
            <a:r>
              <a:rPr kumimoji="1" lang="zh-TW" altLang="en-US" dirty="0"/>
              <a:t>和預期輸出：“</a:t>
            </a:r>
            <a:r>
              <a:rPr kumimoji="1" lang="en" altLang="zh-TW" dirty="0" err="1"/>
              <a:t>i</a:t>
            </a:r>
            <a:r>
              <a:rPr kumimoji="1" lang="en" altLang="zh-TW" dirty="0"/>
              <a:t> am a student”</a:t>
            </a:r>
            <a:r>
              <a:rPr kumimoji="1" lang="zh-TW" altLang="en" dirty="0"/>
              <a:t>。</a:t>
            </a:r>
            <a:endParaRPr kumimoji="1" lang="en-US" altLang="zh-TW" dirty="0"/>
          </a:p>
          <a:p>
            <a:r>
              <a:rPr kumimoji="1" lang="zh-TW" altLang="en-US" dirty="0"/>
              <a:t>這表示希望模型連續輸出機率分佈，其中：</a:t>
            </a:r>
          </a:p>
          <a:p>
            <a:pPr lvl="1"/>
            <a:r>
              <a:rPr kumimoji="1" lang="zh-TW" altLang="en-US" dirty="0"/>
              <a:t>每個機率分佈都由一個寬度為 </a:t>
            </a:r>
            <a:r>
              <a:rPr kumimoji="1" lang="en" altLang="zh-TW" dirty="0" err="1"/>
              <a:t>vocab_size</a:t>
            </a:r>
            <a:r>
              <a:rPr kumimoji="1" lang="en" altLang="zh-TW" dirty="0"/>
              <a:t> </a:t>
            </a:r>
            <a:r>
              <a:rPr kumimoji="1" lang="zh-TW" altLang="en-US" dirty="0"/>
              <a:t>的向量表示（例如這個小例子是 </a:t>
            </a:r>
            <a:r>
              <a:rPr kumimoji="1" lang="en-US" altLang="zh-TW" dirty="0"/>
              <a:t>6</a:t>
            </a:r>
            <a:r>
              <a:rPr kumimoji="1" lang="zh-TW" altLang="en-US" dirty="0"/>
              <a:t>，但更實際的數字是 </a:t>
            </a:r>
            <a:r>
              <a:rPr kumimoji="1" lang="en-US" altLang="zh-TW" dirty="0"/>
              <a:t>30,000 </a:t>
            </a:r>
            <a:r>
              <a:rPr kumimoji="1" lang="zh-TW" altLang="en-US" dirty="0"/>
              <a:t>或 </a:t>
            </a:r>
            <a:r>
              <a:rPr kumimoji="1" lang="en-US" altLang="zh-TW" dirty="0"/>
              <a:t>50,000</a:t>
            </a:r>
            <a:r>
              <a:rPr kumimoji="1" lang="zh-TW" altLang="en-US" dirty="0"/>
              <a:t>）</a:t>
            </a:r>
            <a:endParaRPr kumimoji="1" lang="en-US" altLang="zh-TW" dirty="0"/>
          </a:p>
          <a:p>
            <a:pPr lvl="1"/>
            <a:r>
              <a:rPr kumimoji="1" lang="zh-TW" altLang="en-US" dirty="0"/>
              <a:t>第一個機率分佈在與單詞“</a:t>
            </a:r>
            <a:r>
              <a:rPr kumimoji="1" lang="en" altLang="zh-TW" dirty="0" err="1"/>
              <a:t>i</a:t>
            </a:r>
            <a:r>
              <a:rPr kumimoji="1" lang="en" altLang="zh-TW" dirty="0"/>
              <a:t>”</a:t>
            </a:r>
            <a:r>
              <a:rPr kumimoji="1" lang="zh-TW" altLang="en-US" dirty="0"/>
              <a:t>相關聯的</a:t>
            </a:r>
            <a:r>
              <a:rPr kumimoji="1" lang="en-US" altLang="zh-TW" dirty="0"/>
              <a:t>cell</a:t>
            </a:r>
            <a:r>
              <a:rPr kumimoji="1" lang="zh-TW" altLang="en-US" dirty="0"/>
              <a:t>中具有最高機率</a:t>
            </a:r>
            <a:endParaRPr kumimoji="1" lang="en-US" altLang="zh-TW" dirty="0"/>
          </a:p>
          <a:p>
            <a:pPr lvl="1"/>
            <a:r>
              <a:rPr kumimoji="1" lang="zh-TW" altLang="en-US" dirty="0"/>
              <a:t>第二個機率分佈在與單詞“</a:t>
            </a:r>
            <a:r>
              <a:rPr kumimoji="1" lang="en" altLang="zh-TW" dirty="0"/>
              <a:t>am”</a:t>
            </a:r>
            <a:r>
              <a:rPr kumimoji="1" lang="zh-TW" altLang="en-US" dirty="0"/>
              <a:t>相關聯的</a:t>
            </a:r>
            <a:r>
              <a:rPr kumimoji="1" lang="en-US" altLang="zh-TW" dirty="0"/>
              <a:t>cell</a:t>
            </a:r>
            <a:r>
              <a:rPr kumimoji="1" lang="zh-TW" altLang="en-US" dirty="0"/>
              <a:t>中具有最高機率</a:t>
            </a:r>
            <a:endParaRPr kumimoji="1" lang="en-US" altLang="zh-TW" dirty="0"/>
          </a:p>
          <a:p>
            <a:pPr lvl="1"/>
            <a:r>
              <a:rPr kumimoji="1" lang="zh-TW" altLang="en-US" dirty="0"/>
              <a:t>依此類推，直到第五個輸出分佈指示</a:t>
            </a:r>
            <a:r>
              <a:rPr kumimoji="1" lang="en-US" altLang="zh-TW" dirty="0"/>
              <a:t>' &lt;</a:t>
            </a:r>
            <a:r>
              <a:rPr kumimoji="1" lang="en" altLang="zh-TW" dirty="0"/>
              <a:t>end of sentence&gt;'</a:t>
            </a:r>
            <a:r>
              <a:rPr kumimoji="1" lang="zh-TW" altLang="en-US" dirty="0"/>
              <a:t>符號，該符號也有來自</a:t>
            </a:r>
            <a:r>
              <a:rPr kumimoji="1" lang="en-US" altLang="zh-TW" dirty="0"/>
              <a:t>10,000</a:t>
            </a:r>
            <a:r>
              <a:rPr kumimoji="1" lang="zh-TW" altLang="en-US" dirty="0"/>
              <a:t>個元素詞彙表的</a:t>
            </a:r>
            <a:r>
              <a:rPr kumimoji="1" lang="en-US" altLang="zh-TW" dirty="0"/>
              <a:t>cell</a:t>
            </a:r>
            <a:r>
              <a:rPr kumimoji="1" lang="zh-TW" altLang="en-US" dirty="0"/>
              <a:t>與之關聯。</a:t>
            </a:r>
          </a:p>
          <a:p>
            <a:endParaRPr kumimoji="1" lang="zh-TW" altLang="en-US" dirty="0"/>
          </a:p>
        </p:txBody>
      </p:sp>
    </p:spTree>
    <p:extLst>
      <p:ext uri="{BB962C8B-B14F-4D97-AF65-F5344CB8AC3E}">
        <p14:creationId xmlns:p14="http://schemas.microsoft.com/office/powerpoint/2010/main" val="36589474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0315F8-9658-75F8-83B1-D5C8510A780A}"/>
              </a:ext>
            </a:extLst>
          </p:cNvPr>
          <p:cNvSpPr>
            <a:spLocks noGrp="1"/>
          </p:cNvSpPr>
          <p:nvPr>
            <p:ph type="title"/>
          </p:nvPr>
        </p:nvSpPr>
        <p:spPr/>
        <p:txBody>
          <a:bodyPr/>
          <a:lstStyle/>
          <a:p>
            <a:r>
              <a:rPr lang="zh-TW" altLang="en" dirty="0"/>
              <a:t>訓</a:t>
            </a:r>
            <a:r>
              <a:rPr lang="zh-TW" altLang="en-US" dirty="0"/>
              <a:t>練的細節回顧</a:t>
            </a:r>
            <a:endParaRPr kumimoji="1" lang="zh-TW" altLang="en-US" dirty="0"/>
          </a:p>
        </p:txBody>
      </p:sp>
      <p:pic>
        <p:nvPicPr>
          <p:cNvPr id="16388" name="Picture 4">
            <a:extLst>
              <a:ext uri="{FF2B5EF4-FFF2-40B4-BE49-F238E27FC236}">
                <a16:creationId xmlns:a16="http://schemas.microsoft.com/office/drawing/2014/main" id="{5E5D845B-6DB6-A6FA-6138-ABC3F7B94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0726" y="1441172"/>
            <a:ext cx="6750547" cy="5247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6462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EE98F4-4541-0F7E-6EC8-72BB50702A18}"/>
              </a:ext>
            </a:extLst>
          </p:cNvPr>
          <p:cNvSpPr>
            <a:spLocks noGrp="1"/>
          </p:cNvSpPr>
          <p:nvPr>
            <p:ph type="title"/>
          </p:nvPr>
        </p:nvSpPr>
        <p:spPr/>
        <p:txBody>
          <a:bodyPr/>
          <a:lstStyle/>
          <a:p>
            <a:r>
              <a:rPr lang="zh-TW" altLang="en"/>
              <a:t>訓</a:t>
            </a:r>
            <a:r>
              <a:rPr lang="zh-TW" altLang="en-US"/>
              <a:t>練的細節回顧</a:t>
            </a:r>
            <a:endParaRPr kumimoji="1" lang="zh-TW" altLang="en-US" dirty="0"/>
          </a:p>
        </p:txBody>
      </p:sp>
      <p:sp>
        <p:nvSpPr>
          <p:cNvPr id="3" name="內容版面配置區 2">
            <a:extLst>
              <a:ext uri="{FF2B5EF4-FFF2-40B4-BE49-F238E27FC236}">
                <a16:creationId xmlns:a16="http://schemas.microsoft.com/office/drawing/2014/main" id="{38DC0A16-04A9-00AA-B989-929021D8BB9E}"/>
              </a:ext>
            </a:extLst>
          </p:cNvPr>
          <p:cNvSpPr>
            <a:spLocks noGrp="1"/>
          </p:cNvSpPr>
          <p:nvPr>
            <p:ph idx="1"/>
          </p:nvPr>
        </p:nvSpPr>
        <p:spPr>
          <a:xfrm>
            <a:off x="838200" y="1825625"/>
            <a:ext cx="10515600" cy="957332"/>
          </a:xfrm>
        </p:spPr>
        <p:txBody>
          <a:bodyPr>
            <a:normAutofit/>
          </a:bodyPr>
          <a:lstStyle/>
          <a:p>
            <a:pPr>
              <a:lnSpc>
                <a:spcPct val="100000"/>
              </a:lnSpc>
            </a:pPr>
            <a:r>
              <a:rPr lang="zh-TW" altLang="en-US" b="0" i="0" dirty="0">
                <a:solidFill>
                  <a:srgbClr val="222222"/>
                </a:solidFill>
                <a:effectLst/>
                <a:latin typeface="Helvetica" pitchFamily="2" charset="0"/>
              </a:rPr>
              <a:t>在足夠大的數據集上訓練模型足夠長的時間後，我們希望生成的機率分佈看起來像這樣：</a:t>
            </a:r>
            <a:endParaRPr lang="en-US" altLang="zh-TW" b="0" i="0" dirty="0">
              <a:solidFill>
                <a:srgbClr val="222222"/>
              </a:solidFill>
              <a:effectLst/>
              <a:latin typeface="Helvetica" pitchFamily="2" charset="0"/>
            </a:endParaRPr>
          </a:p>
        </p:txBody>
      </p:sp>
      <p:pic>
        <p:nvPicPr>
          <p:cNvPr id="17410" name="Picture 2">
            <a:extLst>
              <a:ext uri="{FF2B5EF4-FFF2-40B4-BE49-F238E27FC236}">
                <a16:creationId xmlns:a16="http://schemas.microsoft.com/office/drawing/2014/main" id="{423857AB-D95A-D4F5-730A-E7EA5AF2E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199" y="2457398"/>
            <a:ext cx="5406749" cy="419188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內容版面配置區 2">
            <a:extLst>
              <a:ext uri="{FF2B5EF4-FFF2-40B4-BE49-F238E27FC236}">
                <a16:creationId xmlns:a16="http://schemas.microsoft.com/office/drawing/2014/main" id="{1B7279AA-3378-44A3-CBA6-C6B95260C4A2}"/>
              </a:ext>
            </a:extLst>
          </p:cNvPr>
          <p:cNvSpPr txBox="1">
            <a:spLocks/>
          </p:cNvSpPr>
          <p:nvPr/>
        </p:nvSpPr>
        <p:spPr>
          <a:xfrm>
            <a:off x="838200" y="2782956"/>
            <a:ext cx="4343400" cy="386632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kumimoji="1" lang="zh-TW" altLang="en-US" dirty="0"/>
              <a:t>現在，由於模型一次產生一個輸出，因此我們可以假設模型從該機率分佈中選擇機率最高的單詞，並丟棄其餘的單字。</a:t>
            </a:r>
          </a:p>
          <a:p>
            <a:pPr>
              <a:lnSpc>
                <a:spcPct val="110000"/>
              </a:lnSpc>
            </a:pPr>
            <a:r>
              <a:rPr kumimoji="1" lang="zh-TW" altLang="en-US" dirty="0"/>
              <a:t>這是一種方法（稱為貪婪解碼）。</a:t>
            </a:r>
            <a:endParaRPr kumimoji="1" lang="en-US" altLang="zh-TW" dirty="0"/>
          </a:p>
          <a:p>
            <a:pPr lvl="1">
              <a:lnSpc>
                <a:spcPct val="110000"/>
              </a:lnSpc>
            </a:pPr>
            <a:r>
              <a:rPr kumimoji="1" lang="zh-TW" altLang="en-US" dirty="0"/>
              <a:t>還有一種叫</a:t>
            </a:r>
            <a:r>
              <a:rPr kumimoji="1" lang="en" altLang="zh-TW" dirty="0"/>
              <a:t>“beam search”</a:t>
            </a:r>
            <a:endParaRPr kumimoji="1" lang="zh-TW" altLang="en-US" dirty="0"/>
          </a:p>
        </p:txBody>
      </p:sp>
    </p:spTree>
    <p:extLst>
      <p:ext uri="{BB962C8B-B14F-4D97-AF65-F5344CB8AC3E}">
        <p14:creationId xmlns:p14="http://schemas.microsoft.com/office/powerpoint/2010/main" val="31636278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A8DA73-0AC2-23F9-196E-473413AE08DB}"/>
              </a:ext>
            </a:extLst>
          </p:cNvPr>
          <p:cNvSpPr>
            <a:spLocks noGrp="1"/>
          </p:cNvSpPr>
          <p:nvPr>
            <p:ph type="title"/>
          </p:nvPr>
        </p:nvSpPr>
        <p:spPr/>
        <p:txBody>
          <a:bodyPr/>
          <a:lstStyle/>
          <a:p>
            <a:r>
              <a:rPr kumimoji="1" lang="en-US" altLang="zh-TW" dirty="0"/>
              <a:t>Transformer</a:t>
            </a:r>
            <a:r>
              <a:rPr kumimoji="1" lang="zh-TW" altLang="en-US" dirty="0"/>
              <a:t>的改善</a:t>
            </a:r>
          </a:p>
        </p:txBody>
      </p:sp>
      <p:sp>
        <p:nvSpPr>
          <p:cNvPr id="3" name="內容版面配置區 2">
            <a:extLst>
              <a:ext uri="{FF2B5EF4-FFF2-40B4-BE49-F238E27FC236}">
                <a16:creationId xmlns:a16="http://schemas.microsoft.com/office/drawing/2014/main" id="{38CEEB71-813B-6039-1C96-EA649B44A856}"/>
              </a:ext>
            </a:extLst>
          </p:cNvPr>
          <p:cNvSpPr>
            <a:spLocks noGrp="1"/>
          </p:cNvSpPr>
          <p:nvPr>
            <p:ph idx="1"/>
          </p:nvPr>
        </p:nvSpPr>
        <p:spPr/>
        <p:txBody>
          <a:bodyPr/>
          <a:lstStyle/>
          <a:p>
            <a:r>
              <a:rPr kumimoji="1" lang="en" altLang="zh-TW" dirty="0">
                <a:hlinkClick r:id="rId2"/>
              </a:rPr>
              <a:t>https://marssu.coderbridge.io/2021/02/09/reformer/</a:t>
            </a:r>
            <a:endParaRPr kumimoji="1" lang="en" altLang="zh-TW" dirty="0"/>
          </a:p>
          <a:p>
            <a:r>
              <a:rPr kumimoji="1" lang="en" altLang="zh-TW" dirty="0">
                <a:hlinkClick r:id="rId3"/>
              </a:rPr>
              <a:t>https://arxiv.org/pdf/2001.04451.pdf</a:t>
            </a:r>
            <a:endParaRPr kumimoji="1" lang="en" altLang="zh-TW" dirty="0"/>
          </a:p>
          <a:p>
            <a:endParaRPr kumimoji="1" lang="zh-TW" altLang="en-US" dirty="0"/>
          </a:p>
        </p:txBody>
      </p:sp>
    </p:spTree>
    <p:extLst>
      <p:ext uri="{BB962C8B-B14F-4D97-AF65-F5344CB8AC3E}">
        <p14:creationId xmlns:p14="http://schemas.microsoft.com/office/powerpoint/2010/main" val="2986562883"/>
      </p:ext>
    </p:extLst>
  </p:cSld>
  <p:clrMapOvr>
    <a:masterClrMapping/>
  </p:clrMapOvr>
</p:sld>
</file>

<file path=ppt/theme/theme1.xml><?xml version="1.0" encoding="utf-8"?>
<a:theme xmlns:a="http://schemas.openxmlformats.org/drawingml/2006/main" name="Office 佈景主題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佈景主題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2856</TotalTime>
  <Words>5640</Words>
  <Application>Microsoft Macintosh PowerPoint</Application>
  <PresentationFormat>寬螢幕</PresentationFormat>
  <Paragraphs>332</Paragraphs>
  <Slides>72</Slides>
  <Notes>2</Notes>
  <HiddenSlides>1</HiddenSlides>
  <MMClips>8</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72</vt:i4>
      </vt:variant>
    </vt:vector>
  </HeadingPairs>
  <TitlesOfParts>
    <vt:vector size="84" baseType="lpstr">
      <vt:lpstr>-apple-system</vt:lpstr>
      <vt:lpstr>Inter</vt:lpstr>
      <vt:lpstr>KaTeX_Main</vt:lpstr>
      <vt:lpstr>Arial</vt:lpstr>
      <vt:lpstr>Calibri</vt:lpstr>
      <vt:lpstr>Calibri Light</vt:lpstr>
      <vt:lpstr>Cambria Math</vt:lpstr>
      <vt:lpstr>Consolas</vt:lpstr>
      <vt:lpstr>Courier New</vt:lpstr>
      <vt:lpstr>Helvetica</vt:lpstr>
      <vt:lpstr>Helvetica Neue</vt:lpstr>
      <vt:lpstr>Office 佈景主題 2013 - 2022</vt:lpstr>
      <vt:lpstr>Attention</vt:lpstr>
      <vt:lpstr>NMT</vt:lpstr>
      <vt:lpstr>Context</vt:lpstr>
      <vt:lpstr>Context</vt:lpstr>
      <vt:lpstr>Context</vt:lpstr>
      <vt:lpstr>Pay attention now</vt:lpstr>
      <vt:lpstr>Attention</vt:lpstr>
      <vt:lpstr>Attention</vt:lpstr>
      <vt:lpstr>Attention mechanism</vt:lpstr>
      <vt:lpstr>Attention</vt:lpstr>
      <vt:lpstr>Attention</vt:lpstr>
      <vt:lpstr>Attention</vt:lpstr>
      <vt:lpstr>Attention</vt:lpstr>
      <vt:lpstr>程式範例</vt:lpstr>
      <vt:lpstr>Transformer with self attention</vt:lpstr>
      <vt:lpstr>Transformer</vt:lpstr>
      <vt:lpstr>Transformer - encoder</vt:lpstr>
      <vt:lpstr>圖卍解</vt:lpstr>
      <vt:lpstr>Encoders</vt:lpstr>
      <vt:lpstr>Bringing The Tensors Into The Picture</vt:lpstr>
      <vt:lpstr>Bringing The Tensors Into The Picture</vt:lpstr>
      <vt:lpstr>Self-Attention at a High Level</vt:lpstr>
      <vt:lpstr>Self-Attention at a High Level</vt:lpstr>
      <vt:lpstr>Self-Attention in Detail</vt:lpstr>
      <vt:lpstr>Self-Attention in Detail</vt:lpstr>
      <vt:lpstr>Self-Attention in Detail</vt:lpstr>
      <vt:lpstr>Self-Attention in Detail</vt:lpstr>
      <vt:lpstr>Self-Attention in Detail</vt:lpstr>
      <vt:lpstr>Self-Attention in Detail</vt:lpstr>
      <vt:lpstr>PowerPoint 簡報</vt:lpstr>
      <vt:lpstr>Self-Attention in Detail</vt:lpstr>
      <vt:lpstr>Self-Attention in Detail</vt:lpstr>
      <vt:lpstr>Multi-head attention</vt:lpstr>
      <vt:lpstr>Multi-head attention</vt:lpstr>
      <vt:lpstr>Multi-head attention</vt:lpstr>
      <vt:lpstr>Multi-head attention</vt:lpstr>
      <vt:lpstr>PowerPoint 簡報</vt:lpstr>
      <vt:lpstr>Self-attention-小說產生器</vt:lpstr>
      <vt:lpstr>Positional Encoding</vt:lpstr>
      <vt:lpstr>使用位置編碼表示序列的順序</vt:lpstr>
      <vt:lpstr>位置編碼</vt:lpstr>
      <vt:lpstr>位置編碼</vt:lpstr>
      <vt:lpstr>位置編碼</vt:lpstr>
      <vt:lpstr>位置編碼</vt:lpstr>
      <vt:lpstr>位置編碼</vt:lpstr>
      <vt:lpstr>位置編碼(Position embedding)</vt:lpstr>
      <vt:lpstr>位置編碼</vt:lpstr>
      <vt:lpstr>運算範例</vt:lpstr>
      <vt:lpstr>加上位置編碼</vt:lpstr>
      <vt:lpstr>使用位置編碼表示序列的順序</vt:lpstr>
      <vt:lpstr>加上位置編碼</vt:lpstr>
      <vt:lpstr>位置編碼(假設10個token, encoding長度64) https://github.com/jalammar/jalammar.github.io/blob/master/notebookes/transformer/transformer_positional_encoding_graph.ipynb</vt:lpstr>
      <vt:lpstr>Normalize</vt:lpstr>
      <vt:lpstr>Layer Normalize</vt:lpstr>
      <vt:lpstr>PowerPoint 簡報</vt:lpstr>
      <vt:lpstr>組成Transformer 假設encoder與decoder都兩個</vt:lpstr>
      <vt:lpstr>The Decoder Side</vt:lpstr>
      <vt:lpstr>The Decoder Side</vt:lpstr>
      <vt:lpstr>The Decoder Side</vt:lpstr>
      <vt:lpstr>The Final Linear and Softmax Layer</vt:lpstr>
      <vt:lpstr>The Final Linear and Softmax Layer</vt:lpstr>
      <vt:lpstr>The Final Linear and Softmax Layer</vt:lpstr>
      <vt:lpstr>Transformer-小說產生器</vt:lpstr>
      <vt:lpstr>Transformer-小說產生器</vt:lpstr>
      <vt:lpstr>訓練的細節回顧</vt:lpstr>
      <vt:lpstr>訓練的細節回顧</vt:lpstr>
      <vt:lpstr>The Loss Function</vt:lpstr>
      <vt:lpstr>The Loss Function</vt:lpstr>
      <vt:lpstr>訓練的細節回顧</vt:lpstr>
      <vt:lpstr>訓練的細節回顧</vt:lpstr>
      <vt:lpstr>訓練的細節回顧</vt:lpstr>
      <vt:lpstr>Transformer的改善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Attention</dc:title>
  <dc:creator>Leon Lin</dc:creator>
  <cp:lastModifiedBy>林俊杰</cp:lastModifiedBy>
  <cp:revision>7</cp:revision>
  <cp:lastPrinted>2024-03-28T13:01:46Z</cp:lastPrinted>
  <dcterms:created xsi:type="dcterms:W3CDTF">2022-12-28T03:25:06Z</dcterms:created>
  <dcterms:modified xsi:type="dcterms:W3CDTF">2024-06-03T05:58:00Z</dcterms:modified>
</cp:coreProperties>
</file>
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1" r:id="rId1"/>
  </p:sldMasterIdLst>
  <p:sldIdLst>
    <p:sldId id="256" r:id="rId2"/>
    <p:sldId id="285" r:id="rId3"/>
    <p:sldId id="257" r:id="rId4"/>
    <p:sldId id="277" r:id="rId5"/>
    <p:sldId id="258" r:id="rId6"/>
    <p:sldId id="259" r:id="rId7"/>
    <p:sldId id="260" r:id="rId8"/>
    <p:sldId id="281" r:id="rId9"/>
    <p:sldId id="278" r:id="rId10"/>
    <p:sldId id="261" r:id="rId11"/>
    <p:sldId id="262" r:id="rId12"/>
    <p:sldId id="263" r:id="rId13"/>
    <p:sldId id="279" r:id="rId14"/>
    <p:sldId id="264" r:id="rId15"/>
    <p:sldId id="282" r:id="rId16"/>
    <p:sldId id="265" r:id="rId17"/>
    <p:sldId id="283" r:id="rId18"/>
    <p:sldId id="266" r:id="rId19"/>
    <p:sldId id="267" r:id="rId20"/>
    <p:sldId id="286" r:id="rId21"/>
    <p:sldId id="268" r:id="rId22"/>
    <p:sldId id="284" r:id="rId23"/>
    <p:sldId id="275" r:id="rId24"/>
    <p:sldId id="276" r:id="rId25"/>
    <p:sldId id="287" r:id="rId26"/>
    <p:sldId id="289" r:id="rId27"/>
    <p:sldId id="290" r:id="rId28"/>
    <p:sldId id="269" r:id="rId29"/>
    <p:sldId id="273" r:id="rId30"/>
    <p:sldId id="288" r:id="rId31"/>
    <p:sldId id="270" r:id="rId32"/>
    <p:sldId id="28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60"/>
  </p:normalViewPr>
  <p:slideViewPr>
    <p:cSldViewPr snapToGrid="0">
      <p:cViewPr varScale="1">
        <p:scale>
          <a:sx n="80" d="100"/>
          <a:sy n="80" d="100"/>
        </p:scale>
        <p:origin x="132" y="16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林俊杰" userId="dcfdc803-95d8-409b-8404-351632be86e2" providerId="ADAL" clId="{6B1AD15D-9B00-4E55-AAD6-69A83C46A351}"/>
    <pc:docChg chg="undo custSel addSld delSld modSld">
      <pc:chgData name="林俊杰" userId="dcfdc803-95d8-409b-8404-351632be86e2" providerId="ADAL" clId="{6B1AD15D-9B00-4E55-AAD6-69A83C46A351}" dt="2024-09-18T10:13:41.014" v="432" actId="1076"/>
      <pc:docMkLst>
        <pc:docMk/>
      </pc:docMkLst>
      <pc:sldChg chg="modSp">
        <pc:chgData name="林俊杰" userId="dcfdc803-95d8-409b-8404-351632be86e2" providerId="ADAL" clId="{6B1AD15D-9B00-4E55-AAD6-69A83C46A351}" dt="2024-09-13T04:07:56.469" v="7"/>
        <pc:sldMkLst>
          <pc:docMk/>
          <pc:sldMk cId="1530498517" sldId="256"/>
        </pc:sldMkLst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1530498517" sldId="256"/>
            <ac:spMk id="2" creationId="{A3D4BD99-4055-F467-D803-82D3B1DC2C63}"/>
          </ac:spMkLst>
        </pc:spChg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1530498517" sldId="256"/>
            <ac:spMk id="3" creationId="{87A03FF0-A67A-4EE9-4A5A-8596A9054833}"/>
          </ac:spMkLst>
        </pc:spChg>
      </pc:sldChg>
      <pc:sldChg chg="modSp mod">
        <pc:chgData name="林俊杰" userId="dcfdc803-95d8-409b-8404-351632be86e2" providerId="ADAL" clId="{6B1AD15D-9B00-4E55-AAD6-69A83C46A351}" dt="2024-09-13T04:07:56.469" v="7"/>
        <pc:sldMkLst>
          <pc:docMk/>
          <pc:sldMk cId="700279777" sldId="257"/>
        </pc:sldMkLst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700279777" sldId="257"/>
            <ac:spMk id="2" creationId="{486529B1-C673-5F4B-3779-30A0299DEE77}"/>
          </ac:spMkLst>
        </pc:spChg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700279777" sldId="257"/>
            <ac:spMk id="3" creationId="{70A7A8F3-B089-8C32-1FB9-0F7D52C1896B}"/>
          </ac:spMkLst>
        </pc:spChg>
      </pc:sldChg>
      <pc:sldChg chg="modSp mod">
        <pc:chgData name="林俊杰" userId="dcfdc803-95d8-409b-8404-351632be86e2" providerId="ADAL" clId="{6B1AD15D-9B00-4E55-AAD6-69A83C46A351}" dt="2024-09-13T04:07:56.469" v="7"/>
        <pc:sldMkLst>
          <pc:docMk/>
          <pc:sldMk cId="2972004332" sldId="258"/>
        </pc:sldMkLst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2972004332" sldId="258"/>
            <ac:spMk id="2" creationId="{B9099660-B8FA-FACD-20F0-A2D771D5AF57}"/>
          </ac:spMkLst>
        </pc:spChg>
      </pc:sldChg>
      <pc:sldChg chg="modSp mod">
        <pc:chgData name="林俊杰" userId="dcfdc803-95d8-409b-8404-351632be86e2" providerId="ADAL" clId="{6B1AD15D-9B00-4E55-AAD6-69A83C46A351}" dt="2024-09-13T04:07:56.469" v="7"/>
        <pc:sldMkLst>
          <pc:docMk/>
          <pc:sldMk cId="3467666066" sldId="259"/>
        </pc:sldMkLst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3467666066" sldId="259"/>
            <ac:spMk id="2" creationId="{63357AF0-FB85-CA95-46FE-51C3DFC3AB19}"/>
          </ac:spMkLst>
        </pc:spChg>
      </pc:sldChg>
      <pc:sldChg chg="modSp mod">
        <pc:chgData name="林俊杰" userId="dcfdc803-95d8-409b-8404-351632be86e2" providerId="ADAL" clId="{6B1AD15D-9B00-4E55-AAD6-69A83C46A351}" dt="2024-09-13T04:07:56.469" v="7"/>
        <pc:sldMkLst>
          <pc:docMk/>
          <pc:sldMk cId="1887958792" sldId="260"/>
        </pc:sldMkLst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1887958792" sldId="260"/>
            <ac:spMk id="2" creationId="{8BC628DB-3C57-244E-6A61-857E1207013A}"/>
          </ac:spMkLst>
        </pc:spChg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1887958792" sldId="260"/>
            <ac:spMk id="3" creationId="{F184D7EF-61D7-3408-D685-26B02B8E6696}"/>
          </ac:spMkLst>
        </pc:spChg>
      </pc:sldChg>
      <pc:sldChg chg="modSp">
        <pc:chgData name="林俊杰" userId="dcfdc803-95d8-409b-8404-351632be86e2" providerId="ADAL" clId="{6B1AD15D-9B00-4E55-AAD6-69A83C46A351}" dt="2024-09-13T04:07:56.469" v="7"/>
        <pc:sldMkLst>
          <pc:docMk/>
          <pc:sldMk cId="4136946112" sldId="261"/>
        </pc:sldMkLst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4136946112" sldId="261"/>
            <ac:spMk id="2" creationId="{7A2FE21B-E4C3-D08A-785C-8F9833939D32}"/>
          </ac:spMkLst>
        </pc:spChg>
      </pc:sldChg>
      <pc:sldChg chg="modSp">
        <pc:chgData name="林俊杰" userId="dcfdc803-95d8-409b-8404-351632be86e2" providerId="ADAL" clId="{6B1AD15D-9B00-4E55-AAD6-69A83C46A351}" dt="2024-09-13T04:07:56.469" v="7"/>
        <pc:sldMkLst>
          <pc:docMk/>
          <pc:sldMk cId="161121657" sldId="262"/>
        </pc:sldMkLst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161121657" sldId="262"/>
            <ac:spMk id="2" creationId="{0EFF8008-2443-D069-6A10-9C9CFE469EA0}"/>
          </ac:spMkLst>
        </pc:spChg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161121657" sldId="262"/>
            <ac:spMk id="3" creationId="{0763552B-15D2-AB54-FD2B-5A5D72F3DB54}"/>
          </ac:spMkLst>
        </pc:spChg>
      </pc:sldChg>
      <pc:sldChg chg="modSp">
        <pc:chgData name="林俊杰" userId="dcfdc803-95d8-409b-8404-351632be86e2" providerId="ADAL" clId="{6B1AD15D-9B00-4E55-AAD6-69A83C46A351}" dt="2024-09-13T04:07:56.469" v="7"/>
        <pc:sldMkLst>
          <pc:docMk/>
          <pc:sldMk cId="3552344476" sldId="263"/>
        </pc:sldMkLst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3552344476" sldId="263"/>
            <ac:spMk id="2" creationId="{0A16C31B-FDF6-2B7C-2B95-9599DCA92741}"/>
          </ac:spMkLst>
        </pc:spChg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3552344476" sldId="263"/>
            <ac:spMk id="3" creationId="{71CC808E-F706-1F3F-1DA8-BF267E47D794}"/>
          </ac:spMkLst>
        </pc:spChg>
      </pc:sldChg>
      <pc:sldChg chg="modSp">
        <pc:chgData name="林俊杰" userId="dcfdc803-95d8-409b-8404-351632be86e2" providerId="ADAL" clId="{6B1AD15D-9B00-4E55-AAD6-69A83C46A351}" dt="2024-09-13T04:07:56.469" v="7"/>
        <pc:sldMkLst>
          <pc:docMk/>
          <pc:sldMk cId="2940816712" sldId="264"/>
        </pc:sldMkLst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2940816712" sldId="264"/>
            <ac:spMk id="2" creationId="{84D9BB56-842B-8917-0050-101A44A54F0A}"/>
          </ac:spMkLst>
        </pc:spChg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2940816712" sldId="264"/>
            <ac:spMk id="3" creationId="{5B03AA0A-AA95-3899-4B7B-008CBC2B872A}"/>
          </ac:spMkLst>
        </pc:spChg>
      </pc:sldChg>
      <pc:sldChg chg="modSp mod">
        <pc:chgData name="林俊杰" userId="dcfdc803-95d8-409b-8404-351632be86e2" providerId="ADAL" clId="{6B1AD15D-9B00-4E55-AAD6-69A83C46A351}" dt="2024-09-13T04:07:56.469" v="7"/>
        <pc:sldMkLst>
          <pc:docMk/>
          <pc:sldMk cId="2159513917" sldId="265"/>
        </pc:sldMkLst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2159513917" sldId="265"/>
            <ac:spMk id="2" creationId="{9AA2E329-3D79-F477-1979-1B079F9E28E2}"/>
          </ac:spMkLst>
        </pc:spChg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2159513917" sldId="265"/>
            <ac:spMk id="3" creationId="{C5F538A3-5B0F-BCEE-8720-A16FF0DBF8FA}"/>
          </ac:spMkLst>
        </pc:spChg>
      </pc:sldChg>
      <pc:sldChg chg="modSp">
        <pc:chgData name="林俊杰" userId="dcfdc803-95d8-409b-8404-351632be86e2" providerId="ADAL" clId="{6B1AD15D-9B00-4E55-AAD6-69A83C46A351}" dt="2024-09-13T04:07:56.469" v="7"/>
        <pc:sldMkLst>
          <pc:docMk/>
          <pc:sldMk cId="3479867724" sldId="266"/>
        </pc:sldMkLst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3479867724" sldId="266"/>
            <ac:spMk id="2" creationId="{92090FA3-5CEA-C9BD-43E0-422B9D87FEA1}"/>
          </ac:spMkLst>
        </pc:spChg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3479867724" sldId="266"/>
            <ac:spMk id="3" creationId="{3FF12019-5F80-A410-D330-98C245D27684}"/>
          </ac:spMkLst>
        </pc:spChg>
      </pc:sldChg>
      <pc:sldChg chg="modSp">
        <pc:chgData name="林俊杰" userId="dcfdc803-95d8-409b-8404-351632be86e2" providerId="ADAL" clId="{6B1AD15D-9B00-4E55-AAD6-69A83C46A351}" dt="2024-09-13T04:07:56.469" v="7"/>
        <pc:sldMkLst>
          <pc:docMk/>
          <pc:sldMk cId="1708670087" sldId="267"/>
        </pc:sldMkLst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1708670087" sldId="267"/>
            <ac:spMk id="2" creationId="{DB5D52A3-7CD0-04D1-4E2C-91AEFA62B03E}"/>
          </ac:spMkLst>
        </pc:spChg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1708670087" sldId="267"/>
            <ac:spMk id="3" creationId="{2FE5E002-D479-B6E4-4898-428672C0D464}"/>
          </ac:spMkLst>
        </pc:spChg>
      </pc:sldChg>
      <pc:sldChg chg="modSp">
        <pc:chgData name="林俊杰" userId="dcfdc803-95d8-409b-8404-351632be86e2" providerId="ADAL" clId="{6B1AD15D-9B00-4E55-AAD6-69A83C46A351}" dt="2024-09-13T04:07:56.469" v="7"/>
        <pc:sldMkLst>
          <pc:docMk/>
          <pc:sldMk cId="2093115692" sldId="268"/>
        </pc:sldMkLst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2093115692" sldId="268"/>
            <ac:spMk id="2" creationId="{776ABBC5-3C7D-CB96-1C3B-1721F1510DCF}"/>
          </ac:spMkLst>
        </pc:spChg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2093115692" sldId="268"/>
            <ac:spMk id="3" creationId="{5635F0DC-D83A-79AF-DAAA-F0BCF77AE670}"/>
          </ac:spMkLst>
        </pc:spChg>
      </pc:sldChg>
      <pc:sldChg chg="modSp mod">
        <pc:chgData name="林俊杰" userId="dcfdc803-95d8-409b-8404-351632be86e2" providerId="ADAL" clId="{6B1AD15D-9B00-4E55-AAD6-69A83C46A351}" dt="2024-09-18T09:53:55.584" v="279" actId="403"/>
        <pc:sldMkLst>
          <pc:docMk/>
          <pc:sldMk cId="2481734797" sldId="269"/>
        </pc:sldMkLst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2481734797" sldId="269"/>
            <ac:spMk id="2" creationId="{7D65EB0E-C6CD-BE02-E7D2-C099E7D61FB4}"/>
          </ac:spMkLst>
        </pc:spChg>
        <pc:spChg chg="mod">
          <ac:chgData name="林俊杰" userId="dcfdc803-95d8-409b-8404-351632be86e2" providerId="ADAL" clId="{6B1AD15D-9B00-4E55-AAD6-69A83C46A351}" dt="2024-09-18T09:53:55.584" v="279" actId="403"/>
          <ac:spMkLst>
            <pc:docMk/>
            <pc:sldMk cId="2481734797" sldId="269"/>
            <ac:spMk id="3" creationId="{2053724C-79CF-0BCD-84A4-F962AC796173}"/>
          </ac:spMkLst>
        </pc:spChg>
      </pc:sldChg>
      <pc:sldChg chg="modSp mod">
        <pc:chgData name="林俊杰" userId="dcfdc803-95d8-409b-8404-351632be86e2" providerId="ADAL" clId="{6B1AD15D-9B00-4E55-AAD6-69A83C46A351}" dt="2024-09-18T10:00:55.831" v="399" actId="15"/>
        <pc:sldMkLst>
          <pc:docMk/>
          <pc:sldMk cId="3397375694" sldId="270"/>
        </pc:sldMkLst>
        <pc:spChg chg="mod">
          <ac:chgData name="林俊杰" userId="dcfdc803-95d8-409b-8404-351632be86e2" providerId="ADAL" clId="{6B1AD15D-9B00-4E55-AAD6-69A83C46A351}" dt="2024-09-13T04:07:56.469" v="7"/>
          <ac:spMkLst>
            <pc:docMk/>
            <pc:sldMk cId="3397375694" sldId="270"/>
            <ac:spMk id="2" creationId="{D4763C32-3D4E-3421-0C19-F3D5B608B59F}"/>
          </ac:spMkLst>
        </pc:spChg>
        <pc:spChg chg="mod">
          <ac:chgData name="林俊杰" userId="dcfdc803-95d8-409b-8404-351632be86e2" providerId="ADAL" clId="{6B1AD15D-9B00-4E55-AAD6-69A83C46A351}" dt="2024-09-18T10:00:55.831" v="399" actId="15"/>
          <ac:spMkLst>
            <pc:docMk/>
            <pc:sldMk cId="3397375694" sldId="270"/>
            <ac:spMk id="3" creationId="{0B78B440-3868-4D7B-4AD6-46122DC03474}"/>
          </ac:spMkLst>
        </pc:spChg>
      </pc:sldChg>
      <pc:sldChg chg="addSp delSp modSp mod chgLayout">
        <pc:chgData name="林俊杰" userId="dcfdc803-95d8-409b-8404-351632be86e2" providerId="ADAL" clId="{6B1AD15D-9B00-4E55-AAD6-69A83C46A351}" dt="2024-09-18T09:56:12.587" v="304" actId="27636"/>
        <pc:sldMkLst>
          <pc:docMk/>
          <pc:sldMk cId="1342931531" sldId="273"/>
        </pc:sldMkLst>
        <pc:spChg chg="mod ord">
          <ac:chgData name="林俊杰" userId="dcfdc803-95d8-409b-8404-351632be86e2" providerId="ADAL" clId="{6B1AD15D-9B00-4E55-AAD6-69A83C46A351}" dt="2024-09-18T09:55:48.701" v="297" actId="6264"/>
          <ac:spMkLst>
            <pc:docMk/>
            <pc:sldMk cId="1342931531" sldId="273"/>
            <ac:spMk id="2" creationId="{0C049C11-19D2-4B20-BF7C-11C5CD9B24D3}"/>
          </ac:spMkLst>
        </pc:spChg>
        <pc:spChg chg="mod ord">
          <ac:chgData name="林俊杰" userId="dcfdc803-95d8-409b-8404-351632be86e2" providerId="ADAL" clId="{6B1AD15D-9B00-4E55-AAD6-69A83C46A351}" dt="2024-09-18T09:56:12.587" v="304" actId="27636"/>
          <ac:spMkLst>
            <pc:docMk/>
            <pc:sldMk cId="1342931531" sldId="273"/>
            <ac:spMk id="3" creationId="{386EC2AF-ED3B-45EA-AE8E-3072D9CDE5DD}"/>
          </ac:spMkLst>
        </pc:spChg>
        <pc:spChg chg="add del mod">
          <ac:chgData name="林俊杰" userId="dcfdc803-95d8-409b-8404-351632be86e2" providerId="ADAL" clId="{6B1AD15D-9B00-4E55-AAD6-69A83C46A351}" dt="2024-09-18T09:55:37.090" v="294" actId="6264"/>
          <ac:spMkLst>
            <pc:docMk/>
            <pc:sldMk cId="1342931531" sldId="273"/>
            <ac:spMk id="4" creationId="{EDC67F70-D5D2-4F09-BD3A-1978D0ABEEF0}"/>
          </ac:spMkLst>
        </pc:spChg>
        <pc:spChg chg="add del mod">
          <ac:chgData name="林俊杰" userId="dcfdc803-95d8-409b-8404-351632be86e2" providerId="ADAL" clId="{6B1AD15D-9B00-4E55-AAD6-69A83C46A351}" dt="2024-09-18T09:55:37.090" v="294" actId="6264"/>
          <ac:spMkLst>
            <pc:docMk/>
            <pc:sldMk cId="1342931531" sldId="273"/>
            <ac:spMk id="5" creationId="{9DCA7B06-9DD9-4867-B101-1809FB162D2D}"/>
          </ac:spMkLst>
        </pc:spChg>
        <pc:spChg chg="add del mod">
          <ac:chgData name="林俊杰" userId="dcfdc803-95d8-409b-8404-351632be86e2" providerId="ADAL" clId="{6B1AD15D-9B00-4E55-AAD6-69A83C46A351}" dt="2024-09-18T09:55:48.701" v="297" actId="6264"/>
          <ac:spMkLst>
            <pc:docMk/>
            <pc:sldMk cId="1342931531" sldId="273"/>
            <ac:spMk id="6" creationId="{4DBBAAA8-943D-4DF5-9C4B-858F7121310B}"/>
          </ac:spMkLst>
        </pc:spChg>
        <pc:spChg chg="add del mod">
          <ac:chgData name="林俊杰" userId="dcfdc803-95d8-409b-8404-351632be86e2" providerId="ADAL" clId="{6B1AD15D-9B00-4E55-AAD6-69A83C46A351}" dt="2024-09-18T09:55:48.701" v="297" actId="6264"/>
          <ac:spMkLst>
            <pc:docMk/>
            <pc:sldMk cId="1342931531" sldId="273"/>
            <ac:spMk id="7" creationId="{91762405-9FA2-4861-986F-B6EACD3669C6}"/>
          </ac:spMkLst>
        </pc:spChg>
      </pc:sldChg>
      <pc:sldChg chg="modSp mod">
        <pc:chgData name="林俊杰" userId="dcfdc803-95d8-409b-8404-351632be86e2" providerId="ADAL" clId="{6B1AD15D-9B00-4E55-AAD6-69A83C46A351}" dt="2024-09-18T09:51:05.606" v="238" actId="20577"/>
        <pc:sldMkLst>
          <pc:docMk/>
          <pc:sldMk cId="3972887695" sldId="276"/>
        </pc:sldMkLst>
        <pc:spChg chg="mod">
          <ac:chgData name="林俊杰" userId="dcfdc803-95d8-409b-8404-351632be86e2" providerId="ADAL" clId="{6B1AD15D-9B00-4E55-AAD6-69A83C46A351}" dt="2024-09-18T09:51:05.606" v="238" actId="20577"/>
          <ac:spMkLst>
            <pc:docMk/>
            <pc:sldMk cId="3972887695" sldId="276"/>
            <ac:spMk id="3" creationId="{57684F4D-3DEB-4A83-A3CC-47CB8FFE46FF}"/>
          </ac:spMkLst>
        </pc:spChg>
      </pc:sldChg>
      <pc:sldChg chg="modSp mod">
        <pc:chgData name="林俊杰" userId="dcfdc803-95d8-409b-8404-351632be86e2" providerId="ADAL" clId="{6B1AD15D-9B00-4E55-AAD6-69A83C46A351}" dt="2024-09-18T09:52:44.725" v="248" actId="20577"/>
        <pc:sldMkLst>
          <pc:docMk/>
          <pc:sldMk cId="3208091541" sldId="280"/>
        </pc:sldMkLst>
        <pc:spChg chg="mod">
          <ac:chgData name="林俊杰" userId="dcfdc803-95d8-409b-8404-351632be86e2" providerId="ADAL" clId="{6B1AD15D-9B00-4E55-AAD6-69A83C46A351}" dt="2024-09-18T09:52:44.725" v="248" actId="20577"/>
          <ac:spMkLst>
            <pc:docMk/>
            <pc:sldMk cId="3208091541" sldId="280"/>
            <ac:spMk id="2" creationId="{38FF8805-F9B2-4B4D-B416-020FDF2BF69D}"/>
          </ac:spMkLst>
        </pc:spChg>
      </pc:sldChg>
      <pc:sldChg chg="addSp modSp new mod">
        <pc:chgData name="林俊杰" userId="dcfdc803-95d8-409b-8404-351632be86e2" providerId="ADAL" clId="{6B1AD15D-9B00-4E55-AAD6-69A83C46A351}" dt="2024-09-18T09:49:41.137" v="208"/>
        <pc:sldMkLst>
          <pc:docMk/>
          <pc:sldMk cId="546351232" sldId="287"/>
        </pc:sldMkLst>
        <pc:spChg chg="mod">
          <ac:chgData name="林俊杰" userId="dcfdc803-95d8-409b-8404-351632be86e2" providerId="ADAL" clId="{6B1AD15D-9B00-4E55-AAD6-69A83C46A351}" dt="2024-09-18T09:49:41.137" v="208"/>
          <ac:spMkLst>
            <pc:docMk/>
            <pc:sldMk cId="546351232" sldId="287"/>
            <ac:spMk id="2" creationId="{93D6C36A-9605-4266-9272-FF71AB6E900A}"/>
          </ac:spMkLst>
        </pc:spChg>
        <pc:spChg chg="add mod">
          <ac:chgData name="林俊杰" userId="dcfdc803-95d8-409b-8404-351632be86e2" providerId="ADAL" clId="{6B1AD15D-9B00-4E55-AAD6-69A83C46A351}" dt="2024-09-18T09:42:22.574" v="201" actId="14100"/>
          <ac:spMkLst>
            <pc:docMk/>
            <pc:sldMk cId="546351232" sldId="287"/>
            <ac:spMk id="6" creationId="{5F1F3F55-BBA6-4894-89DC-3FD66345FAD8}"/>
          </ac:spMkLst>
        </pc:spChg>
        <pc:picChg chg="add mod">
          <ac:chgData name="林俊杰" userId="dcfdc803-95d8-409b-8404-351632be86e2" providerId="ADAL" clId="{6B1AD15D-9B00-4E55-AAD6-69A83C46A351}" dt="2024-09-18T09:42:14.992" v="199" actId="1076"/>
          <ac:picMkLst>
            <pc:docMk/>
            <pc:sldMk cId="546351232" sldId="287"/>
            <ac:picMk id="1026" creationId="{AA4B6C28-1FFB-44C3-B136-70F6CDFF73C1}"/>
          </ac:picMkLst>
        </pc:picChg>
      </pc:sldChg>
      <pc:sldChg chg="modSp new del mod">
        <pc:chgData name="林俊杰" userId="dcfdc803-95d8-409b-8404-351632be86e2" providerId="ADAL" clId="{6B1AD15D-9B00-4E55-AAD6-69A83C46A351}" dt="2024-09-18T09:49:46.798" v="209" actId="47"/>
        <pc:sldMkLst>
          <pc:docMk/>
          <pc:sldMk cId="692140013" sldId="288"/>
        </pc:sldMkLst>
        <pc:spChg chg="mod">
          <ac:chgData name="林俊杰" userId="dcfdc803-95d8-409b-8404-351632be86e2" providerId="ADAL" clId="{6B1AD15D-9B00-4E55-AAD6-69A83C46A351}" dt="2024-09-18T09:46:33.432" v="207" actId="20577"/>
          <ac:spMkLst>
            <pc:docMk/>
            <pc:sldMk cId="692140013" sldId="288"/>
            <ac:spMk id="2" creationId="{6B5B518A-B2C4-4490-9F99-7775224EFE3C}"/>
          </ac:spMkLst>
        </pc:spChg>
      </pc:sldChg>
      <pc:sldChg chg="addSp delSp modSp new mod chgLayout">
        <pc:chgData name="林俊杰" userId="dcfdc803-95d8-409b-8404-351632be86e2" providerId="ADAL" clId="{6B1AD15D-9B00-4E55-AAD6-69A83C46A351}" dt="2024-09-18T09:58:13.360" v="375" actId="20577"/>
        <pc:sldMkLst>
          <pc:docMk/>
          <pc:sldMk cId="3097575463" sldId="288"/>
        </pc:sldMkLst>
        <pc:spChg chg="mod ord">
          <ac:chgData name="林俊杰" userId="dcfdc803-95d8-409b-8404-351632be86e2" providerId="ADAL" clId="{6B1AD15D-9B00-4E55-AAD6-69A83C46A351}" dt="2024-09-18T09:56:23.715" v="305" actId="6264"/>
          <ac:spMkLst>
            <pc:docMk/>
            <pc:sldMk cId="3097575463" sldId="288"/>
            <ac:spMk id="2" creationId="{ACA62695-0F2C-44C3-87D0-D844B5CF4A0F}"/>
          </ac:spMkLst>
        </pc:spChg>
        <pc:spChg chg="mod ord">
          <ac:chgData name="林俊杰" userId="dcfdc803-95d8-409b-8404-351632be86e2" providerId="ADAL" clId="{6B1AD15D-9B00-4E55-AAD6-69A83C46A351}" dt="2024-09-18T09:58:13.360" v="375" actId="20577"/>
          <ac:spMkLst>
            <pc:docMk/>
            <pc:sldMk cId="3097575463" sldId="288"/>
            <ac:spMk id="3" creationId="{DE0B8BDD-35F9-44BD-AB69-36E738DA1CA1}"/>
          </ac:spMkLst>
        </pc:spChg>
        <pc:spChg chg="add del mod">
          <ac:chgData name="林俊杰" userId="dcfdc803-95d8-409b-8404-351632be86e2" providerId="ADAL" clId="{6B1AD15D-9B00-4E55-AAD6-69A83C46A351}" dt="2024-09-18T09:55:40.608" v="296" actId="6264"/>
          <ac:spMkLst>
            <pc:docMk/>
            <pc:sldMk cId="3097575463" sldId="288"/>
            <ac:spMk id="4" creationId="{FB0C42F0-FBE2-4428-8BF2-BA777085934E}"/>
          </ac:spMkLst>
        </pc:spChg>
        <pc:spChg chg="add del mod">
          <ac:chgData name="林俊杰" userId="dcfdc803-95d8-409b-8404-351632be86e2" providerId="ADAL" clId="{6B1AD15D-9B00-4E55-AAD6-69A83C46A351}" dt="2024-09-18T09:55:40.608" v="296" actId="6264"/>
          <ac:spMkLst>
            <pc:docMk/>
            <pc:sldMk cId="3097575463" sldId="288"/>
            <ac:spMk id="5" creationId="{52E74BB9-BB50-4A6E-B57D-8826ECEF88EF}"/>
          </ac:spMkLst>
        </pc:spChg>
        <pc:spChg chg="add del mod">
          <ac:chgData name="林俊杰" userId="dcfdc803-95d8-409b-8404-351632be86e2" providerId="ADAL" clId="{6B1AD15D-9B00-4E55-AAD6-69A83C46A351}" dt="2024-09-18T09:56:23.715" v="305" actId="6264"/>
          <ac:spMkLst>
            <pc:docMk/>
            <pc:sldMk cId="3097575463" sldId="288"/>
            <ac:spMk id="6" creationId="{E7C44E8E-C788-4085-A110-E62E9CD20C8D}"/>
          </ac:spMkLst>
        </pc:spChg>
        <pc:spChg chg="add del mod">
          <ac:chgData name="林俊杰" userId="dcfdc803-95d8-409b-8404-351632be86e2" providerId="ADAL" clId="{6B1AD15D-9B00-4E55-AAD6-69A83C46A351}" dt="2024-09-18T09:56:23.715" v="305" actId="6264"/>
          <ac:spMkLst>
            <pc:docMk/>
            <pc:sldMk cId="3097575463" sldId="288"/>
            <ac:spMk id="7" creationId="{61B51E43-4DE5-46FB-A908-FEE731211288}"/>
          </ac:spMkLst>
        </pc:spChg>
      </pc:sldChg>
      <pc:sldChg chg="modSp new del mod">
        <pc:chgData name="林俊杰" userId="dcfdc803-95d8-409b-8404-351632be86e2" providerId="ADAL" clId="{6B1AD15D-9B00-4E55-AAD6-69A83C46A351}" dt="2024-09-18T09:58:19.150" v="376" actId="47"/>
        <pc:sldMkLst>
          <pc:docMk/>
          <pc:sldMk cId="2484625699" sldId="289"/>
        </pc:sldMkLst>
        <pc:spChg chg="mod">
          <ac:chgData name="林俊杰" userId="dcfdc803-95d8-409b-8404-351632be86e2" providerId="ADAL" clId="{6B1AD15D-9B00-4E55-AAD6-69A83C46A351}" dt="2024-09-18T09:57:20.064" v="321"/>
          <ac:spMkLst>
            <pc:docMk/>
            <pc:sldMk cId="2484625699" sldId="289"/>
            <ac:spMk id="2" creationId="{BB6DAC59-5488-40D8-9C0D-5D6BECE14127}"/>
          </ac:spMkLst>
        </pc:spChg>
        <pc:spChg chg="mod">
          <ac:chgData name="林俊杰" userId="dcfdc803-95d8-409b-8404-351632be86e2" providerId="ADAL" clId="{6B1AD15D-9B00-4E55-AAD6-69A83C46A351}" dt="2024-09-18T09:58:07.595" v="368" actId="21"/>
          <ac:spMkLst>
            <pc:docMk/>
            <pc:sldMk cId="2484625699" sldId="289"/>
            <ac:spMk id="3" creationId="{941B9484-B410-4651-9FD3-058469561214}"/>
          </ac:spMkLst>
        </pc:spChg>
      </pc:sldChg>
      <pc:sldChg chg="addSp delSp new mod modClrScheme chgLayout">
        <pc:chgData name="林俊杰" userId="dcfdc803-95d8-409b-8404-351632be86e2" providerId="ADAL" clId="{6B1AD15D-9B00-4E55-AAD6-69A83C46A351}" dt="2024-09-18T10:04:23.561" v="402" actId="22"/>
        <pc:sldMkLst>
          <pc:docMk/>
          <pc:sldMk cId="3964845260" sldId="289"/>
        </pc:sldMkLst>
        <pc:spChg chg="del">
          <ac:chgData name="林俊杰" userId="dcfdc803-95d8-409b-8404-351632be86e2" providerId="ADAL" clId="{6B1AD15D-9B00-4E55-AAD6-69A83C46A351}" dt="2024-09-18T10:04:23.164" v="401" actId="700"/>
          <ac:spMkLst>
            <pc:docMk/>
            <pc:sldMk cId="3964845260" sldId="289"/>
            <ac:spMk id="2" creationId="{AB6FF4C9-CFFF-4607-A820-FE56D8C2071B}"/>
          </ac:spMkLst>
        </pc:spChg>
        <pc:spChg chg="del">
          <ac:chgData name="林俊杰" userId="dcfdc803-95d8-409b-8404-351632be86e2" providerId="ADAL" clId="{6B1AD15D-9B00-4E55-AAD6-69A83C46A351}" dt="2024-09-18T10:04:23.164" v="401" actId="700"/>
          <ac:spMkLst>
            <pc:docMk/>
            <pc:sldMk cId="3964845260" sldId="289"/>
            <ac:spMk id="3" creationId="{74AB3C4D-0BE4-4462-8243-8F232290058D}"/>
          </ac:spMkLst>
        </pc:spChg>
        <pc:picChg chg="add">
          <ac:chgData name="林俊杰" userId="dcfdc803-95d8-409b-8404-351632be86e2" providerId="ADAL" clId="{6B1AD15D-9B00-4E55-AAD6-69A83C46A351}" dt="2024-09-18T10:04:23.561" v="402" actId="22"/>
          <ac:picMkLst>
            <pc:docMk/>
            <pc:sldMk cId="3964845260" sldId="289"/>
            <ac:picMk id="5" creationId="{A0B006B6-E691-4562-863C-434B5F44DE5A}"/>
          </ac:picMkLst>
        </pc:picChg>
      </pc:sldChg>
      <pc:sldChg chg="addSp delSp modSp new mod">
        <pc:chgData name="林俊杰" userId="dcfdc803-95d8-409b-8404-351632be86e2" providerId="ADAL" clId="{6B1AD15D-9B00-4E55-AAD6-69A83C46A351}" dt="2024-09-18T10:13:41.014" v="432" actId="1076"/>
        <pc:sldMkLst>
          <pc:docMk/>
          <pc:sldMk cId="3906138798" sldId="290"/>
        </pc:sldMkLst>
        <pc:picChg chg="add del mod">
          <ac:chgData name="林俊杰" userId="dcfdc803-95d8-409b-8404-351632be86e2" providerId="ADAL" clId="{6B1AD15D-9B00-4E55-AAD6-69A83C46A351}" dt="2024-09-18T10:09:32.067" v="411" actId="478"/>
          <ac:picMkLst>
            <pc:docMk/>
            <pc:sldMk cId="3906138798" sldId="290"/>
            <ac:picMk id="3" creationId="{EFF925B7-BA89-429A-800B-B7B3F7FADF84}"/>
          </ac:picMkLst>
        </pc:picChg>
        <pc:picChg chg="add del mod">
          <ac:chgData name="林俊杰" userId="dcfdc803-95d8-409b-8404-351632be86e2" providerId="ADAL" clId="{6B1AD15D-9B00-4E55-AAD6-69A83C46A351}" dt="2024-09-18T10:09:33.999" v="413" actId="478"/>
          <ac:picMkLst>
            <pc:docMk/>
            <pc:sldMk cId="3906138798" sldId="290"/>
            <ac:picMk id="5" creationId="{DEC607B6-E06F-4446-A812-CA3F18F5F3DA}"/>
          </ac:picMkLst>
        </pc:picChg>
        <pc:picChg chg="add mod">
          <ac:chgData name="林俊杰" userId="dcfdc803-95d8-409b-8404-351632be86e2" providerId="ADAL" clId="{6B1AD15D-9B00-4E55-AAD6-69A83C46A351}" dt="2024-09-18T10:13:03.875" v="428" actId="1076"/>
          <ac:picMkLst>
            <pc:docMk/>
            <pc:sldMk cId="3906138798" sldId="290"/>
            <ac:picMk id="7" creationId="{1C06FB27-76F6-4CA3-8B5B-F2718FFD9794}"/>
          </ac:picMkLst>
        </pc:picChg>
        <pc:picChg chg="add mod">
          <ac:chgData name="林俊杰" userId="dcfdc803-95d8-409b-8404-351632be86e2" providerId="ADAL" clId="{6B1AD15D-9B00-4E55-AAD6-69A83C46A351}" dt="2024-09-18T10:13:41.014" v="432" actId="1076"/>
          <ac:picMkLst>
            <pc:docMk/>
            <pc:sldMk cId="3906138798" sldId="290"/>
            <ac:picMk id="9" creationId="{AE5FFD5B-95BC-4CB0-B121-7F2F25427E35}"/>
          </ac:picMkLst>
        </pc:picChg>
        <pc:picChg chg="add mod">
          <ac:chgData name="林俊杰" userId="dcfdc803-95d8-409b-8404-351632be86e2" providerId="ADAL" clId="{6B1AD15D-9B00-4E55-AAD6-69A83C46A351}" dt="2024-09-18T10:13:08.286" v="431" actId="1076"/>
          <ac:picMkLst>
            <pc:docMk/>
            <pc:sldMk cId="3906138798" sldId="290"/>
            <ac:picMk id="11" creationId="{674AF859-6CFB-4441-A89C-9D68D1220DC9}"/>
          </ac:picMkLst>
        </pc:picChg>
      </pc:sldChg>
    </pc:docChg>
  </pc:docChgLst>
  <pc:docChgLst>
    <pc:chgData name="林俊杰" userId="S::leonjye@ntub.edu.tw::dcfdc803-95d8-409b-8404-351632be86e2" providerId="AD" clId="Web-{EB8EAA77-947C-B999-6062-BB93D0CB5801}"/>
    <pc:docChg chg="modSld">
      <pc:chgData name="林俊杰" userId="S::leonjye@ntub.edu.tw::dcfdc803-95d8-409b-8404-351632be86e2" providerId="AD" clId="Web-{EB8EAA77-947C-B999-6062-BB93D0CB5801}" dt="2024-09-17T06:05:41.331" v="0"/>
      <pc:docMkLst>
        <pc:docMk/>
      </pc:docMkLst>
      <pc:sldChg chg="modSp mod setBg">
        <pc:chgData name="林俊杰" userId="S::leonjye@ntub.edu.tw::dcfdc803-95d8-409b-8404-351632be86e2" providerId="AD" clId="Web-{EB8EAA77-947C-B999-6062-BB93D0CB5801}" dt="2024-09-17T06:05:41.331" v="0"/>
        <pc:sldMkLst>
          <pc:docMk/>
          <pc:sldMk cId="700279777" sldId="257"/>
        </pc:sldMkLst>
        <pc:spChg chg="mod">
          <ac:chgData name="林俊杰" userId="S::leonjye@ntub.edu.tw::dcfdc803-95d8-409b-8404-351632be86e2" providerId="AD" clId="Web-{EB8EAA77-947C-B999-6062-BB93D0CB5801}" dt="2024-09-17T06:05:41.331" v="0"/>
          <ac:spMkLst>
            <pc:docMk/>
            <pc:sldMk cId="700279777" sldId="257"/>
            <ac:spMk id="2" creationId="{486529B1-C673-5F4B-3779-30A0299DEE77}"/>
          </ac:spMkLst>
        </pc:spChg>
        <pc:spChg chg="mod">
          <ac:chgData name="林俊杰" userId="S::leonjye@ntub.edu.tw::dcfdc803-95d8-409b-8404-351632be86e2" providerId="AD" clId="Web-{EB8EAA77-947C-B999-6062-BB93D0CB5801}" dt="2024-09-17T06:05:41.331" v="0"/>
          <ac:spMkLst>
            <pc:docMk/>
            <pc:sldMk cId="700279777" sldId="257"/>
            <ac:spMk id="3" creationId="{70A7A8F3-B089-8C32-1FB9-0F7D52C1896B}"/>
          </ac:spMkLst>
        </pc:spChg>
        <pc:picChg chg="mod">
          <ac:chgData name="林俊杰" userId="S::leonjye@ntub.edu.tw::dcfdc803-95d8-409b-8404-351632be86e2" providerId="AD" clId="Web-{EB8EAA77-947C-B999-6062-BB93D0CB5801}" dt="2024-09-17T06:05:41.331" v="0"/>
          <ac:picMkLst>
            <pc:docMk/>
            <pc:sldMk cId="700279777" sldId="257"/>
            <ac:picMk id="7" creationId="{4B4BB9FE-F4B2-47D1-BDB8-12AE7DAA7853}"/>
          </ac:picMkLst>
        </pc:picChg>
      </pc:sldChg>
    </pc:docChg>
  </pc:docChgLst>
  <pc:docChgLst>
    <pc:chgData name="林俊杰" userId="S::leonjye@ntub.edu.tw::dcfdc803-95d8-409b-8404-351632be86e2" providerId="AD" clId="Web-{B90D033E-30A8-C295-1615-17DBD306B5EC}"/>
    <pc:docChg chg="modSld">
      <pc:chgData name="林俊杰" userId="S::leonjye@ntub.edu.tw::dcfdc803-95d8-409b-8404-351632be86e2" providerId="AD" clId="Web-{B90D033E-30A8-C295-1615-17DBD306B5EC}" dt="2024-09-17T06:11:37.136" v="19" actId="1076"/>
      <pc:docMkLst>
        <pc:docMk/>
      </pc:docMkLst>
      <pc:sldChg chg="addSp delSp modSp">
        <pc:chgData name="林俊杰" userId="S::leonjye@ntub.edu.tw::dcfdc803-95d8-409b-8404-351632be86e2" providerId="AD" clId="Web-{B90D033E-30A8-C295-1615-17DBD306B5EC}" dt="2024-09-17T06:11:37.136" v="19" actId="1076"/>
        <pc:sldMkLst>
          <pc:docMk/>
          <pc:sldMk cId="700279777" sldId="257"/>
        </pc:sldMkLst>
        <pc:spChg chg="mod">
          <ac:chgData name="林俊杰" userId="S::leonjye@ntub.edu.tw::dcfdc803-95d8-409b-8404-351632be86e2" providerId="AD" clId="Web-{B90D033E-30A8-C295-1615-17DBD306B5EC}" dt="2024-09-17T06:08:38.646" v="5" actId="20577"/>
          <ac:spMkLst>
            <pc:docMk/>
            <pc:sldMk cId="700279777" sldId="257"/>
            <ac:spMk id="2" creationId="{486529B1-C673-5F4B-3779-30A0299DEE77}"/>
          </ac:spMkLst>
        </pc:spChg>
        <pc:spChg chg="mod">
          <ac:chgData name="林俊杰" userId="S::leonjye@ntub.edu.tw::dcfdc803-95d8-409b-8404-351632be86e2" providerId="AD" clId="Web-{B90D033E-30A8-C295-1615-17DBD306B5EC}" dt="2024-09-17T06:11:35.308" v="18" actId="14100"/>
          <ac:spMkLst>
            <pc:docMk/>
            <pc:sldMk cId="700279777" sldId="257"/>
            <ac:spMk id="3" creationId="{70A7A8F3-B089-8C32-1FB9-0F7D52C1896B}"/>
          </ac:spMkLst>
        </pc:spChg>
        <pc:picChg chg="add mod modCrop">
          <ac:chgData name="林俊杰" userId="S::leonjye@ntub.edu.tw::dcfdc803-95d8-409b-8404-351632be86e2" providerId="AD" clId="Web-{B90D033E-30A8-C295-1615-17DBD306B5EC}" dt="2024-09-17T06:11:37.136" v="19" actId="1076"/>
          <ac:picMkLst>
            <pc:docMk/>
            <pc:sldMk cId="700279777" sldId="257"/>
            <ac:picMk id="4" creationId="{6E7B2251-8DE4-0F0C-6DD6-3244C0CCB1AD}"/>
          </ac:picMkLst>
        </pc:picChg>
        <pc:picChg chg="del mod">
          <ac:chgData name="林俊杰" userId="S::leonjye@ntub.edu.tw::dcfdc803-95d8-409b-8404-351632be86e2" providerId="AD" clId="Web-{B90D033E-30A8-C295-1615-17DBD306B5EC}" dt="2024-09-17T06:10:26.978" v="12"/>
          <ac:picMkLst>
            <pc:docMk/>
            <pc:sldMk cId="700279777" sldId="257"/>
            <ac:picMk id="7" creationId="{4B4BB9FE-F4B2-47D1-BDB8-12AE7DAA7853}"/>
          </ac:picMkLst>
        </pc:picChg>
      </pc:sldChg>
    </pc:docChg>
  </pc:docChgLst>
  <pc:docChgLst>
    <pc:chgData name="林俊杰" userId="dcfdc803-95d8-409b-8404-351632be86e2" providerId="ADAL" clId="{863649C2-A5C7-7046-8C66-FD7176D305B7}"/>
    <pc:docChg chg="undo custSel addSld modSld modMainMaster">
      <pc:chgData name="林俊杰" userId="dcfdc803-95d8-409b-8404-351632be86e2" providerId="ADAL" clId="{863649C2-A5C7-7046-8C66-FD7176D305B7}" dt="2024-09-08T08:36:50.586" v="1558" actId="20577"/>
      <pc:docMkLst>
        <pc:docMk/>
      </pc:docMkLst>
      <pc:sldChg chg="modSp mod">
        <pc:chgData name="林俊杰" userId="dcfdc803-95d8-409b-8404-351632be86e2" providerId="ADAL" clId="{863649C2-A5C7-7046-8C66-FD7176D305B7}" dt="2024-09-07T03:30:21.668" v="894"/>
        <pc:sldMkLst>
          <pc:docMk/>
          <pc:sldMk cId="1530498517" sldId="256"/>
        </pc:sldMkLst>
        <pc:spChg chg="mod">
          <ac:chgData name="林俊杰" userId="dcfdc803-95d8-409b-8404-351632be86e2" providerId="ADAL" clId="{863649C2-A5C7-7046-8C66-FD7176D305B7}" dt="2024-09-07T03:30:21.668" v="894"/>
          <ac:spMkLst>
            <pc:docMk/>
            <pc:sldMk cId="1530498517" sldId="256"/>
            <ac:spMk id="2" creationId="{A3D4BD99-4055-F467-D803-82D3B1DC2C63}"/>
          </ac:spMkLst>
        </pc:spChg>
        <pc:spChg chg="mod">
          <ac:chgData name="林俊杰" userId="dcfdc803-95d8-409b-8404-351632be86e2" providerId="ADAL" clId="{863649C2-A5C7-7046-8C66-FD7176D305B7}" dt="2024-09-07T03:30:21.668" v="894"/>
          <ac:spMkLst>
            <pc:docMk/>
            <pc:sldMk cId="1530498517" sldId="256"/>
            <ac:spMk id="3" creationId="{87A03FF0-A67A-4EE9-4A5A-8596A9054833}"/>
          </ac:spMkLst>
        </pc:spChg>
      </pc:sldChg>
      <pc:sldChg chg="modSp new mod">
        <pc:chgData name="林俊杰" userId="dcfdc803-95d8-409b-8404-351632be86e2" providerId="ADAL" clId="{863649C2-A5C7-7046-8C66-FD7176D305B7}" dt="2024-09-07T03:30:21.668" v="894"/>
        <pc:sldMkLst>
          <pc:docMk/>
          <pc:sldMk cId="700279777" sldId="257"/>
        </pc:sldMkLst>
        <pc:spChg chg="mod">
          <ac:chgData name="林俊杰" userId="dcfdc803-95d8-409b-8404-351632be86e2" providerId="ADAL" clId="{863649C2-A5C7-7046-8C66-FD7176D305B7}" dt="2024-09-07T03:30:21.668" v="894"/>
          <ac:spMkLst>
            <pc:docMk/>
            <pc:sldMk cId="700279777" sldId="257"/>
            <ac:spMk id="2" creationId="{486529B1-C673-5F4B-3779-30A0299DEE77}"/>
          </ac:spMkLst>
        </pc:spChg>
        <pc:spChg chg="mod">
          <ac:chgData name="林俊杰" userId="dcfdc803-95d8-409b-8404-351632be86e2" providerId="ADAL" clId="{863649C2-A5C7-7046-8C66-FD7176D305B7}" dt="2024-09-07T03:30:21.668" v="894"/>
          <ac:spMkLst>
            <pc:docMk/>
            <pc:sldMk cId="700279777" sldId="257"/>
            <ac:spMk id="3" creationId="{70A7A8F3-B089-8C32-1FB9-0F7D52C1896B}"/>
          </ac:spMkLst>
        </pc:spChg>
      </pc:sldChg>
      <pc:sldChg chg="addSp modSp new mod">
        <pc:chgData name="林俊杰" userId="dcfdc803-95d8-409b-8404-351632be86e2" providerId="ADAL" clId="{863649C2-A5C7-7046-8C66-FD7176D305B7}" dt="2024-09-07T03:30:21.668" v="894"/>
        <pc:sldMkLst>
          <pc:docMk/>
          <pc:sldMk cId="2972004332" sldId="258"/>
        </pc:sldMkLst>
        <pc:spChg chg="mod">
          <ac:chgData name="林俊杰" userId="dcfdc803-95d8-409b-8404-351632be86e2" providerId="ADAL" clId="{863649C2-A5C7-7046-8C66-FD7176D305B7}" dt="2024-09-07T03:30:21.668" v="894"/>
          <ac:spMkLst>
            <pc:docMk/>
            <pc:sldMk cId="2972004332" sldId="258"/>
            <ac:spMk id="2" creationId="{B9099660-B8FA-FACD-20F0-A2D771D5AF57}"/>
          </ac:spMkLst>
        </pc:spChg>
        <pc:spChg chg="mod">
          <ac:chgData name="林俊杰" userId="dcfdc803-95d8-409b-8404-351632be86e2" providerId="ADAL" clId="{863649C2-A5C7-7046-8C66-FD7176D305B7}" dt="2024-09-07T03:29:42.621" v="879" actId="27636"/>
          <ac:spMkLst>
            <pc:docMk/>
            <pc:sldMk cId="2972004332" sldId="258"/>
            <ac:spMk id="3" creationId="{9582D016-76CC-74E3-2124-9730FC8CAE47}"/>
          </ac:spMkLst>
        </pc:spChg>
        <pc:spChg chg="add mod">
          <ac:chgData name="林俊杰" userId="dcfdc803-95d8-409b-8404-351632be86e2" providerId="ADAL" clId="{863649C2-A5C7-7046-8C66-FD7176D305B7}" dt="2024-09-07T03:12:34.353" v="483" actId="164"/>
          <ac:spMkLst>
            <pc:docMk/>
            <pc:sldMk cId="2972004332" sldId="258"/>
            <ac:spMk id="6" creationId="{13B4E4A8-BC92-2F2A-E0FD-8B3572458CB6}"/>
          </ac:spMkLst>
        </pc:spChg>
        <pc:grpChg chg="add mod">
          <ac:chgData name="林俊杰" userId="dcfdc803-95d8-409b-8404-351632be86e2" providerId="ADAL" clId="{863649C2-A5C7-7046-8C66-FD7176D305B7}" dt="2024-09-07T03:12:37.357" v="484" actId="1076"/>
          <ac:grpSpMkLst>
            <pc:docMk/>
            <pc:sldMk cId="2972004332" sldId="258"/>
            <ac:grpSpMk id="7" creationId="{157F3C57-AF98-B18E-C13B-27BCC781F0BE}"/>
          </ac:grpSpMkLst>
        </pc:grpChg>
        <pc:picChg chg="add mod">
          <ac:chgData name="林俊杰" userId="dcfdc803-95d8-409b-8404-351632be86e2" providerId="ADAL" clId="{863649C2-A5C7-7046-8C66-FD7176D305B7}" dt="2024-09-07T03:12:34.353" v="483" actId="164"/>
          <ac:picMkLst>
            <pc:docMk/>
            <pc:sldMk cId="2972004332" sldId="258"/>
            <ac:picMk id="4" creationId="{CCCCF905-F10A-087C-4AFF-F4D7D951DD07}"/>
          </ac:picMkLst>
        </pc:picChg>
      </pc:sldChg>
      <pc:sldChg chg="addSp delSp modSp new mod">
        <pc:chgData name="林俊杰" userId="dcfdc803-95d8-409b-8404-351632be86e2" providerId="ADAL" clId="{863649C2-A5C7-7046-8C66-FD7176D305B7}" dt="2024-09-07T03:30:21.668" v="894"/>
        <pc:sldMkLst>
          <pc:docMk/>
          <pc:sldMk cId="3467666066" sldId="259"/>
        </pc:sldMkLst>
        <pc:spChg chg="mod">
          <ac:chgData name="林俊杰" userId="dcfdc803-95d8-409b-8404-351632be86e2" providerId="ADAL" clId="{863649C2-A5C7-7046-8C66-FD7176D305B7}" dt="2024-09-07T03:30:21.668" v="894"/>
          <ac:spMkLst>
            <pc:docMk/>
            <pc:sldMk cId="3467666066" sldId="259"/>
            <ac:spMk id="2" creationId="{63357AF0-FB85-CA95-46FE-51C3DFC3AB19}"/>
          </ac:spMkLst>
        </pc:spChg>
        <pc:spChg chg="mod">
          <ac:chgData name="林俊杰" userId="dcfdc803-95d8-409b-8404-351632be86e2" providerId="ADAL" clId="{863649C2-A5C7-7046-8C66-FD7176D305B7}" dt="2024-09-07T03:19:11.082" v="628" actId="20577"/>
          <ac:spMkLst>
            <pc:docMk/>
            <pc:sldMk cId="3467666066" sldId="259"/>
            <ac:spMk id="3" creationId="{F6D7AD48-33A2-48A9-6BB7-460DE72C6BAB}"/>
          </ac:spMkLst>
        </pc:spChg>
        <pc:spChg chg="del mod topLvl">
          <ac:chgData name="林俊杰" userId="dcfdc803-95d8-409b-8404-351632be86e2" providerId="ADAL" clId="{863649C2-A5C7-7046-8C66-FD7176D305B7}" dt="2024-09-07T03:18:20.762" v="612" actId="478"/>
          <ac:spMkLst>
            <pc:docMk/>
            <pc:sldMk cId="3467666066" sldId="259"/>
            <ac:spMk id="6" creationId="{06BEBBFF-DA00-5DC4-5464-9E5992FDC4A9}"/>
          </ac:spMkLst>
        </pc:spChg>
        <pc:grpChg chg="add del mod">
          <ac:chgData name="林俊杰" userId="dcfdc803-95d8-409b-8404-351632be86e2" providerId="ADAL" clId="{863649C2-A5C7-7046-8C66-FD7176D305B7}" dt="2024-09-07T03:18:20.762" v="612" actId="478"/>
          <ac:grpSpMkLst>
            <pc:docMk/>
            <pc:sldMk cId="3467666066" sldId="259"/>
            <ac:grpSpMk id="4" creationId="{38725D21-5F2D-0C3F-6E74-292780481B14}"/>
          </ac:grpSpMkLst>
        </pc:grpChg>
        <pc:picChg chg="mod topLvl">
          <ac:chgData name="林俊杰" userId="dcfdc803-95d8-409b-8404-351632be86e2" providerId="ADAL" clId="{863649C2-A5C7-7046-8C66-FD7176D305B7}" dt="2024-09-07T03:18:26.810" v="613" actId="1076"/>
          <ac:picMkLst>
            <pc:docMk/>
            <pc:sldMk cId="3467666066" sldId="259"/>
            <ac:picMk id="5" creationId="{251EADAA-220D-6473-43C1-BB44F120713B}"/>
          </ac:picMkLst>
        </pc:picChg>
      </pc:sldChg>
      <pc:sldChg chg="addSp modSp new mod">
        <pc:chgData name="林俊杰" userId="dcfdc803-95d8-409b-8404-351632be86e2" providerId="ADAL" clId="{863649C2-A5C7-7046-8C66-FD7176D305B7}" dt="2024-09-08T04:31:49.344" v="1108" actId="20577"/>
        <pc:sldMkLst>
          <pc:docMk/>
          <pc:sldMk cId="1887958792" sldId="260"/>
        </pc:sldMkLst>
        <pc:spChg chg="mod">
          <ac:chgData name="林俊杰" userId="dcfdc803-95d8-409b-8404-351632be86e2" providerId="ADAL" clId="{863649C2-A5C7-7046-8C66-FD7176D305B7}" dt="2024-09-07T03:30:21.668" v="894"/>
          <ac:spMkLst>
            <pc:docMk/>
            <pc:sldMk cId="1887958792" sldId="260"/>
            <ac:spMk id="2" creationId="{8BC628DB-3C57-244E-6A61-857E1207013A}"/>
          </ac:spMkLst>
        </pc:spChg>
        <pc:spChg chg="mod">
          <ac:chgData name="林俊杰" userId="dcfdc803-95d8-409b-8404-351632be86e2" providerId="ADAL" clId="{863649C2-A5C7-7046-8C66-FD7176D305B7}" dt="2024-09-08T04:31:49.344" v="1108" actId="20577"/>
          <ac:spMkLst>
            <pc:docMk/>
            <pc:sldMk cId="1887958792" sldId="260"/>
            <ac:spMk id="3" creationId="{F184D7EF-61D7-3408-D685-26B02B8E6696}"/>
          </ac:spMkLst>
        </pc:spChg>
        <pc:picChg chg="add mod">
          <ac:chgData name="林俊杰" userId="dcfdc803-95d8-409b-8404-351632be86e2" providerId="ADAL" clId="{863649C2-A5C7-7046-8C66-FD7176D305B7}" dt="2024-09-07T03:33:22.562" v="1067" actId="1076"/>
          <ac:picMkLst>
            <pc:docMk/>
            <pc:sldMk cId="1887958792" sldId="260"/>
            <ac:picMk id="1026" creationId="{3B847E54-B047-4B9D-A1F7-7C65ECE349A2}"/>
          </ac:picMkLst>
        </pc:picChg>
      </pc:sldChg>
      <pc:sldChg chg="addSp delSp modSp new mod modAnim chgLayout">
        <pc:chgData name="林俊杰" userId="dcfdc803-95d8-409b-8404-351632be86e2" providerId="ADAL" clId="{863649C2-A5C7-7046-8C66-FD7176D305B7}" dt="2024-09-08T04:39:29.342" v="1172" actId="14100"/>
        <pc:sldMkLst>
          <pc:docMk/>
          <pc:sldMk cId="4136946112" sldId="261"/>
        </pc:sldMkLst>
        <pc:spChg chg="mod ord">
          <ac:chgData name="林俊杰" userId="dcfdc803-95d8-409b-8404-351632be86e2" providerId="ADAL" clId="{863649C2-A5C7-7046-8C66-FD7176D305B7}" dt="2024-09-08T04:38:26.153" v="1157" actId="6264"/>
          <ac:spMkLst>
            <pc:docMk/>
            <pc:sldMk cId="4136946112" sldId="261"/>
            <ac:spMk id="2" creationId="{7A2FE21B-E4C3-D08A-785C-8F9833939D32}"/>
          </ac:spMkLst>
        </pc:spChg>
        <pc:spChg chg="mod ord">
          <ac:chgData name="林俊杰" userId="dcfdc803-95d8-409b-8404-351632be86e2" providerId="ADAL" clId="{863649C2-A5C7-7046-8C66-FD7176D305B7}" dt="2024-09-08T04:39:25.249" v="1170" actId="14100"/>
          <ac:spMkLst>
            <pc:docMk/>
            <pc:sldMk cId="4136946112" sldId="261"/>
            <ac:spMk id="3" creationId="{771F4374-CDC8-D7D3-7F60-ADB1122D356F}"/>
          </ac:spMkLst>
        </pc:spChg>
        <pc:spChg chg="add del mod">
          <ac:chgData name="林俊杰" userId="dcfdc803-95d8-409b-8404-351632be86e2" providerId="ADAL" clId="{863649C2-A5C7-7046-8C66-FD7176D305B7}" dt="2024-09-08T04:38:26.153" v="1157" actId="6264"/>
          <ac:spMkLst>
            <pc:docMk/>
            <pc:sldMk cId="4136946112" sldId="261"/>
            <ac:spMk id="7" creationId="{B3788A80-3753-5B9D-D882-D4B8BB929DB7}"/>
          </ac:spMkLst>
        </pc:spChg>
        <pc:spChg chg="add del mod">
          <ac:chgData name="林俊杰" userId="dcfdc803-95d8-409b-8404-351632be86e2" providerId="ADAL" clId="{863649C2-A5C7-7046-8C66-FD7176D305B7}" dt="2024-09-08T04:38:26.153" v="1157" actId="6264"/>
          <ac:spMkLst>
            <pc:docMk/>
            <pc:sldMk cId="4136946112" sldId="261"/>
            <ac:spMk id="8" creationId="{D8BAC9C0-D839-1DC3-B938-7309867CAD4F}"/>
          </ac:spMkLst>
        </pc:spChg>
        <pc:picChg chg="add mod">
          <ac:chgData name="林俊杰" userId="dcfdc803-95d8-409b-8404-351632be86e2" providerId="ADAL" clId="{863649C2-A5C7-7046-8C66-FD7176D305B7}" dt="2024-09-08T04:39:29.342" v="1172" actId="14100"/>
          <ac:picMkLst>
            <pc:docMk/>
            <pc:sldMk cId="4136946112" sldId="261"/>
            <ac:picMk id="4" creationId="{86F17F1F-3922-BC13-5F64-8C51489FC9CD}"/>
          </ac:picMkLst>
        </pc:picChg>
        <pc:picChg chg="add del mod modCrop">
          <ac:chgData name="林俊杰" userId="dcfdc803-95d8-409b-8404-351632be86e2" providerId="ADAL" clId="{863649C2-A5C7-7046-8C66-FD7176D305B7}" dt="2024-09-08T04:37:38.794" v="1154" actId="478"/>
          <ac:picMkLst>
            <pc:docMk/>
            <pc:sldMk cId="4136946112" sldId="261"/>
            <ac:picMk id="5" creationId="{A0FF1CFF-F809-18C6-B4EA-E096A8170AA8}"/>
          </ac:picMkLst>
        </pc:picChg>
        <pc:picChg chg="add mod modCrop">
          <ac:chgData name="林俊杰" userId="dcfdc803-95d8-409b-8404-351632be86e2" providerId="ADAL" clId="{863649C2-A5C7-7046-8C66-FD7176D305B7}" dt="2024-09-08T04:39:21.590" v="1169" actId="1076"/>
          <ac:picMkLst>
            <pc:docMk/>
            <pc:sldMk cId="4136946112" sldId="261"/>
            <ac:picMk id="6" creationId="{1F8B3042-FC7A-2322-4083-86EA03153D1B}"/>
          </ac:picMkLst>
        </pc:picChg>
      </pc:sldChg>
      <pc:sldChg chg="addSp delSp modSp new mod modAnim chgLayout">
        <pc:chgData name="林俊杰" userId="dcfdc803-95d8-409b-8404-351632be86e2" providerId="ADAL" clId="{863649C2-A5C7-7046-8C66-FD7176D305B7}" dt="2024-09-08T06:03:58.062" v="1341" actId="20577"/>
        <pc:sldMkLst>
          <pc:docMk/>
          <pc:sldMk cId="161121657" sldId="262"/>
        </pc:sldMkLst>
        <pc:spChg chg="mod ord">
          <ac:chgData name="林俊杰" userId="dcfdc803-95d8-409b-8404-351632be86e2" providerId="ADAL" clId="{863649C2-A5C7-7046-8C66-FD7176D305B7}" dt="2024-09-08T04:46:02.502" v="1269" actId="6264"/>
          <ac:spMkLst>
            <pc:docMk/>
            <pc:sldMk cId="161121657" sldId="262"/>
            <ac:spMk id="2" creationId="{0EFF8008-2443-D069-6A10-9C9CFE469EA0}"/>
          </ac:spMkLst>
        </pc:spChg>
        <pc:spChg chg="mod ord">
          <ac:chgData name="林俊杰" userId="dcfdc803-95d8-409b-8404-351632be86e2" providerId="ADAL" clId="{863649C2-A5C7-7046-8C66-FD7176D305B7}" dt="2024-09-08T06:03:58.062" v="1341" actId="20577"/>
          <ac:spMkLst>
            <pc:docMk/>
            <pc:sldMk cId="161121657" sldId="262"/>
            <ac:spMk id="3" creationId="{0763552B-15D2-AB54-FD2B-5A5D72F3DB54}"/>
          </ac:spMkLst>
        </pc:spChg>
        <pc:spChg chg="add del mod">
          <ac:chgData name="林俊杰" userId="dcfdc803-95d8-409b-8404-351632be86e2" providerId="ADAL" clId="{863649C2-A5C7-7046-8C66-FD7176D305B7}" dt="2024-09-08T04:40:20.244" v="1180" actId="6264"/>
          <ac:spMkLst>
            <pc:docMk/>
            <pc:sldMk cId="161121657" sldId="262"/>
            <ac:spMk id="5" creationId="{1A0507D0-D728-ED39-937C-B479DD852DD6}"/>
          </ac:spMkLst>
        </pc:spChg>
        <pc:spChg chg="add del mod">
          <ac:chgData name="林俊杰" userId="dcfdc803-95d8-409b-8404-351632be86e2" providerId="ADAL" clId="{863649C2-A5C7-7046-8C66-FD7176D305B7}" dt="2024-09-08T04:40:20.244" v="1180" actId="6264"/>
          <ac:spMkLst>
            <pc:docMk/>
            <pc:sldMk cId="161121657" sldId="262"/>
            <ac:spMk id="6" creationId="{F910B3E0-9A5B-C45D-09A2-B5F9C7EB00B8}"/>
          </ac:spMkLst>
        </pc:spChg>
        <pc:spChg chg="add del mod">
          <ac:chgData name="林俊杰" userId="dcfdc803-95d8-409b-8404-351632be86e2" providerId="ADAL" clId="{863649C2-A5C7-7046-8C66-FD7176D305B7}" dt="2024-09-08T04:46:02.502" v="1269" actId="6264"/>
          <ac:spMkLst>
            <pc:docMk/>
            <pc:sldMk cId="161121657" sldId="262"/>
            <ac:spMk id="7" creationId="{F6481326-A5B2-A9F1-86CE-DCC16C81F7F0}"/>
          </ac:spMkLst>
        </pc:spChg>
        <pc:spChg chg="add del mod">
          <ac:chgData name="林俊杰" userId="dcfdc803-95d8-409b-8404-351632be86e2" providerId="ADAL" clId="{863649C2-A5C7-7046-8C66-FD7176D305B7}" dt="2024-09-08T04:46:02.502" v="1269" actId="6264"/>
          <ac:spMkLst>
            <pc:docMk/>
            <pc:sldMk cId="161121657" sldId="262"/>
            <ac:spMk id="8" creationId="{0E92E510-E4F3-8426-BF47-E2ACCF104D00}"/>
          </ac:spMkLst>
        </pc:spChg>
        <pc:picChg chg="add del mod">
          <ac:chgData name="林俊杰" userId="dcfdc803-95d8-409b-8404-351632be86e2" providerId="ADAL" clId="{863649C2-A5C7-7046-8C66-FD7176D305B7}" dt="2024-09-08T04:39:45.272" v="1173" actId="478"/>
          <ac:picMkLst>
            <pc:docMk/>
            <pc:sldMk cId="161121657" sldId="262"/>
            <ac:picMk id="4" creationId="{B7CB998A-5EFD-E6AF-7738-424F230AAE75}"/>
          </ac:picMkLst>
        </pc:picChg>
      </pc:sldChg>
      <pc:sldChg chg="modSp new mod">
        <pc:chgData name="林俊杰" userId="dcfdc803-95d8-409b-8404-351632be86e2" providerId="ADAL" clId="{863649C2-A5C7-7046-8C66-FD7176D305B7}" dt="2024-09-08T06:11:39.458" v="1358" actId="20577"/>
        <pc:sldMkLst>
          <pc:docMk/>
          <pc:sldMk cId="3552344476" sldId="263"/>
        </pc:sldMkLst>
        <pc:spChg chg="mod">
          <ac:chgData name="林俊杰" userId="dcfdc803-95d8-409b-8404-351632be86e2" providerId="ADAL" clId="{863649C2-A5C7-7046-8C66-FD7176D305B7}" dt="2024-09-08T06:04:09.390" v="1343"/>
          <ac:spMkLst>
            <pc:docMk/>
            <pc:sldMk cId="3552344476" sldId="263"/>
            <ac:spMk id="2" creationId="{0A16C31B-FDF6-2B7C-2B95-9599DCA92741}"/>
          </ac:spMkLst>
        </pc:spChg>
        <pc:spChg chg="mod">
          <ac:chgData name="林俊杰" userId="dcfdc803-95d8-409b-8404-351632be86e2" providerId="ADAL" clId="{863649C2-A5C7-7046-8C66-FD7176D305B7}" dt="2024-09-08T06:11:39.458" v="1358" actId="20577"/>
          <ac:spMkLst>
            <pc:docMk/>
            <pc:sldMk cId="3552344476" sldId="263"/>
            <ac:spMk id="3" creationId="{71CC808E-F706-1F3F-1DA8-BF267E47D794}"/>
          </ac:spMkLst>
        </pc:spChg>
      </pc:sldChg>
      <pc:sldChg chg="modSp new mod">
        <pc:chgData name="林俊杰" userId="dcfdc803-95d8-409b-8404-351632be86e2" providerId="ADAL" clId="{863649C2-A5C7-7046-8C66-FD7176D305B7}" dt="2024-09-08T06:33:43.212" v="1374" actId="27636"/>
        <pc:sldMkLst>
          <pc:docMk/>
          <pc:sldMk cId="2940816712" sldId="264"/>
        </pc:sldMkLst>
        <pc:spChg chg="mod">
          <ac:chgData name="林俊杰" userId="dcfdc803-95d8-409b-8404-351632be86e2" providerId="ADAL" clId="{863649C2-A5C7-7046-8C66-FD7176D305B7}" dt="2024-09-08T06:14:52.911" v="1360"/>
          <ac:spMkLst>
            <pc:docMk/>
            <pc:sldMk cId="2940816712" sldId="264"/>
            <ac:spMk id="2" creationId="{84D9BB56-842B-8917-0050-101A44A54F0A}"/>
          </ac:spMkLst>
        </pc:spChg>
        <pc:spChg chg="mod">
          <ac:chgData name="林俊杰" userId="dcfdc803-95d8-409b-8404-351632be86e2" providerId="ADAL" clId="{863649C2-A5C7-7046-8C66-FD7176D305B7}" dt="2024-09-08T06:33:43.212" v="1374" actId="27636"/>
          <ac:spMkLst>
            <pc:docMk/>
            <pc:sldMk cId="2940816712" sldId="264"/>
            <ac:spMk id="3" creationId="{5B03AA0A-AA95-3899-4B7B-008CBC2B872A}"/>
          </ac:spMkLst>
        </pc:spChg>
      </pc:sldChg>
      <pc:sldChg chg="modSp new mod">
        <pc:chgData name="林俊杰" userId="dcfdc803-95d8-409b-8404-351632be86e2" providerId="ADAL" clId="{863649C2-A5C7-7046-8C66-FD7176D305B7}" dt="2024-09-08T06:54:39.810" v="1395" actId="20577"/>
        <pc:sldMkLst>
          <pc:docMk/>
          <pc:sldMk cId="2159513917" sldId="265"/>
        </pc:sldMkLst>
        <pc:spChg chg="mod">
          <ac:chgData name="林俊杰" userId="dcfdc803-95d8-409b-8404-351632be86e2" providerId="ADAL" clId="{863649C2-A5C7-7046-8C66-FD7176D305B7}" dt="2024-09-08T06:34:26.767" v="1376"/>
          <ac:spMkLst>
            <pc:docMk/>
            <pc:sldMk cId="2159513917" sldId="265"/>
            <ac:spMk id="2" creationId="{9AA2E329-3D79-F477-1979-1B079F9E28E2}"/>
          </ac:spMkLst>
        </pc:spChg>
        <pc:spChg chg="mod">
          <ac:chgData name="林俊杰" userId="dcfdc803-95d8-409b-8404-351632be86e2" providerId="ADAL" clId="{863649C2-A5C7-7046-8C66-FD7176D305B7}" dt="2024-09-08T06:54:39.810" v="1395" actId="20577"/>
          <ac:spMkLst>
            <pc:docMk/>
            <pc:sldMk cId="2159513917" sldId="265"/>
            <ac:spMk id="3" creationId="{C5F538A3-5B0F-BCEE-8720-A16FF0DBF8FA}"/>
          </ac:spMkLst>
        </pc:spChg>
      </pc:sldChg>
      <pc:sldChg chg="modSp new mod">
        <pc:chgData name="林俊杰" userId="dcfdc803-95d8-409b-8404-351632be86e2" providerId="ADAL" clId="{863649C2-A5C7-7046-8C66-FD7176D305B7}" dt="2024-09-08T06:57:34.378" v="1405" actId="27636"/>
        <pc:sldMkLst>
          <pc:docMk/>
          <pc:sldMk cId="3479867724" sldId="266"/>
        </pc:sldMkLst>
        <pc:spChg chg="mod">
          <ac:chgData name="林俊杰" userId="dcfdc803-95d8-409b-8404-351632be86e2" providerId="ADAL" clId="{863649C2-A5C7-7046-8C66-FD7176D305B7}" dt="2024-09-08T06:54:55.546" v="1399"/>
          <ac:spMkLst>
            <pc:docMk/>
            <pc:sldMk cId="3479867724" sldId="266"/>
            <ac:spMk id="2" creationId="{92090FA3-5CEA-C9BD-43E0-422B9D87FEA1}"/>
          </ac:spMkLst>
        </pc:spChg>
        <pc:spChg chg="mod">
          <ac:chgData name="林俊杰" userId="dcfdc803-95d8-409b-8404-351632be86e2" providerId="ADAL" clId="{863649C2-A5C7-7046-8C66-FD7176D305B7}" dt="2024-09-08T06:57:34.378" v="1405" actId="27636"/>
          <ac:spMkLst>
            <pc:docMk/>
            <pc:sldMk cId="3479867724" sldId="266"/>
            <ac:spMk id="3" creationId="{3FF12019-5F80-A410-D330-98C245D27684}"/>
          </ac:spMkLst>
        </pc:spChg>
      </pc:sldChg>
      <pc:sldChg chg="modSp new mod">
        <pc:chgData name="林俊杰" userId="dcfdc803-95d8-409b-8404-351632be86e2" providerId="ADAL" clId="{863649C2-A5C7-7046-8C66-FD7176D305B7}" dt="2024-09-08T08:30:03.116" v="1411" actId="20577"/>
        <pc:sldMkLst>
          <pc:docMk/>
          <pc:sldMk cId="1708670087" sldId="267"/>
        </pc:sldMkLst>
        <pc:spChg chg="mod">
          <ac:chgData name="林俊杰" userId="dcfdc803-95d8-409b-8404-351632be86e2" providerId="ADAL" clId="{863649C2-A5C7-7046-8C66-FD7176D305B7}" dt="2024-09-08T08:29:39.829" v="1407"/>
          <ac:spMkLst>
            <pc:docMk/>
            <pc:sldMk cId="1708670087" sldId="267"/>
            <ac:spMk id="2" creationId="{DB5D52A3-7CD0-04D1-4E2C-91AEFA62B03E}"/>
          </ac:spMkLst>
        </pc:spChg>
        <pc:spChg chg="mod">
          <ac:chgData name="林俊杰" userId="dcfdc803-95d8-409b-8404-351632be86e2" providerId="ADAL" clId="{863649C2-A5C7-7046-8C66-FD7176D305B7}" dt="2024-09-08T08:30:03.116" v="1411" actId="20577"/>
          <ac:spMkLst>
            <pc:docMk/>
            <pc:sldMk cId="1708670087" sldId="267"/>
            <ac:spMk id="3" creationId="{2FE5E002-D479-B6E4-4898-428672C0D464}"/>
          </ac:spMkLst>
        </pc:spChg>
      </pc:sldChg>
      <pc:sldChg chg="modSp new mod">
        <pc:chgData name="林俊杰" userId="dcfdc803-95d8-409b-8404-351632be86e2" providerId="ADAL" clId="{863649C2-A5C7-7046-8C66-FD7176D305B7}" dt="2024-09-08T08:31:39.984" v="1432" actId="27636"/>
        <pc:sldMkLst>
          <pc:docMk/>
          <pc:sldMk cId="2093115692" sldId="268"/>
        </pc:sldMkLst>
        <pc:spChg chg="mod">
          <ac:chgData name="林俊杰" userId="dcfdc803-95d8-409b-8404-351632be86e2" providerId="ADAL" clId="{863649C2-A5C7-7046-8C66-FD7176D305B7}" dt="2024-09-08T08:30:52.283" v="1423" actId="20577"/>
          <ac:spMkLst>
            <pc:docMk/>
            <pc:sldMk cId="2093115692" sldId="268"/>
            <ac:spMk id="2" creationId="{776ABBC5-3C7D-CB96-1C3B-1721F1510DCF}"/>
          </ac:spMkLst>
        </pc:spChg>
        <pc:spChg chg="mod">
          <ac:chgData name="林俊杰" userId="dcfdc803-95d8-409b-8404-351632be86e2" providerId="ADAL" clId="{863649C2-A5C7-7046-8C66-FD7176D305B7}" dt="2024-09-08T08:31:39.984" v="1432" actId="27636"/>
          <ac:spMkLst>
            <pc:docMk/>
            <pc:sldMk cId="2093115692" sldId="268"/>
            <ac:spMk id="3" creationId="{5635F0DC-D83A-79AF-DAAA-F0BCF77AE670}"/>
          </ac:spMkLst>
        </pc:spChg>
      </pc:sldChg>
      <pc:sldChg chg="modSp new mod">
        <pc:chgData name="林俊杰" userId="dcfdc803-95d8-409b-8404-351632be86e2" providerId="ADAL" clId="{863649C2-A5C7-7046-8C66-FD7176D305B7}" dt="2024-09-08T08:35:17.214" v="1540" actId="20577"/>
        <pc:sldMkLst>
          <pc:docMk/>
          <pc:sldMk cId="2481734797" sldId="269"/>
        </pc:sldMkLst>
        <pc:spChg chg="mod">
          <ac:chgData name="林俊杰" userId="dcfdc803-95d8-409b-8404-351632be86e2" providerId="ADAL" clId="{863649C2-A5C7-7046-8C66-FD7176D305B7}" dt="2024-09-08T08:32:26.846" v="1434"/>
          <ac:spMkLst>
            <pc:docMk/>
            <pc:sldMk cId="2481734797" sldId="269"/>
            <ac:spMk id="2" creationId="{7D65EB0E-C6CD-BE02-E7D2-C099E7D61FB4}"/>
          </ac:spMkLst>
        </pc:spChg>
        <pc:spChg chg="mod">
          <ac:chgData name="林俊杰" userId="dcfdc803-95d8-409b-8404-351632be86e2" providerId="ADAL" clId="{863649C2-A5C7-7046-8C66-FD7176D305B7}" dt="2024-09-08T08:35:17.214" v="1540" actId="20577"/>
          <ac:spMkLst>
            <pc:docMk/>
            <pc:sldMk cId="2481734797" sldId="269"/>
            <ac:spMk id="3" creationId="{2053724C-79CF-0BCD-84A4-F962AC796173}"/>
          </ac:spMkLst>
        </pc:spChg>
      </pc:sldChg>
      <pc:sldChg chg="modSp new mod">
        <pc:chgData name="林俊杰" userId="dcfdc803-95d8-409b-8404-351632be86e2" providerId="ADAL" clId="{863649C2-A5C7-7046-8C66-FD7176D305B7}" dt="2024-09-08T08:36:50.586" v="1558" actId="20577"/>
        <pc:sldMkLst>
          <pc:docMk/>
          <pc:sldMk cId="3397375694" sldId="270"/>
        </pc:sldMkLst>
        <pc:spChg chg="mod">
          <ac:chgData name="林俊杰" userId="dcfdc803-95d8-409b-8404-351632be86e2" providerId="ADAL" clId="{863649C2-A5C7-7046-8C66-FD7176D305B7}" dt="2024-09-08T08:35:36.030" v="1546" actId="27636"/>
          <ac:spMkLst>
            <pc:docMk/>
            <pc:sldMk cId="3397375694" sldId="270"/>
            <ac:spMk id="2" creationId="{D4763C32-3D4E-3421-0C19-F3D5B608B59F}"/>
          </ac:spMkLst>
        </pc:spChg>
        <pc:spChg chg="mod">
          <ac:chgData name="林俊杰" userId="dcfdc803-95d8-409b-8404-351632be86e2" providerId="ADAL" clId="{863649C2-A5C7-7046-8C66-FD7176D305B7}" dt="2024-09-08T08:36:50.586" v="1558" actId="20577"/>
          <ac:spMkLst>
            <pc:docMk/>
            <pc:sldMk cId="3397375694" sldId="270"/>
            <ac:spMk id="3" creationId="{0B78B440-3868-4D7B-4AD6-46122DC03474}"/>
          </ac:spMkLst>
        </pc:spChg>
      </pc:sldChg>
      <pc:sldMasterChg chg="modSldLayout">
        <pc:chgData name="林俊杰" userId="dcfdc803-95d8-409b-8404-351632be86e2" providerId="ADAL" clId="{863649C2-A5C7-7046-8C66-FD7176D305B7}" dt="2024-09-07T03:29:49.603" v="884"/>
        <pc:sldMasterMkLst>
          <pc:docMk/>
          <pc:sldMasterMk cId="2970183147" sldId="2147483785"/>
        </pc:sldMasterMkLst>
        <pc:sldLayoutChg chg="delSp">
          <pc:chgData name="林俊杰" userId="dcfdc803-95d8-409b-8404-351632be86e2" providerId="ADAL" clId="{863649C2-A5C7-7046-8C66-FD7176D305B7}" dt="2024-09-07T03:29:49.603" v="884"/>
          <pc:sldLayoutMkLst>
            <pc:docMk/>
            <pc:sldMasterMk cId="2970183147" sldId="2147483785"/>
            <pc:sldLayoutMk cId="4041965285" sldId="2147483803"/>
          </pc:sldLayoutMkLst>
          <pc:grpChg chg="del">
            <ac:chgData name="林俊杰" userId="dcfdc803-95d8-409b-8404-351632be86e2" providerId="ADAL" clId="{863649C2-A5C7-7046-8C66-FD7176D305B7}" dt="2024-09-07T03:29:49.603" v="884"/>
            <ac:grpSpMkLst>
              <pc:docMk/>
              <pc:sldMasterMk cId="2970183147" sldId="2147483785"/>
              <pc:sldLayoutMk cId="4041965285" sldId="2147483803"/>
              <ac:grpSpMk id="27" creationId="{00000000-0000-0000-0000-000000000000}"/>
            </ac:grpSpMkLst>
          </pc:grpChg>
          <pc:grpChg chg="del">
            <ac:chgData name="林俊杰" userId="dcfdc803-95d8-409b-8404-351632be86e2" providerId="ADAL" clId="{863649C2-A5C7-7046-8C66-FD7176D305B7}" dt="2024-09-07T03:29:49.603" v="884"/>
            <ac:grpSpMkLst>
              <pc:docMk/>
              <pc:sldMasterMk cId="2970183147" sldId="2147483785"/>
              <pc:sldLayoutMk cId="4041965285" sldId="2147483803"/>
              <ac:grpSpMk id="80" creationId="{00000000-0000-0000-0000-000000000000}"/>
            </ac:grpSpMkLst>
          </pc:grpChg>
        </pc:sldLayoutChg>
      </pc:sldMasterChg>
    </pc:docChg>
  </pc:docChgLst>
  <pc:docChgLst>
    <pc:chgData name="林俊杰" userId="dcfdc803-95d8-409b-8404-351632be86e2" providerId="ADAL" clId="{3969A837-1445-46DE-AA39-99D8FE97AF62}"/>
    <pc:docChg chg="undo redo custSel addSld delSld modSld delMainMaster">
      <pc:chgData name="林俊杰" userId="dcfdc803-95d8-409b-8404-351632be86e2" providerId="ADAL" clId="{3969A837-1445-46DE-AA39-99D8FE97AF62}" dt="2024-09-17T15:19:55.751" v="1528" actId="113"/>
      <pc:docMkLst>
        <pc:docMk/>
      </pc:docMkLst>
      <pc:sldChg chg="modSp mod">
        <pc:chgData name="林俊杰" userId="dcfdc803-95d8-409b-8404-351632be86e2" providerId="ADAL" clId="{3969A837-1445-46DE-AA39-99D8FE97AF62}" dt="2024-09-17T13:30:07.865" v="1392" actId="20577"/>
        <pc:sldMkLst>
          <pc:docMk/>
          <pc:sldMk cId="1530498517" sldId="256"/>
        </pc:sldMkLst>
        <pc:spChg chg="mod">
          <ac:chgData name="林俊杰" userId="dcfdc803-95d8-409b-8404-351632be86e2" providerId="ADAL" clId="{3969A837-1445-46DE-AA39-99D8FE97AF62}" dt="2024-09-17T13:30:07.865" v="1392" actId="20577"/>
          <ac:spMkLst>
            <pc:docMk/>
            <pc:sldMk cId="1530498517" sldId="256"/>
            <ac:spMk id="3" creationId="{87A03FF0-A67A-4EE9-4A5A-8596A9054833}"/>
          </ac:spMkLst>
        </pc:spChg>
      </pc:sldChg>
      <pc:sldChg chg="addSp delSp modSp mod">
        <pc:chgData name="林俊杰" userId="dcfdc803-95d8-409b-8404-351632be86e2" providerId="ADAL" clId="{3969A837-1445-46DE-AA39-99D8FE97AF62}" dt="2024-09-17T06:04:21.943" v="345" actId="1076"/>
        <pc:sldMkLst>
          <pc:docMk/>
          <pc:sldMk cId="700279777" sldId="257"/>
        </pc:sldMkLst>
        <pc:spChg chg="mod">
          <ac:chgData name="林俊杰" userId="dcfdc803-95d8-409b-8404-351632be86e2" providerId="ADAL" clId="{3969A837-1445-46DE-AA39-99D8FE97AF62}" dt="2024-09-17T04:11:57.901" v="248" actId="20577"/>
          <ac:spMkLst>
            <pc:docMk/>
            <pc:sldMk cId="700279777" sldId="257"/>
            <ac:spMk id="2" creationId="{486529B1-C673-5F4B-3779-30A0299DEE77}"/>
          </ac:spMkLst>
        </pc:spChg>
        <pc:spChg chg="mod">
          <ac:chgData name="林俊杰" userId="dcfdc803-95d8-409b-8404-351632be86e2" providerId="ADAL" clId="{3969A837-1445-46DE-AA39-99D8FE97AF62}" dt="2024-09-17T05:53:44.182" v="336" actId="20577"/>
          <ac:spMkLst>
            <pc:docMk/>
            <pc:sldMk cId="700279777" sldId="257"/>
            <ac:spMk id="3" creationId="{70A7A8F3-B089-8C32-1FB9-0F7D52C1896B}"/>
          </ac:spMkLst>
        </pc:spChg>
        <pc:spChg chg="add del">
          <ac:chgData name="林俊杰" userId="dcfdc803-95d8-409b-8404-351632be86e2" providerId="ADAL" clId="{3969A837-1445-46DE-AA39-99D8FE97AF62}" dt="2024-09-17T06:03:51.339" v="338" actId="478"/>
          <ac:spMkLst>
            <pc:docMk/>
            <pc:sldMk cId="700279777" sldId="257"/>
            <ac:spMk id="4" creationId="{89C7ED38-D611-4F5C-A8C3-2DE165879C07}"/>
          </ac:spMkLst>
        </pc:spChg>
        <pc:spChg chg="add del">
          <ac:chgData name="林俊杰" userId="dcfdc803-95d8-409b-8404-351632be86e2" providerId="ADAL" clId="{3969A837-1445-46DE-AA39-99D8FE97AF62}" dt="2024-09-17T06:03:54.471" v="340"/>
          <ac:spMkLst>
            <pc:docMk/>
            <pc:sldMk cId="700279777" sldId="257"/>
            <ac:spMk id="5" creationId="{A819AE1A-B2DD-42E4-AE2D-F794BE53BA85}"/>
          </ac:spMkLst>
        </pc:spChg>
        <pc:picChg chg="add mod">
          <ac:chgData name="林俊杰" userId="dcfdc803-95d8-409b-8404-351632be86e2" providerId="ADAL" clId="{3969A837-1445-46DE-AA39-99D8FE97AF62}" dt="2024-09-17T06:04:21.943" v="345" actId="1076"/>
          <ac:picMkLst>
            <pc:docMk/>
            <pc:sldMk cId="700279777" sldId="257"/>
            <ac:picMk id="7" creationId="{4B4BB9FE-F4B2-47D1-BDB8-12AE7DAA7853}"/>
          </ac:picMkLst>
        </pc:picChg>
        <pc:picChg chg="add del mod">
          <ac:chgData name="林俊杰" userId="dcfdc803-95d8-409b-8404-351632be86e2" providerId="ADAL" clId="{3969A837-1445-46DE-AA39-99D8FE97AF62}" dt="2024-09-17T05:51:30.810" v="311" actId="21"/>
          <ac:picMkLst>
            <pc:docMk/>
            <pc:sldMk cId="700279777" sldId="257"/>
            <ac:picMk id="1026" creationId="{DA36BD30-7F56-4247-8B95-4C2FAB430142}"/>
          </ac:picMkLst>
        </pc:picChg>
      </pc:sldChg>
      <pc:sldChg chg="addSp delSp modSp mod chgLayout">
        <pc:chgData name="林俊杰" userId="dcfdc803-95d8-409b-8404-351632be86e2" providerId="ADAL" clId="{3969A837-1445-46DE-AA39-99D8FE97AF62}" dt="2024-09-17T06:28:55.173" v="379" actId="13822"/>
        <pc:sldMkLst>
          <pc:docMk/>
          <pc:sldMk cId="2972004332" sldId="258"/>
        </pc:sldMkLst>
        <pc:spChg chg="mod ord">
          <ac:chgData name="林俊杰" userId="dcfdc803-95d8-409b-8404-351632be86e2" providerId="ADAL" clId="{3969A837-1445-46DE-AA39-99D8FE97AF62}" dt="2024-09-17T06:26:42.244" v="347" actId="27636"/>
          <ac:spMkLst>
            <pc:docMk/>
            <pc:sldMk cId="2972004332" sldId="258"/>
            <ac:spMk id="2" creationId="{B9099660-B8FA-FACD-20F0-A2D771D5AF57}"/>
          </ac:spMkLst>
        </pc:spChg>
        <pc:spChg chg="mod ord">
          <ac:chgData name="林俊杰" userId="dcfdc803-95d8-409b-8404-351632be86e2" providerId="ADAL" clId="{3969A837-1445-46DE-AA39-99D8FE97AF62}" dt="2024-09-17T06:26:49.628" v="348" actId="403"/>
          <ac:spMkLst>
            <pc:docMk/>
            <pc:sldMk cId="2972004332" sldId="258"/>
            <ac:spMk id="3" creationId="{9582D016-76CC-74E3-2124-9730FC8CAE47}"/>
          </ac:spMkLst>
        </pc:spChg>
        <pc:spChg chg="add del mod">
          <ac:chgData name="林俊杰" userId="dcfdc803-95d8-409b-8404-351632be86e2" providerId="ADAL" clId="{3969A837-1445-46DE-AA39-99D8FE97AF62}" dt="2024-09-17T06:26:42.241" v="346" actId="6264"/>
          <ac:spMkLst>
            <pc:docMk/>
            <pc:sldMk cId="2972004332" sldId="258"/>
            <ac:spMk id="5" creationId="{9A7B06F6-BAD7-4670-B8FA-8B247659F344}"/>
          </ac:spMkLst>
        </pc:spChg>
        <pc:spChg chg="mod topLvl">
          <ac:chgData name="林俊杰" userId="dcfdc803-95d8-409b-8404-351632be86e2" providerId="ADAL" clId="{3969A837-1445-46DE-AA39-99D8FE97AF62}" dt="2024-09-17T06:28:55.173" v="379" actId="13822"/>
          <ac:spMkLst>
            <pc:docMk/>
            <pc:sldMk cId="2972004332" sldId="258"/>
            <ac:spMk id="6" creationId="{13B4E4A8-BC92-2F2A-E0FD-8B3572458CB6}"/>
          </ac:spMkLst>
        </pc:spChg>
        <pc:spChg chg="add del mod">
          <ac:chgData name="林俊杰" userId="dcfdc803-95d8-409b-8404-351632be86e2" providerId="ADAL" clId="{3969A837-1445-46DE-AA39-99D8FE97AF62}" dt="2024-09-17T06:26:42.241" v="346" actId="6264"/>
          <ac:spMkLst>
            <pc:docMk/>
            <pc:sldMk cId="2972004332" sldId="258"/>
            <ac:spMk id="8" creationId="{2B503D97-83F7-4848-8E3B-79C3B6AF9A21}"/>
          </ac:spMkLst>
        </pc:spChg>
        <pc:grpChg chg="del mod">
          <ac:chgData name="林俊杰" userId="dcfdc803-95d8-409b-8404-351632be86e2" providerId="ADAL" clId="{3969A837-1445-46DE-AA39-99D8FE97AF62}" dt="2024-09-17T06:28:24.909" v="377" actId="165"/>
          <ac:grpSpMkLst>
            <pc:docMk/>
            <pc:sldMk cId="2972004332" sldId="258"/>
            <ac:grpSpMk id="7" creationId="{157F3C57-AF98-B18E-C13B-27BCC781F0BE}"/>
          </ac:grpSpMkLst>
        </pc:grpChg>
        <pc:grpChg chg="add mod">
          <ac:chgData name="林俊杰" userId="dcfdc803-95d8-409b-8404-351632be86e2" providerId="ADAL" clId="{3969A837-1445-46DE-AA39-99D8FE97AF62}" dt="2024-09-17T06:28:28.545" v="378" actId="164"/>
          <ac:grpSpMkLst>
            <pc:docMk/>
            <pc:sldMk cId="2972004332" sldId="258"/>
            <ac:grpSpMk id="9" creationId="{A991FC8F-953A-4F1A-88EE-1478DB8131BF}"/>
          </ac:grpSpMkLst>
        </pc:grpChg>
        <pc:picChg chg="mod topLvl">
          <ac:chgData name="林俊杰" userId="dcfdc803-95d8-409b-8404-351632be86e2" providerId="ADAL" clId="{3969A837-1445-46DE-AA39-99D8FE97AF62}" dt="2024-09-17T06:28:55.173" v="379" actId="13822"/>
          <ac:picMkLst>
            <pc:docMk/>
            <pc:sldMk cId="2972004332" sldId="258"/>
            <ac:picMk id="4" creationId="{CCCCF905-F10A-087C-4AFF-F4D7D951DD07}"/>
          </ac:picMkLst>
        </pc:picChg>
      </pc:sldChg>
      <pc:sldChg chg="addSp delSp modSp mod chgLayout">
        <pc:chgData name="林俊杰" userId="dcfdc803-95d8-409b-8404-351632be86e2" providerId="ADAL" clId="{3969A837-1445-46DE-AA39-99D8FE97AF62}" dt="2024-09-17T06:36:13.354" v="469" actId="113"/>
        <pc:sldMkLst>
          <pc:docMk/>
          <pc:sldMk cId="3467666066" sldId="259"/>
        </pc:sldMkLst>
        <pc:spChg chg="mod ord">
          <ac:chgData name="林俊杰" userId="dcfdc803-95d8-409b-8404-351632be86e2" providerId="ADAL" clId="{3969A837-1445-46DE-AA39-99D8FE97AF62}" dt="2024-09-17T06:29:08.497" v="381" actId="27636"/>
          <ac:spMkLst>
            <pc:docMk/>
            <pc:sldMk cId="3467666066" sldId="259"/>
            <ac:spMk id="2" creationId="{63357AF0-FB85-CA95-46FE-51C3DFC3AB19}"/>
          </ac:spMkLst>
        </pc:spChg>
        <pc:spChg chg="mod ord">
          <ac:chgData name="林俊杰" userId="dcfdc803-95d8-409b-8404-351632be86e2" providerId="ADAL" clId="{3969A837-1445-46DE-AA39-99D8FE97AF62}" dt="2024-09-17T06:36:13.354" v="469" actId="113"/>
          <ac:spMkLst>
            <pc:docMk/>
            <pc:sldMk cId="3467666066" sldId="259"/>
            <ac:spMk id="3" creationId="{F6D7AD48-33A2-48A9-6BB7-460DE72C6BAB}"/>
          </ac:spMkLst>
        </pc:spChg>
        <pc:spChg chg="add del mod">
          <ac:chgData name="林俊杰" userId="dcfdc803-95d8-409b-8404-351632be86e2" providerId="ADAL" clId="{3969A837-1445-46DE-AA39-99D8FE97AF62}" dt="2024-09-17T06:29:08.490" v="380" actId="6264"/>
          <ac:spMkLst>
            <pc:docMk/>
            <pc:sldMk cId="3467666066" sldId="259"/>
            <ac:spMk id="4" creationId="{A5F3FAA4-DF13-4DE6-BCB5-0C7EA1DD9E09}"/>
          </ac:spMkLst>
        </pc:spChg>
        <pc:spChg chg="add del mod">
          <ac:chgData name="林俊杰" userId="dcfdc803-95d8-409b-8404-351632be86e2" providerId="ADAL" clId="{3969A837-1445-46DE-AA39-99D8FE97AF62}" dt="2024-09-17T06:29:08.490" v="380" actId="6264"/>
          <ac:spMkLst>
            <pc:docMk/>
            <pc:sldMk cId="3467666066" sldId="259"/>
            <ac:spMk id="6" creationId="{E8BA595D-7D53-4AB9-8418-40B51D7C793D}"/>
          </ac:spMkLst>
        </pc:spChg>
      </pc:sldChg>
      <pc:sldChg chg="addSp delSp modSp mod chgLayout">
        <pc:chgData name="林俊杰" userId="dcfdc803-95d8-409b-8404-351632be86e2" providerId="ADAL" clId="{3969A837-1445-46DE-AA39-99D8FE97AF62}" dt="2024-09-17T06:30:48.380" v="407" actId="14100"/>
        <pc:sldMkLst>
          <pc:docMk/>
          <pc:sldMk cId="4136946112" sldId="261"/>
        </pc:sldMkLst>
        <pc:spChg chg="mod ord">
          <ac:chgData name="林俊杰" userId="dcfdc803-95d8-409b-8404-351632be86e2" providerId="ADAL" clId="{3969A837-1445-46DE-AA39-99D8FE97AF62}" dt="2024-09-17T06:30:12.212" v="395" actId="6264"/>
          <ac:spMkLst>
            <pc:docMk/>
            <pc:sldMk cId="4136946112" sldId="261"/>
            <ac:spMk id="2" creationId="{7A2FE21B-E4C3-D08A-785C-8F9833939D32}"/>
          </ac:spMkLst>
        </pc:spChg>
        <pc:spChg chg="mod ord">
          <ac:chgData name="林俊杰" userId="dcfdc803-95d8-409b-8404-351632be86e2" providerId="ADAL" clId="{3969A837-1445-46DE-AA39-99D8FE97AF62}" dt="2024-09-17T06:30:26.313" v="399" actId="14100"/>
          <ac:spMkLst>
            <pc:docMk/>
            <pc:sldMk cId="4136946112" sldId="261"/>
            <ac:spMk id="3" creationId="{771F4374-CDC8-D7D3-7F60-ADB1122D356F}"/>
          </ac:spMkLst>
        </pc:spChg>
        <pc:spChg chg="add del mod">
          <ac:chgData name="林俊杰" userId="dcfdc803-95d8-409b-8404-351632be86e2" providerId="ADAL" clId="{3969A837-1445-46DE-AA39-99D8FE97AF62}" dt="2024-09-17T06:30:12.212" v="395" actId="6264"/>
          <ac:spMkLst>
            <pc:docMk/>
            <pc:sldMk cId="4136946112" sldId="261"/>
            <ac:spMk id="5" creationId="{67145EEF-08A1-4118-BE79-83EEB5863572}"/>
          </ac:spMkLst>
        </pc:spChg>
        <pc:spChg chg="add del mod">
          <ac:chgData name="林俊杰" userId="dcfdc803-95d8-409b-8404-351632be86e2" providerId="ADAL" clId="{3969A837-1445-46DE-AA39-99D8FE97AF62}" dt="2024-09-17T06:30:12.212" v="395" actId="6264"/>
          <ac:spMkLst>
            <pc:docMk/>
            <pc:sldMk cId="4136946112" sldId="261"/>
            <ac:spMk id="7" creationId="{1F6FF382-CA31-4CFF-8B2A-6B735EC5BF5C}"/>
          </ac:spMkLst>
        </pc:spChg>
        <pc:picChg chg="mod">
          <ac:chgData name="林俊杰" userId="dcfdc803-95d8-409b-8404-351632be86e2" providerId="ADAL" clId="{3969A837-1445-46DE-AA39-99D8FE97AF62}" dt="2024-09-17T06:30:48.380" v="407" actId="14100"/>
          <ac:picMkLst>
            <pc:docMk/>
            <pc:sldMk cId="4136946112" sldId="261"/>
            <ac:picMk id="4" creationId="{86F17F1F-3922-BC13-5F64-8C51489FC9CD}"/>
          </ac:picMkLst>
        </pc:picChg>
        <pc:picChg chg="mod">
          <ac:chgData name="林俊杰" userId="dcfdc803-95d8-409b-8404-351632be86e2" providerId="ADAL" clId="{3969A837-1445-46DE-AA39-99D8FE97AF62}" dt="2024-09-17T06:30:38.983" v="403" actId="208"/>
          <ac:picMkLst>
            <pc:docMk/>
            <pc:sldMk cId="4136946112" sldId="261"/>
            <ac:picMk id="6" creationId="{1F8B3042-FC7A-2322-4083-86EA03153D1B}"/>
          </ac:picMkLst>
        </pc:picChg>
      </pc:sldChg>
      <pc:sldChg chg="addSp delSp modSp mod chgLayout">
        <pc:chgData name="林俊杰" userId="dcfdc803-95d8-409b-8404-351632be86e2" providerId="ADAL" clId="{3969A837-1445-46DE-AA39-99D8FE97AF62}" dt="2024-09-17T08:31:09.835" v="948" actId="1076"/>
        <pc:sldMkLst>
          <pc:docMk/>
          <pc:sldMk cId="161121657" sldId="262"/>
        </pc:sldMkLst>
        <pc:spChg chg="mod ord">
          <ac:chgData name="林俊杰" userId="dcfdc803-95d8-409b-8404-351632be86e2" providerId="ADAL" clId="{3969A837-1445-46DE-AA39-99D8FE97AF62}" dt="2024-09-17T06:31:01.168" v="409" actId="6264"/>
          <ac:spMkLst>
            <pc:docMk/>
            <pc:sldMk cId="161121657" sldId="262"/>
            <ac:spMk id="2" creationId="{0EFF8008-2443-D069-6A10-9C9CFE469EA0}"/>
          </ac:spMkLst>
        </pc:spChg>
        <pc:spChg chg="mod ord">
          <ac:chgData name="林俊杰" userId="dcfdc803-95d8-409b-8404-351632be86e2" providerId="ADAL" clId="{3969A837-1445-46DE-AA39-99D8FE97AF62}" dt="2024-09-17T06:35:00.084" v="466" actId="14100"/>
          <ac:spMkLst>
            <pc:docMk/>
            <pc:sldMk cId="161121657" sldId="262"/>
            <ac:spMk id="3" creationId="{0763552B-15D2-AB54-FD2B-5A5D72F3DB54}"/>
          </ac:spMkLst>
        </pc:spChg>
        <pc:spChg chg="add del mod">
          <ac:chgData name="林俊杰" userId="dcfdc803-95d8-409b-8404-351632be86e2" providerId="ADAL" clId="{3969A837-1445-46DE-AA39-99D8FE97AF62}" dt="2024-09-17T06:31:01.168" v="409" actId="6264"/>
          <ac:spMkLst>
            <pc:docMk/>
            <pc:sldMk cId="161121657" sldId="262"/>
            <ac:spMk id="4" creationId="{A944ADCA-D802-4989-8E5F-677A3CB7A68D}"/>
          </ac:spMkLst>
        </pc:spChg>
        <pc:spChg chg="add del mod">
          <ac:chgData name="林俊杰" userId="dcfdc803-95d8-409b-8404-351632be86e2" providerId="ADAL" clId="{3969A837-1445-46DE-AA39-99D8FE97AF62}" dt="2024-09-17T06:31:01.168" v="409" actId="6264"/>
          <ac:spMkLst>
            <pc:docMk/>
            <pc:sldMk cId="161121657" sldId="262"/>
            <ac:spMk id="5" creationId="{F891159E-8497-49B8-9D83-CB9A01BAB7ED}"/>
          </ac:spMkLst>
        </pc:spChg>
        <pc:picChg chg="add mod">
          <ac:chgData name="林俊杰" userId="dcfdc803-95d8-409b-8404-351632be86e2" providerId="ADAL" clId="{3969A837-1445-46DE-AA39-99D8FE97AF62}" dt="2024-09-17T08:31:09.835" v="948" actId="1076"/>
          <ac:picMkLst>
            <pc:docMk/>
            <pc:sldMk cId="161121657" sldId="262"/>
            <ac:picMk id="1026" creationId="{ED8B8B20-3A7A-4D20-9F30-FA2826791279}"/>
          </ac:picMkLst>
        </pc:picChg>
      </pc:sldChg>
      <pc:sldChg chg="addSp delSp modSp mod">
        <pc:chgData name="林俊杰" userId="dcfdc803-95d8-409b-8404-351632be86e2" providerId="ADAL" clId="{3969A837-1445-46DE-AA39-99D8FE97AF62}" dt="2024-09-17T07:02:14.512" v="536" actId="1076"/>
        <pc:sldMkLst>
          <pc:docMk/>
          <pc:sldMk cId="3552344476" sldId="263"/>
        </pc:sldMkLst>
        <pc:spChg chg="mod">
          <ac:chgData name="林俊杰" userId="dcfdc803-95d8-409b-8404-351632be86e2" providerId="ADAL" clId="{3969A837-1445-46DE-AA39-99D8FE97AF62}" dt="2024-09-17T07:00:04.526" v="533" actId="21"/>
          <ac:spMkLst>
            <pc:docMk/>
            <pc:sldMk cId="3552344476" sldId="263"/>
            <ac:spMk id="3" creationId="{71CC808E-F706-1F3F-1DA8-BF267E47D794}"/>
          </ac:spMkLst>
        </pc:spChg>
        <pc:picChg chg="add del mod">
          <ac:chgData name="林俊杰" userId="dcfdc803-95d8-409b-8404-351632be86e2" providerId="ADAL" clId="{3969A837-1445-46DE-AA39-99D8FE97AF62}" dt="2024-09-17T06:58:48.197" v="527"/>
          <ac:picMkLst>
            <pc:docMk/>
            <pc:sldMk cId="3552344476" sldId="263"/>
            <ac:picMk id="2050" creationId="{CE7FFB4A-B9B7-4176-83D0-13993364BB9B}"/>
          </ac:picMkLst>
        </pc:picChg>
        <pc:picChg chg="add mod">
          <ac:chgData name="林俊杰" userId="dcfdc803-95d8-409b-8404-351632be86e2" providerId="ADAL" clId="{3969A837-1445-46DE-AA39-99D8FE97AF62}" dt="2024-09-17T07:02:14.512" v="536" actId="1076"/>
          <ac:picMkLst>
            <pc:docMk/>
            <pc:sldMk cId="3552344476" sldId="263"/>
            <ac:picMk id="2052" creationId="{E54B985A-5FDA-4B46-9580-ED74CC10E75A}"/>
          </ac:picMkLst>
        </pc:picChg>
      </pc:sldChg>
      <pc:sldChg chg="addSp modSp mod">
        <pc:chgData name="林俊杰" userId="dcfdc803-95d8-409b-8404-351632be86e2" providerId="ADAL" clId="{3969A837-1445-46DE-AA39-99D8FE97AF62}" dt="2024-09-17T08:37:28.894" v="983" actId="1076"/>
        <pc:sldMkLst>
          <pc:docMk/>
          <pc:sldMk cId="2940816712" sldId="264"/>
        </pc:sldMkLst>
        <pc:spChg chg="mod">
          <ac:chgData name="林俊杰" userId="dcfdc803-95d8-409b-8404-351632be86e2" providerId="ADAL" clId="{3969A837-1445-46DE-AA39-99D8FE97AF62}" dt="2024-09-17T08:35:56.739" v="977" actId="21"/>
          <ac:spMkLst>
            <pc:docMk/>
            <pc:sldMk cId="2940816712" sldId="264"/>
            <ac:spMk id="3" creationId="{5B03AA0A-AA95-3899-4B7B-008CBC2B872A}"/>
          </ac:spMkLst>
        </pc:spChg>
        <pc:picChg chg="add mod">
          <ac:chgData name="林俊杰" userId="dcfdc803-95d8-409b-8404-351632be86e2" providerId="ADAL" clId="{3969A837-1445-46DE-AA39-99D8FE97AF62}" dt="2024-09-17T08:37:28.894" v="983" actId="1076"/>
          <ac:picMkLst>
            <pc:docMk/>
            <pc:sldMk cId="2940816712" sldId="264"/>
            <ac:picMk id="4098" creationId="{DC48D0B2-3000-4C17-8611-7B583598B49C}"/>
          </ac:picMkLst>
        </pc:picChg>
      </pc:sldChg>
      <pc:sldChg chg="addSp modSp mod">
        <pc:chgData name="林俊杰" userId="dcfdc803-95d8-409b-8404-351632be86e2" providerId="ADAL" clId="{3969A837-1445-46DE-AA39-99D8FE97AF62}" dt="2024-09-17T08:45:27.642" v="1059" actId="1076"/>
        <pc:sldMkLst>
          <pc:docMk/>
          <pc:sldMk cId="2159513917" sldId="265"/>
        </pc:sldMkLst>
        <pc:spChg chg="mod">
          <ac:chgData name="林俊杰" userId="dcfdc803-95d8-409b-8404-351632be86e2" providerId="ADAL" clId="{3969A837-1445-46DE-AA39-99D8FE97AF62}" dt="2024-09-17T08:45:15.134" v="1058" actId="20577"/>
          <ac:spMkLst>
            <pc:docMk/>
            <pc:sldMk cId="2159513917" sldId="265"/>
            <ac:spMk id="3" creationId="{C5F538A3-5B0F-BCEE-8720-A16FF0DBF8FA}"/>
          </ac:spMkLst>
        </pc:spChg>
        <pc:picChg chg="add mod">
          <ac:chgData name="林俊杰" userId="dcfdc803-95d8-409b-8404-351632be86e2" providerId="ADAL" clId="{3969A837-1445-46DE-AA39-99D8FE97AF62}" dt="2024-09-17T08:45:27.642" v="1059" actId="1076"/>
          <ac:picMkLst>
            <pc:docMk/>
            <pc:sldMk cId="2159513917" sldId="265"/>
            <ac:picMk id="5" creationId="{C00E4518-5B3A-4BA7-BB64-5D51D9146D84}"/>
          </ac:picMkLst>
        </pc:picChg>
      </pc:sldChg>
      <pc:sldChg chg="addSp delSp modSp mod">
        <pc:chgData name="林俊杰" userId="dcfdc803-95d8-409b-8404-351632be86e2" providerId="ADAL" clId="{3969A837-1445-46DE-AA39-99D8FE97AF62}" dt="2024-09-17T10:06:11.426" v="1196" actId="1076"/>
        <pc:sldMkLst>
          <pc:docMk/>
          <pc:sldMk cId="3479867724" sldId="266"/>
        </pc:sldMkLst>
        <pc:spChg chg="mod">
          <ac:chgData name="林俊杰" userId="dcfdc803-95d8-409b-8404-351632be86e2" providerId="ADAL" clId="{3969A837-1445-46DE-AA39-99D8FE97AF62}" dt="2024-09-17T10:06:04.779" v="1194" actId="27636"/>
          <ac:spMkLst>
            <pc:docMk/>
            <pc:sldMk cId="3479867724" sldId="266"/>
            <ac:spMk id="3" creationId="{3FF12019-5F80-A410-D330-98C245D27684}"/>
          </ac:spMkLst>
        </pc:spChg>
        <pc:picChg chg="add del mod">
          <ac:chgData name="林俊杰" userId="dcfdc803-95d8-409b-8404-351632be86e2" providerId="ADAL" clId="{3969A837-1445-46DE-AA39-99D8FE97AF62}" dt="2024-09-17T10:03:55.209" v="1167" actId="478"/>
          <ac:picMkLst>
            <pc:docMk/>
            <pc:sldMk cId="3479867724" sldId="266"/>
            <ac:picMk id="6146" creationId="{B475E140-6C13-4AC9-ADB5-E50CFF334C8B}"/>
          </ac:picMkLst>
        </pc:picChg>
        <pc:picChg chg="add mod">
          <ac:chgData name="林俊杰" userId="dcfdc803-95d8-409b-8404-351632be86e2" providerId="ADAL" clId="{3969A837-1445-46DE-AA39-99D8FE97AF62}" dt="2024-09-17T10:06:11.426" v="1196" actId="1076"/>
          <ac:picMkLst>
            <pc:docMk/>
            <pc:sldMk cId="3479867724" sldId="266"/>
            <ac:picMk id="6148" creationId="{DE5C8B04-000B-407A-9A04-0E8C994333C9}"/>
          </ac:picMkLst>
        </pc:picChg>
      </pc:sldChg>
      <pc:sldChg chg="modSp mod">
        <pc:chgData name="林俊杰" userId="dcfdc803-95d8-409b-8404-351632be86e2" providerId="ADAL" clId="{3969A837-1445-46DE-AA39-99D8FE97AF62}" dt="2024-09-17T13:16:05.846" v="1303" actId="20577"/>
        <pc:sldMkLst>
          <pc:docMk/>
          <pc:sldMk cId="1708670087" sldId="267"/>
        </pc:sldMkLst>
        <pc:spChg chg="mod">
          <ac:chgData name="林俊杰" userId="dcfdc803-95d8-409b-8404-351632be86e2" providerId="ADAL" clId="{3969A837-1445-46DE-AA39-99D8FE97AF62}" dt="2024-09-17T13:16:05.846" v="1303" actId="20577"/>
          <ac:spMkLst>
            <pc:docMk/>
            <pc:sldMk cId="1708670087" sldId="267"/>
            <ac:spMk id="3" creationId="{2FE5E002-D479-B6E4-4898-428672C0D464}"/>
          </ac:spMkLst>
        </pc:spChg>
      </pc:sldChg>
      <pc:sldChg chg="addSp modSp mod">
        <pc:chgData name="林俊杰" userId="dcfdc803-95d8-409b-8404-351632be86e2" providerId="ADAL" clId="{3969A837-1445-46DE-AA39-99D8FE97AF62}" dt="2024-09-17T13:22:57.213" v="1349" actId="115"/>
        <pc:sldMkLst>
          <pc:docMk/>
          <pc:sldMk cId="2093115692" sldId="268"/>
        </pc:sldMkLst>
        <pc:spChg chg="mod">
          <ac:chgData name="林俊杰" userId="dcfdc803-95d8-409b-8404-351632be86e2" providerId="ADAL" clId="{3969A837-1445-46DE-AA39-99D8FE97AF62}" dt="2024-09-17T13:22:57.213" v="1349" actId="115"/>
          <ac:spMkLst>
            <pc:docMk/>
            <pc:sldMk cId="2093115692" sldId="268"/>
            <ac:spMk id="3" creationId="{5635F0DC-D83A-79AF-DAAA-F0BCF77AE670}"/>
          </ac:spMkLst>
        </pc:spChg>
        <pc:spChg chg="add mod">
          <ac:chgData name="林俊杰" userId="dcfdc803-95d8-409b-8404-351632be86e2" providerId="ADAL" clId="{3969A837-1445-46DE-AA39-99D8FE97AF62}" dt="2024-09-17T13:19:59.124" v="1328" actId="1076"/>
          <ac:spMkLst>
            <pc:docMk/>
            <pc:sldMk cId="2093115692" sldId="268"/>
            <ac:spMk id="6" creationId="{BAAC8B77-CB64-4E6F-BB2D-46225846AB90}"/>
          </ac:spMkLst>
        </pc:spChg>
        <pc:picChg chg="add mod">
          <ac:chgData name="林俊杰" userId="dcfdc803-95d8-409b-8404-351632be86e2" providerId="ADAL" clId="{3969A837-1445-46DE-AA39-99D8FE97AF62}" dt="2024-09-17T13:20:00.596" v="1329" actId="1076"/>
          <ac:picMkLst>
            <pc:docMk/>
            <pc:sldMk cId="2093115692" sldId="268"/>
            <ac:picMk id="7170" creationId="{394401C2-D0CA-42E7-AE39-E6AB78FB42D7}"/>
          </ac:picMkLst>
        </pc:picChg>
      </pc:sldChg>
      <pc:sldChg chg="modSp mod">
        <pc:chgData name="林俊杰" userId="dcfdc803-95d8-409b-8404-351632be86e2" providerId="ADAL" clId="{3969A837-1445-46DE-AA39-99D8FE97AF62}" dt="2024-09-16T13:49:58.992" v="19" actId="14"/>
        <pc:sldMkLst>
          <pc:docMk/>
          <pc:sldMk cId="2481734797" sldId="269"/>
        </pc:sldMkLst>
        <pc:spChg chg="mod">
          <ac:chgData name="林俊杰" userId="dcfdc803-95d8-409b-8404-351632be86e2" providerId="ADAL" clId="{3969A837-1445-46DE-AA39-99D8FE97AF62}" dt="2024-09-16T13:49:58.992" v="19" actId="14"/>
          <ac:spMkLst>
            <pc:docMk/>
            <pc:sldMk cId="2481734797" sldId="269"/>
            <ac:spMk id="3" creationId="{2053724C-79CF-0BCD-84A4-F962AC796173}"/>
          </ac:spMkLst>
        </pc:spChg>
      </pc:sldChg>
      <pc:sldChg chg="modSp mod">
        <pc:chgData name="林俊杰" userId="dcfdc803-95d8-409b-8404-351632be86e2" providerId="ADAL" clId="{3969A837-1445-46DE-AA39-99D8FE97AF62}" dt="2024-09-16T13:52:34.017" v="42" actId="207"/>
        <pc:sldMkLst>
          <pc:docMk/>
          <pc:sldMk cId="3397375694" sldId="270"/>
        </pc:sldMkLst>
        <pc:spChg chg="mod">
          <ac:chgData name="林俊杰" userId="dcfdc803-95d8-409b-8404-351632be86e2" providerId="ADAL" clId="{3969A837-1445-46DE-AA39-99D8FE97AF62}" dt="2024-09-16T13:52:34.017" v="42" actId="207"/>
          <ac:spMkLst>
            <pc:docMk/>
            <pc:sldMk cId="3397375694" sldId="270"/>
            <ac:spMk id="3" creationId="{0B78B440-3868-4D7B-4AD6-46122DC03474}"/>
          </ac:spMkLst>
        </pc:spChg>
      </pc:sldChg>
      <pc:sldChg chg="modSp new del mod">
        <pc:chgData name="林俊杰" userId="dcfdc803-95d8-409b-8404-351632be86e2" providerId="ADAL" clId="{3969A837-1445-46DE-AA39-99D8FE97AF62}" dt="2024-09-16T13:57:22.107" v="98" actId="47"/>
        <pc:sldMkLst>
          <pc:docMk/>
          <pc:sldMk cId="3142819009" sldId="271"/>
        </pc:sldMkLst>
        <pc:spChg chg="mod">
          <ac:chgData name="林俊杰" userId="dcfdc803-95d8-409b-8404-351632be86e2" providerId="ADAL" clId="{3969A837-1445-46DE-AA39-99D8FE97AF62}" dt="2024-09-16T13:48:12.314" v="1"/>
          <ac:spMkLst>
            <pc:docMk/>
            <pc:sldMk cId="3142819009" sldId="271"/>
            <ac:spMk id="2" creationId="{FBCC8452-1B18-4CBF-8235-1217C6571F6A}"/>
          </ac:spMkLst>
        </pc:spChg>
        <pc:spChg chg="mod">
          <ac:chgData name="林俊杰" userId="dcfdc803-95d8-409b-8404-351632be86e2" providerId="ADAL" clId="{3969A837-1445-46DE-AA39-99D8FE97AF62}" dt="2024-09-16T13:48:23.706" v="8" actId="27636"/>
          <ac:spMkLst>
            <pc:docMk/>
            <pc:sldMk cId="3142819009" sldId="271"/>
            <ac:spMk id="3" creationId="{4F4DD192-A0A9-4B3D-A9E4-38A3E53D19DA}"/>
          </ac:spMkLst>
        </pc:spChg>
      </pc:sldChg>
      <pc:sldChg chg="addSp delSp modSp new del mod modClrScheme chgLayout">
        <pc:chgData name="林俊杰" userId="dcfdc803-95d8-409b-8404-351632be86e2" providerId="ADAL" clId="{3969A837-1445-46DE-AA39-99D8FE97AF62}" dt="2024-09-16T13:57:40.953" v="102" actId="47"/>
        <pc:sldMkLst>
          <pc:docMk/>
          <pc:sldMk cId="2418329709" sldId="272"/>
        </pc:sldMkLst>
        <pc:spChg chg="del mod ord">
          <ac:chgData name="林俊杰" userId="dcfdc803-95d8-409b-8404-351632be86e2" providerId="ADAL" clId="{3969A837-1445-46DE-AA39-99D8FE97AF62}" dt="2024-09-16T13:56:01.587" v="44" actId="700"/>
          <ac:spMkLst>
            <pc:docMk/>
            <pc:sldMk cId="2418329709" sldId="272"/>
            <ac:spMk id="2" creationId="{B8938DF2-56C2-4E52-A48E-E3DDCC24319B}"/>
          </ac:spMkLst>
        </pc:spChg>
        <pc:spChg chg="del mod ord">
          <ac:chgData name="林俊杰" userId="dcfdc803-95d8-409b-8404-351632be86e2" providerId="ADAL" clId="{3969A837-1445-46DE-AA39-99D8FE97AF62}" dt="2024-09-16T13:56:01.587" v="44" actId="700"/>
          <ac:spMkLst>
            <pc:docMk/>
            <pc:sldMk cId="2418329709" sldId="272"/>
            <ac:spMk id="3" creationId="{408EC24B-3791-48D8-B120-741174971A4D}"/>
          </ac:spMkLst>
        </pc:spChg>
        <pc:spChg chg="add mod ord">
          <ac:chgData name="林俊杰" userId="dcfdc803-95d8-409b-8404-351632be86e2" providerId="ADAL" clId="{3969A837-1445-46DE-AA39-99D8FE97AF62}" dt="2024-09-16T13:56:29.698" v="91" actId="113"/>
          <ac:spMkLst>
            <pc:docMk/>
            <pc:sldMk cId="2418329709" sldId="272"/>
            <ac:spMk id="4" creationId="{9EEE4C3B-07CF-4F67-9412-8C95D008AD1B}"/>
          </ac:spMkLst>
        </pc:spChg>
        <pc:spChg chg="add mod ord">
          <ac:chgData name="林俊杰" userId="dcfdc803-95d8-409b-8404-351632be86e2" providerId="ADAL" clId="{3969A837-1445-46DE-AA39-99D8FE97AF62}" dt="2024-09-16T13:56:01.587" v="44" actId="700"/>
          <ac:spMkLst>
            <pc:docMk/>
            <pc:sldMk cId="2418329709" sldId="272"/>
            <ac:spMk id="5" creationId="{34F4EE1A-B8B0-4513-B128-0286E4D670FC}"/>
          </ac:spMkLst>
        </pc:spChg>
      </pc:sldChg>
      <pc:sldChg chg="modSp new mod">
        <pc:chgData name="林俊杰" userId="dcfdc803-95d8-409b-8404-351632be86e2" providerId="ADAL" clId="{3969A837-1445-46DE-AA39-99D8FE97AF62}" dt="2024-09-16T13:57:19.204" v="97" actId="20577"/>
        <pc:sldMkLst>
          <pc:docMk/>
          <pc:sldMk cId="1342931531" sldId="273"/>
        </pc:sldMkLst>
        <pc:spChg chg="mod">
          <ac:chgData name="林俊杰" userId="dcfdc803-95d8-409b-8404-351632be86e2" providerId="ADAL" clId="{3969A837-1445-46DE-AA39-99D8FE97AF62}" dt="2024-09-16T13:57:11.023" v="93"/>
          <ac:spMkLst>
            <pc:docMk/>
            <pc:sldMk cId="1342931531" sldId="273"/>
            <ac:spMk id="2" creationId="{0C049C11-19D2-4B20-BF7C-11C5CD9B24D3}"/>
          </ac:spMkLst>
        </pc:spChg>
        <pc:spChg chg="mod">
          <ac:chgData name="林俊杰" userId="dcfdc803-95d8-409b-8404-351632be86e2" providerId="ADAL" clId="{3969A837-1445-46DE-AA39-99D8FE97AF62}" dt="2024-09-16T13:57:19.204" v="97" actId="20577"/>
          <ac:spMkLst>
            <pc:docMk/>
            <pc:sldMk cId="1342931531" sldId="273"/>
            <ac:spMk id="3" creationId="{386EC2AF-ED3B-45EA-AE8E-3072D9CDE5DD}"/>
          </ac:spMkLst>
        </pc:spChg>
      </pc:sldChg>
      <pc:sldChg chg="addSp delSp modSp new del mod modClrScheme chgLayout">
        <pc:chgData name="林俊杰" userId="dcfdc803-95d8-409b-8404-351632be86e2" providerId="ADAL" clId="{3969A837-1445-46DE-AA39-99D8FE97AF62}" dt="2024-09-17T07:17:27.242" v="779" actId="47"/>
        <pc:sldMkLst>
          <pc:docMk/>
          <pc:sldMk cId="1715707782" sldId="274"/>
        </pc:sldMkLst>
        <pc:spChg chg="del mod ord">
          <ac:chgData name="林俊杰" userId="dcfdc803-95d8-409b-8404-351632be86e2" providerId="ADAL" clId="{3969A837-1445-46DE-AA39-99D8FE97AF62}" dt="2024-09-16T13:57:30.951" v="100" actId="700"/>
          <ac:spMkLst>
            <pc:docMk/>
            <pc:sldMk cId="1715707782" sldId="274"/>
            <ac:spMk id="2" creationId="{803BC52F-C5AD-40DE-B44C-8990FF479256}"/>
          </ac:spMkLst>
        </pc:spChg>
        <pc:spChg chg="del mod ord">
          <ac:chgData name="林俊杰" userId="dcfdc803-95d8-409b-8404-351632be86e2" providerId="ADAL" clId="{3969A837-1445-46DE-AA39-99D8FE97AF62}" dt="2024-09-16T13:57:30.951" v="100" actId="700"/>
          <ac:spMkLst>
            <pc:docMk/>
            <pc:sldMk cId="1715707782" sldId="274"/>
            <ac:spMk id="3" creationId="{649778F8-652F-4225-B569-76D046CCEB34}"/>
          </ac:spMkLst>
        </pc:spChg>
        <pc:spChg chg="add mod ord">
          <ac:chgData name="林俊杰" userId="dcfdc803-95d8-409b-8404-351632be86e2" providerId="ADAL" clId="{3969A837-1445-46DE-AA39-99D8FE97AF62}" dt="2024-09-16T13:57:38.505" v="101"/>
          <ac:spMkLst>
            <pc:docMk/>
            <pc:sldMk cId="1715707782" sldId="274"/>
            <ac:spMk id="4" creationId="{51D1F2FB-5AFB-440A-B513-AFC82FE38FC8}"/>
          </ac:spMkLst>
        </pc:spChg>
        <pc:spChg chg="add mod ord">
          <ac:chgData name="林俊杰" userId="dcfdc803-95d8-409b-8404-351632be86e2" providerId="ADAL" clId="{3969A837-1445-46DE-AA39-99D8FE97AF62}" dt="2024-09-16T13:57:30.951" v="100" actId="700"/>
          <ac:spMkLst>
            <pc:docMk/>
            <pc:sldMk cId="1715707782" sldId="274"/>
            <ac:spMk id="5" creationId="{B4D50E08-7071-4C6A-AAF8-D333B23A4661}"/>
          </ac:spMkLst>
        </pc:spChg>
      </pc:sldChg>
      <pc:sldChg chg="modSp add mod">
        <pc:chgData name="林俊杰" userId="dcfdc803-95d8-409b-8404-351632be86e2" providerId="ADAL" clId="{3969A837-1445-46DE-AA39-99D8FE97AF62}" dt="2024-09-17T14:51:22.514" v="1461" actId="403"/>
        <pc:sldMkLst>
          <pc:docMk/>
          <pc:sldMk cId="98459202" sldId="275"/>
        </pc:sldMkLst>
        <pc:spChg chg="mod">
          <ac:chgData name="林俊杰" userId="dcfdc803-95d8-409b-8404-351632be86e2" providerId="ADAL" clId="{3969A837-1445-46DE-AA39-99D8FE97AF62}" dt="2024-09-17T14:51:22.514" v="1461" actId="403"/>
          <ac:spMkLst>
            <pc:docMk/>
            <pc:sldMk cId="98459202" sldId="275"/>
            <ac:spMk id="5" creationId="{72C86033-7386-4026-9A5F-299DF9334663}"/>
          </ac:spMkLst>
        </pc:spChg>
      </pc:sldChg>
      <pc:sldChg chg="addSp delSp modSp new del mod modClrScheme chgLayout">
        <pc:chgData name="林俊杰" userId="dcfdc803-95d8-409b-8404-351632be86e2" providerId="ADAL" clId="{3969A837-1445-46DE-AA39-99D8FE97AF62}" dt="2024-09-17T07:17:43.843" v="780" actId="2696"/>
        <pc:sldMkLst>
          <pc:docMk/>
          <pc:sldMk cId="1542719402" sldId="275"/>
        </pc:sldMkLst>
        <pc:spChg chg="del mod ord">
          <ac:chgData name="林俊杰" userId="dcfdc803-95d8-409b-8404-351632be86e2" providerId="ADAL" clId="{3969A837-1445-46DE-AA39-99D8FE97AF62}" dt="2024-09-17T03:05:45.166" v="104" actId="700"/>
          <ac:spMkLst>
            <pc:docMk/>
            <pc:sldMk cId="1542719402" sldId="275"/>
            <ac:spMk id="2" creationId="{D6CB16AF-E0EF-41A0-ABC2-9DD507834F33}"/>
          </ac:spMkLst>
        </pc:spChg>
        <pc:spChg chg="del mod ord">
          <ac:chgData name="林俊杰" userId="dcfdc803-95d8-409b-8404-351632be86e2" providerId="ADAL" clId="{3969A837-1445-46DE-AA39-99D8FE97AF62}" dt="2024-09-17T03:05:45.166" v="104" actId="700"/>
          <ac:spMkLst>
            <pc:docMk/>
            <pc:sldMk cId="1542719402" sldId="275"/>
            <ac:spMk id="3" creationId="{53DE5817-B9EA-4068-BF1F-2F3608F63B9D}"/>
          </ac:spMkLst>
        </pc:spChg>
        <pc:spChg chg="add mod ord">
          <ac:chgData name="林俊杰" userId="dcfdc803-95d8-409b-8404-351632be86e2" providerId="ADAL" clId="{3969A837-1445-46DE-AA39-99D8FE97AF62}" dt="2024-09-17T03:20:21.252" v="239"/>
          <ac:spMkLst>
            <pc:docMk/>
            <pc:sldMk cId="1542719402" sldId="275"/>
            <ac:spMk id="4" creationId="{19E0ECED-FA90-405A-AAB8-D5F0E60DD8B3}"/>
          </ac:spMkLst>
        </pc:spChg>
        <pc:spChg chg="add mod ord">
          <ac:chgData name="林俊杰" userId="dcfdc803-95d8-409b-8404-351632be86e2" providerId="ADAL" clId="{3969A837-1445-46DE-AA39-99D8FE97AF62}" dt="2024-09-17T03:20:04.789" v="237" actId="20577"/>
          <ac:spMkLst>
            <pc:docMk/>
            <pc:sldMk cId="1542719402" sldId="275"/>
            <ac:spMk id="5" creationId="{72C86033-7386-4026-9A5F-299DF9334663}"/>
          </ac:spMkLst>
        </pc:spChg>
      </pc:sldChg>
      <pc:sldChg chg="modSp new del mod">
        <pc:chgData name="林俊杰" userId="dcfdc803-95d8-409b-8404-351632be86e2" providerId="ADAL" clId="{3969A837-1445-46DE-AA39-99D8FE97AF62}" dt="2024-09-17T07:17:43.843" v="780" actId="2696"/>
        <pc:sldMkLst>
          <pc:docMk/>
          <pc:sldMk cId="2122952121" sldId="276"/>
        </pc:sldMkLst>
        <pc:spChg chg="mod">
          <ac:chgData name="林俊杰" userId="dcfdc803-95d8-409b-8404-351632be86e2" providerId="ADAL" clId="{3969A837-1445-46DE-AA39-99D8FE97AF62}" dt="2024-09-17T03:20:33.383" v="240"/>
          <ac:spMkLst>
            <pc:docMk/>
            <pc:sldMk cId="2122952121" sldId="276"/>
            <ac:spMk id="2" creationId="{F33E9FC9-ACE6-4051-9E26-DEEF81B9AD60}"/>
          </ac:spMkLst>
        </pc:spChg>
        <pc:spChg chg="mod">
          <ac:chgData name="林俊杰" userId="dcfdc803-95d8-409b-8404-351632be86e2" providerId="ADAL" clId="{3969A837-1445-46DE-AA39-99D8FE97AF62}" dt="2024-09-17T03:20:46.343" v="241"/>
          <ac:spMkLst>
            <pc:docMk/>
            <pc:sldMk cId="2122952121" sldId="276"/>
            <ac:spMk id="3" creationId="{57684F4D-3DEB-4A83-A3CC-47CB8FFE46FF}"/>
          </ac:spMkLst>
        </pc:spChg>
      </pc:sldChg>
      <pc:sldChg chg="modSp add mod">
        <pc:chgData name="林俊杰" userId="dcfdc803-95d8-409b-8404-351632be86e2" providerId="ADAL" clId="{3969A837-1445-46DE-AA39-99D8FE97AF62}" dt="2024-09-17T13:35:29.727" v="1427" actId="403"/>
        <pc:sldMkLst>
          <pc:docMk/>
          <pc:sldMk cId="3972887695" sldId="276"/>
        </pc:sldMkLst>
        <pc:spChg chg="mod">
          <ac:chgData name="林俊杰" userId="dcfdc803-95d8-409b-8404-351632be86e2" providerId="ADAL" clId="{3969A837-1445-46DE-AA39-99D8FE97AF62}" dt="2024-09-17T13:35:29.727" v="1427" actId="403"/>
          <ac:spMkLst>
            <pc:docMk/>
            <pc:sldMk cId="3972887695" sldId="276"/>
            <ac:spMk id="3" creationId="{57684F4D-3DEB-4A83-A3CC-47CB8FFE46FF}"/>
          </ac:spMkLst>
        </pc:spChg>
      </pc:sldChg>
      <pc:sldChg chg="addSp delSp modSp new mod">
        <pc:chgData name="林俊杰" userId="dcfdc803-95d8-409b-8404-351632be86e2" providerId="ADAL" clId="{3969A837-1445-46DE-AA39-99D8FE97AF62}" dt="2024-09-17T05:52:37.938" v="327" actId="1076"/>
        <pc:sldMkLst>
          <pc:docMk/>
          <pc:sldMk cId="2467850456" sldId="277"/>
        </pc:sldMkLst>
        <pc:spChg chg="mod">
          <ac:chgData name="林俊杰" userId="dcfdc803-95d8-409b-8404-351632be86e2" providerId="ADAL" clId="{3969A837-1445-46DE-AA39-99D8FE97AF62}" dt="2024-09-17T05:51:20.339" v="307"/>
          <ac:spMkLst>
            <pc:docMk/>
            <pc:sldMk cId="2467850456" sldId="277"/>
            <ac:spMk id="2" creationId="{B0DD5060-0748-4480-8944-3A93B27B80C4}"/>
          </ac:spMkLst>
        </pc:spChg>
        <pc:spChg chg="mod">
          <ac:chgData name="林俊杰" userId="dcfdc803-95d8-409b-8404-351632be86e2" providerId="ADAL" clId="{3969A837-1445-46DE-AA39-99D8FE97AF62}" dt="2024-09-17T05:52:26.816" v="325" actId="20577"/>
          <ac:spMkLst>
            <pc:docMk/>
            <pc:sldMk cId="2467850456" sldId="277"/>
            <ac:spMk id="3" creationId="{7E93EE98-77EA-4A41-85EF-4CEE9C2F3784}"/>
          </ac:spMkLst>
        </pc:spChg>
        <pc:picChg chg="add del mod">
          <ac:chgData name="林俊杰" userId="dcfdc803-95d8-409b-8404-351632be86e2" providerId="ADAL" clId="{3969A837-1445-46DE-AA39-99D8FE97AF62}" dt="2024-09-17T05:52:00.133" v="317" actId="478"/>
          <ac:picMkLst>
            <pc:docMk/>
            <pc:sldMk cId="2467850456" sldId="277"/>
            <ac:picMk id="4" creationId="{0BB928B3-AB11-4BD4-816E-5D6BE0375E5F}"/>
          </ac:picMkLst>
        </pc:picChg>
        <pc:picChg chg="add mod">
          <ac:chgData name="林俊杰" userId="dcfdc803-95d8-409b-8404-351632be86e2" providerId="ADAL" clId="{3969A837-1445-46DE-AA39-99D8FE97AF62}" dt="2024-09-17T05:52:37.938" v="327" actId="1076"/>
          <ac:picMkLst>
            <pc:docMk/>
            <pc:sldMk cId="2467850456" sldId="277"/>
            <ac:picMk id="2050" creationId="{35A8E3E0-E7E1-4E08-B2F9-8F09FEFC427D}"/>
          </ac:picMkLst>
        </pc:picChg>
      </pc:sldChg>
      <pc:sldChg chg="modSp new mod">
        <pc:chgData name="林俊杰" userId="dcfdc803-95d8-409b-8404-351632be86e2" providerId="ADAL" clId="{3969A837-1445-46DE-AA39-99D8FE97AF62}" dt="2024-09-17T08:30:49.499" v="947" actId="27636"/>
        <pc:sldMkLst>
          <pc:docMk/>
          <pc:sldMk cId="1339405360" sldId="278"/>
        </pc:sldMkLst>
        <pc:spChg chg="mod">
          <ac:chgData name="林俊杰" userId="dcfdc803-95d8-409b-8404-351632be86e2" providerId="ADAL" clId="{3969A837-1445-46DE-AA39-99D8FE97AF62}" dt="2024-09-17T06:42:22.206" v="479"/>
          <ac:spMkLst>
            <pc:docMk/>
            <pc:sldMk cId="1339405360" sldId="278"/>
            <ac:spMk id="2" creationId="{3083A25D-9603-4AE8-A1AB-679DAD692B7F}"/>
          </ac:spMkLst>
        </pc:spChg>
        <pc:spChg chg="mod">
          <ac:chgData name="林俊杰" userId="dcfdc803-95d8-409b-8404-351632be86e2" providerId="ADAL" clId="{3969A837-1445-46DE-AA39-99D8FE97AF62}" dt="2024-09-17T08:30:49.499" v="947" actId="27636"/>
          <ac:spMkLst>
            <pc:docMk/>
            <pc:sldMk cId="1339405360" sldId="278"/>
            <ac:spMk id="3" creationId="{430B3145-2F00-4F8F-A4D8-E5A4295CB9D2}"/>
          </ac:spMkLst>
        </pc:spChg>
      </pc:sldChg>
      <pc:sldChg chg="modSp new mod">
        <pc:chgData name="林俊杰" userId="dcfdc803-95d8-409b-8404-351632be86e2" providerId="ADAL" clId="{3969A837-1445-46DE-AA39-99D8FE97AF62}" dt="2024-09-17T07:16:26.155" v="778" actId="20577"/>
        <pc:sldMkLst>
          <pc:docMk/>
          <pc:sldMk cId="3285239164" sldId="279"/>
        </pc:sldMkLst>
        <pc:spChg chg="mod">
          <ac:chgData name="林俊杰" userId="dcfdc803-95d8-409b-8404-351632be86e2" providerId="ADAL" clId="{3969A837-1445-46DE-AA39-99D8FE97AF62}" dt="2024-09-17T06:59:58.504" v="532"/>
          <ac:spMkLst>
            <pc:docMk/>
            <pc:sldMk cId="3285239164" sldId="279"/>
            <ac:spMk id="2" creationId="{98262EF8-CE62-4C0B-BB8E-9CA66656C9F8}"/>
          </ac:spMkLst>
        </pc:spChg>
        <pc:spChg chg="mod">
          <ac:chgData name="林俊杰" userId="dcfdc803-95d8-409b-8404-351632be86e2" providerId="ADAL" clId="{3969A837-1445-46DE-AA39-99D8FE97AF62}" dt="2024-09-17T07:16:26.155" v="778" actId="20577"/>
          <ac:spMkLst>
            <pc:docMk/>
            <pc:sldMk cId="3285239164" sldId="279"/>
            <ac:spMk id="3" creationId="{974204BF-2BC3-4772-BFAB-5D746CA72F4D}"/>
          </ac:spMkLst>
        </pc:spChg>
      </pc:sldChg>
      <pc:sldChg chg="addSp delSp modSp new mod">
        <pc:chgData name="林俊杰" userId="dcfdc803-95d8-409b-8404-351632be86e2" providerId="ADAL" clId="{3969A837-1445-46DE-AA39-99D8FE97AF62}" dt="2024-09-17T08:16:57.390" v="807"/>
        <pc:sldMkLst>
          <pc:docMk/>
          <pc:sldMk cId="3208091541" sldId="280"/>
        </pc:sldMkLst>
        <pc:spChg chg="mod">
          <ac:chgData name="林俊杰" userId="dcfdc803-95d8-409b-8404-351632be86e2" providerId="ADAL" clId="{3969A837-1445-46DE-AA39-99D8FE97AF62}" dt="2024-09-17T08:15:38.779" v="800" actId="5793"/>
          <ac:spMkLst>
            <pc:docMk/>
            <pc:sldMk cId="3208091541" sldId="280"/>
            <ac:spMk id="2" creationId="{38FF8805-F9B2-4B4D-B416-020FDF2BF69D}"/>
          </ac:spMkLst>
        </pc:spChg>
        <pc:spChg chg="mod">
          <ac:chgData name="林俊杰" userId="dcfdc803-95d8-409b-8404-351632be86e2" providerId="ADAL" clId="{3969A837-1445-46DE-AA39-99D8FE97AF62}" dt="2024-09-17T08:15:33.554" v="797"/>
          <ac:spMkLst>
            <pc:docMk/>
            <pc:sldMk cId="3208091541" sldId="280"/>
            <ac:spMk id="3" creationId="{100CC2E7-44D1-4A67-8A32-86C2AF18B5C3}"/>
          </ac:spMkLst>
        </pc:spChg>
        <pc:spChg chg="add del">
          <ac:chgData name="林俊杰" userId="dcfdc803-95d8-409b-8404-351632be86e2" providerId="ADAL" clId="{3969A837-1445-46DE-AA39-99D8FE97AF62}" dt="2024-09-17T08:16:33.383" v="802" actId="22"/>
          <ac:spMkLst>
            <pc:docMk/>
            <pc:sldMk cId="3208091541" sldId="280"/>
            <ac:spMk id="5" creationId="{7FCFA421-A135-45B0-AADE-4CFF2A716AD2}"/>
          </ac:spMkLst>
        </pc:spChg>
        <pc:picChg chg="add mod">
          <ac:chgData name="林俊杰" userId="dcfdc803-95d8-409b-8404-351632be86e2" providerId="ADAL" clId="{3969A837-1445-46DE-AA39-99D8FE97AF62}" dt="2024-09-17T08:16:57.390" v="807"/>
          <ac:picMkLst>
            <pc:docMk/>
            <pc:sldMk cId="3208091541" sldId="280"/>
            <ac:picMk id="3074" creationId="{5AFEB928-9DA8-48C3-BD4D-0995E6857A0E}"/>
          </ac:picMkLst>
        </pc:picChg>
      </pc:sldChg>
      <pc:sldChg chg="addSp delSp modSp new mod">
        <pc:chgData name="林俊杰" userId="dcfdc803-95d8-409b-8404-351632be86e2" providerId="ADAL" clId="{3969A837-1445-46DE-AA39-99D8FE97AF62}" dt="2024-09-17T08:29:46.633" v="942"/>
        <pc:sldMkLst>
          <pc:docMk/>
          <pc:sldMk cId="1520091061" sldId="281"/>
        </pc:sldMkLst>
        <pc:spChg chg="mod">
          <ac:chgData name="林俊杰" userId="dcfdc803-95d8-409b-8404-351632be86e2" providerId="ADAL" clId="{3969A837-1445-46DE-AA39-99D8FE97AF62}" dt="2024-09-17T08:29:46.633" v="942"/>
          <ac:spMkLst>
            <pc:docMk/>
            <pc:sldMk cId="1520091061" sldId="281"/>
            <ac:spMk id="2" creationId="{0B44E853-63A2-468F-A825-C74564BE3243}"/>
          </ac:spMkLst>
        </pc:spChg>
        <pc:spChg chg="mod">
          <ac:chgData name="林俊杰" userId="dcfdc803-95d8-409b-8404-351632be86e2" providerId="ADAL" clId="{3969A837-1445-46DE-AA39-99D8FE97AF62}" dt="2024-09-17T08:29:18.675" v="938" actId="403"/>
          <ac:spMkLst>
            <pc:docMk/>
            <pc:sldMk cId="1520091061" sldId="281"/>
            <ac:spMk id="3" creationId="{F3B0FC81-9753-4141-B2B9-56A536C0D66A}"/>
          </ac:spMkLst>
        </pc:spChg>
        <pc:picChg chg="add mod">
          <ac:chgData name="林俊杰" userId="dcfdc803-95d8-409b-8404-351632be86e2" providerId="ADAL" clId="{3969A837-1445-46DE-AA39-99D8FE97AF62}" dt="2024-09-17T08:29:34.467" v="941" actId="1076"/>
          <ac:picMkLst>
            <pc:docMk/>
            <pc:sldMk cId="1520091061" sldId="281"/>
            <ac:picMk id="4" creationId="{7D0B49C0-A585-472B-85DA-4025CA9BDC34}"/>
          </ac:picMkLst>
        </pc:picChg>
        <pc:picChg chg="add del mod">
          <ac:chgData name="林俊杰" userId="dcfdc803-95d8-409b-8404-351632be86e2" providerId="ADAL" clId="{3969A837-1445-46DE-AA39-99D8FE97AF62}" dt="2024-09-17T08:20:52.432" v="890" actId="478"/>
          <ac:picMkLst>
            <pc:docMk/>
            <pc:sldMk cId="1520091061" sldId="281"/>
            <ac:picMk id="5" creationId="{074D3DE2-AF5B-4CD3-8C26-3C1C3557517D}"/>
          </ac:picMkLst>
        </pc:picChg>
        <pc:picChg chg="add mod">
          <ac:chgData name="林俊杰" userId="dcfdc803-95d8-409b-8404-351632be86e2" providerId="ADAL" clId="{3969A837-1445-46DE-AA39-99D8FE97AF62}" dt="2024-09-17T08:22:17.407" v="933" actId="208"/>
          <ac:picMkLst>
            <pc:docMk/>
            <pc:sldMk cId="1520091061" sldId="281"/>
            <ac:picMk id="6" creationId="{2B878CF7-FD4A-4FF2-8576-DDE390A2B30B}"/>
          </ac:picMkLst>
        </pc:picChg>
        <pc:picChg chg="add mod">
          <ac:chgData name="林俊杰" userId="dcfdc803-95d8-409b-8404-351632be86e2" providerId="ADAL" clId="{3969A837-1445-46DE-AA39-99D8FE97AF62}" dt="2024-09-17T08:29:31.988" v="940" actId="14100"/>
          <ac:picMkLst>
            <pc:docMk/>
            <pc:sldMk cId="1520091061" sldId="281"/>
            <ac:picMk id="7" creationId="{396BB3D5-98CB-49CB-8FE8-820E4C0FB638}"/>
          </ac:picMkLst>
        </pc:picChg>
      </pc:sldChg>
      <pc:sldChg chg="addSp modSp new mod">
        <pc:chgData name="林俊杰" userId="dcfdc803-95d8-409b-8404-351632be86e2" providerId="ADAL" clId="{3969A837-1445-46DE-AA39-99D8FE97AF62}" dt="2024-09-17T08:38:32.858" v="990" actId="1076"/>
        <pc:sldMkLst>
          <pc:docMk/>
          <pc:sldMk cId="2311345764" sldId="282"/>
        </pc:sldMkLst>
        <pc:spChg chg="mod">
          <ac:chgData name="林俊杰" userId="dcfdc803-95d8-409b-8404-351632be86e2" providerId="ADAL" clId="{3969A837-1445-46DE-AA39-99D8FE97AF62}" dt="2024-09-17T08:33:52.072" v="976"/>
          <ac:spMkLst>
            <pc:docMk/>
            <pc:sldMk cId="2311345764" sldId="282"/>
            <ac:spMk id="2" creationId="{57E4E9F4-7821-45C2-9D17-23AE20CEF316}"/>
          </ac:spMkLst>
        </pc:spChg>
        <pc:spChg chg="mod">
          <ac:chgData name="林俊杰" userId="dcfdc803-95d8-409b-8404-351632be86e2" providerId="ADAL" clId="{3969A837-1445-46DE-AA39-99D8FE97AF62}" dt="2024-09-17T08:37:38.852" v="984" actId="113"/>
          <ac:spMkLst>
            <pc:docMk/>
            <pc:sldMk cId="2311345764" sldId="282"/>
            <ac:spMk id="3" creationId="{B76D5EB0-3088-450A-A13B-54AFA8024589}"/>
          </ac:spMkLst>
        </pc:spChg>
        <pc:picChg chg="add mod">
          <ac:chgData name="林俊杰" userId="dcfdc803-95d8-409b-8404-351632be86e2" providerId="ADAL" clId="{3969A837-1445-46DE-AA39-99D8FE97AF62}" dt="2024-09-17T08:38:32.858" v="990" actId="1076"/>
          <ac:picMkLst>
            <pc:docMk/>
            <pc:sldMk cId="2311345764" sldId="282"/>
            <ac:picMk id="5122" creationId="{3545394E-8B62-45DF-891C-1977A7433704}"/>
          </ac:picMkLst>
        </pc:picChg>
      </pc:sldChg>
      <pc:sldChg chg="modSp new mod">
        <pc:chgData name="林俊杰" userId="dcfdc803-95d8-409b-8404-351632be86e2" providerId="ADAL" clId="{3969A837-1445-46DE-AA39-99D8FE97AF62}" dt="2024-09-17T08:50:21.149" v="1146"/>
        <pc:sldMkLst>
          <pc:docMk/>
          <pc:sldMk cId="409716163" sldId="283"/>
        </pc:sldMkLst>
        <pc:spChg chg="mod">
          <ac:chgData name="林俊杰" userId="dcfdc803-95d8-409b-8404-351632be86e2" providerId="ADAL" clId="{3969A837-1445-46DE-AA39-99D8FE97AF62}" dt="2024-09-17T08:43:24.556" v="1024"/>
          <ac:spMkLst>
            <pc:docMk/>
            <pc:sldMk cId="409716163" sldId="283"/>
            <ac:spMk id="2" creationId="{BDE12AE9-D9F9-452A-AC5F-CB8C13724711}"/>
          </ac:spMkLst>
        </pc:spChg>
        <pc:spChg chg="mod">
          <ac:chgData name="林俊杰" userId="dcfdc803-95d8-409b-8404-351632be86e2" providerId="ADAL" clId="{3969A837-1445-46DE-AA39-99D8FE97AF62}" dt="2024-09-17T08:50:21.149" v="1146"/>
          <ac:spMkLst>
            <pc:docMk/>
            <pc:sldMk cId="409716163" sldId="283"/>
            <ac:spMk id="3" creationId="{E55C502A-0700-4BCF-98DD-462E104E8CD7}"/>
          </ac:spMkLst>
        </pc:spChg>
      </pc:sldChg>
      <pc:sldChg chg="addSp delSp modSp new mod chgLayout">
        <pc:chgData name="林俊杰" userId="dcfdc803-95d8-409b-8404-351632be86e2" providerId="ADAL" clId="{3969A837-1445-46DE-AA39-99D8FE97AF62}" dt="2024-09-17T14:49:29.334" v="1438" actId="14100"/>
        <pc:sldMkLst>
          <pc:docMk/>
          <pc:sldMk cId="1853707520" sldId="284"/>
        </pc:sldMkLst>
        <pc:spChg chg="mod ord">
          <ac:chgData name="林俊杰" userId="dcfdc803-95d8-409b-8404-351632be86e2" providerId="ADAL" clId="{3969A837-1445-46DE-AA39-99D8FE97AF62}" dt="2024-09-17T14:49:25.398" v="1437" actId="6264"/>
          <ac:spMkLst>
            <pc:docMk/>
            <pc:sldMk cId="1853707520" sldId="284"/>
            <ac:spMk id="2" creationId="{426E3E71-234D-4B93-B462-DC4FC692659F}"/>
          </ac:spMkLst>
        </pc:spChg>
        <pc:spChg chg="mod ord">
          <ac:chgData name="林俊杰" userId="dcfdc803-95d8-409b-8404-351632be86e2" providerId="ADAL" clId="{3969A837-1445-46DE-AA39-99D8FE97AF62}" dt="2024-09-17T14:49:29.334" v="1438" actId="14100"/>
          <ac:spMkLst>
            <pc:docMk/>
            <pc:sldMk cId="1853707520" sldId="284"/>
            <ac:spMk id="3" creationId="{73468DF2-1071-4BD7-B7B2-A58326B4C849}"/>
          </ac:spMkLst>
        </pc:spChg>
        <pc:spChg chg="add del mod">
          <ac:chgData name="林俊杰" userId="dcfdc803-95d8-409b-8404-351632be86e2" providerId="ADAL" clId="{3969A837-1445-46DE-AA39-99D8FE97AF62}" dt="2024-09-17T14:49:25.398" v="1437" actId="6264"/>
          <ac:spMkLst>
            <pc:docMk/>
            <pc:sldMk cId="1853707520" sldId="284"/>
            <ac:spMk id="4" creationId="{4073A0C3-CB54-437D-A2EB-FE7394125FBA}"/>
          </ac:spMkLst>
        </pc:spChg>
        <pc:spChg chg="add del mod">
          <ac:chgData name="林俊杰" userId="dcfdc803-95d8-409b-8404-351632be86e2" providerId="ADAL" clId="{3969A837-1445-46DE-AA39-99D8FE97AF62}" dt="2024-09-17T14:49:25.398" v="1437" actId="6264"/>
          <ac:spMkLst>
            <pc:docMk/>
            <pc:sldMk cId="1853707520" sldId="284"/>
            <ac:spMk id="5" creationId="{D5DECB7B-FCC4-4638-8C74-08FA82F92D14}"/>
          </ac:spMkLst>
        </pc:spChg>
        <pc:picChg chg="add mod">
          <ac:chgData name="林俊杰" userId="dcfdc803-95d8-409b-8404-351632be86e2" providerId="ADAL" clId="{3969A837-1445-46DE-AA39-99D8FE97AF62}" dt="2024-09-17T13:28:25.166" v="1359" actId="1076"/>
          <ac:picMkLst>
            <pc:docMk/>
            <pc:sldMk cId="1853707520" sldId="284"/>
            <ac:picMk id="8194" creationId="{8F5DB2BD-515F-4DEA-8B73-C0DEB4C8615A}"/>
          </ac:picMkLst>
        </pc:picChg>
      </pc:sldChg>
      <pc:sldChg chg="modSp new del mod">
        <pc:chgData name="林俊杰" userId="dcfdc803-95d8-409b-8404-351632be86e2" providerId="ADAL" clId="{3969A837-1445-46DE-AA39-99D8FE97AF62}" dt="2024-09-17T10:06:32.425" v="1197" actId="47"/>
        <pc:sldMkLst>
          <pc:docMk/>
          <pc:sldMk cId="2585227462" sldId="284"/>
        </pc:sldMkLst>
        <pc:spChg chg="mod">
          <ac:chgData name="林俊杰" userId="dcfdc803-95d8-409b-8404-351632be86e2" providerId="ADAL" clId="{3969A837-1445-46DE-AA39-99D8FE97AF62}" dt="2024-09-17T10:04:40.067" v="1173"/>
          <ac:spMkLst>
            <pc:docMk/>
            <pc:sldMk cId="2585227462" sldId="284"/>
            <ac:spMk id="2" creationId="{AD86D3CD-CABB-4173-AC26-342BD537FE9C}"/>
          </ac:spMkLst>
        </pc:spChg>
        <pc:spChg chg="mod">
          <ac:chgData name="林俊杰" userId="dcfdc803-95d8-409b-8404-351632be86e2" providerId="ADAL" clId="{3969A837-1445-46DE-AA39-99D8FE97AF62}" dt="2024-09-17T10:05:09.129" v="1179" actId="21"/>
          <ac:spMkLst>
            <pc:docMk/>
            <pc:sldMk cId="2585227462" sldId="284"/>
            <ac:spMk id="3" creationId="{E1A69D39-1CFE-43CC-9F00-2F19AE1A73AB}"/>
          </ac:spMkLst>
        </pc:spChg>
      </pc:sldChg>
      <pc:sldChg chg="addSp modSp new mod">
        <pc:chgData name="林俊杰" userId="dcfdc803-95d8-409b-8404-351632be86e2" providerId="ADAL" clId="{3969A837-1445-46DE-AA39-99D8FE97AF62}" dt="2024-09-17T13:32:12.643" v="1414" actId="1440"/>
        <pc:sldMkLst>
          <pc:docMk/>
          <pc:sldMk cId="3452818889" sldId="285"/>
        </pc:sldMkLst>
        <pc:spChg chg="mod">
          <ac:chgData name="林俊杰" userId="dcfdc803-95d8-409b-8404-351632be86e2" providerId="ADAL" clId="{3969A837-1445-46DE-AA39-99D8FE97AF62}" dt="2024-09-17T13:30:23.984" v="1405" actId="20577"/>
          <ac:spMkLst>
            <pc:docMk/>
            <pc:sldMk cId="3452818889" sldId="285"/>
            <ac:spMk id="2" creationId="{7CBA9904-CF91-4AC7-BA34-B13C7C4568DC}"/>
          </ac:spMkLst>
        </pc:spChg>
        <pc:spChg chg="mod">
          <ac:chgData name="林俊杰" userId="dcfdc803-95d8-409b-8404-351632be86e2" providerId="ADAL" clId="{3969A837-1445-46DE-AA39-99D8FE97AF62}" dt="2024-09-17T13:31:51.739" v="1410" actId="15"/>
          <ac:spMkLst>
            <pc:docMk/>
            <pc:sldMk cId="3452818889" sldId="285"/>
            <ac:spMk id="3" creationId="{995019E3-0906-420C-B22D-CF7C51169D0C}"/>
          </ac:spMkLst>
        </pc:spChg>
        <pc:picChg chg="add mod">
          <ac:chgData name="林俊杰" userId="dcfdc803-95d8-409b-8404-351632be86e2" providerId="ADAL" clId="{3969A837-1445-46DE-AA39-99D8FE97AF62}" dt="2024-09-17T13:32:12.643" v="1414" actId="1440"/>
          <ac:picMkLst>
            <pc:docMk/>
            <pc:sldMk cId="3452818889" sldId="285"/>
            <ac:picMk id="9218" creationId="{2C615A1A-EBD0-453D-B612-205FE0C9B32C}"/>
          </ac:picMkLst>
        </pc:picChg>
      </pc:sldChg>
      <pc:sldChg chg="addSp modSp new mod">
        <pc:chgData name="林俊杰" userId="dcfdc803-95d8-409b-8404-351632be86e2" providerId="ADAL" clId="{3969A837-1445-46DE-AA39-99D8FE97AF62}" dt="2024-09-17T15:19:55.751" v="1528" actId="113"/>
        <pc:sldMkLst>
          <pc:docMk/>
          <pc:sldMk cId="4025548403" sldId="286"/>
        </pc:sldMkLst>
        <pc:spChg chg="mod">
          <ac:chgData name="林俊杰" userId="dcfdc803-95d8-409b-8404-351632be86e2" providerId="ADAL" clId="{3969A837-1445-46DE-AA39-99D8FE97AF62}" dt="2024-09-17T14:56:29.596" v="1463"/>
          <ac:spMkLst>
            <pc:docMk/>
            <pc:sldMk cId="4025548403" sldId="286"/>
            <ac:spMk id="2" creationId="{92D784A5-815F-473A-AA0E-D2E379ECD155}"/>
          </ac:spMkLst>
        </pc:spChg>
        <pc:spChg chg="mod">
          <ac:chgData name="林俊杰" userId="dcfdc803-95d8-409b-8404-351632be86e2" providerId="ADAL" clId="{3969A837-1445-46DE-AA39-99D8FE97AF62}" dt="2024-09-17T15:19:55.751" v="1528" actId="113"/>
          <ac:spMkLst>
            <pc:docMk/>
            <pc:sldMk cId="4025548403" sldId="286"/>
            <ac:spMk id="3" creationId="{50CC4E59-EA40-447E-8F6B-649B16981078}"/>
          </ac:spMkLst>
        </pc:spChg>
        <pc:picChg chg="add mod">
          <ac:chgData name="林俊杰" userId="dcfdc803-95d8-409b-8404-351632be86e2" providerId="ADAL" clId="{3969A837-1445-46DE-AA39-99D8FE97AF62}" dt="2024-09-17T15:19:40.789" v="1526" actId="1440"/>
          <ac:picMkLst>
            <pc:docMk/>
            <pc:sldMk cId="4025548403" sldId="286"/>
            <ac:picMk id="10242" creationId="{6226926E-12F4-41FB-A573-274FE86A107D}"/>
          </ac:picMkLst>
        </pc:picChg>
      </pc:sldChg>
      <pc:sldMasterChg chg="del delSldLayout">
        <pc:chgData name="林俊杰" userId="dcfdc803-95d8-409b-8404-351632be86e2" providerId="ADAL" clId="{3969A837-1445-46DE-AA39-99D8FE97AF62}" dt="2024-09-16T13:57:40.953" v="102" actId="47"/>
        <pc:sldMasterMkLst>
          <pc:docMk/>
          <pc:sldMasterMk cId="3020739353" sldId="2147483857"/>
        </pc:sldMasterMkLst>
        <pc:sldLayoutChg chg="del">
          <pc:chgData name="林俊杰" userId="dcfdc803-95d8-409b-8404-351632be86e2" providerId="ADAL" clId="{3969A837-1445-46DE-AA39-99D8FE97AF62}" dt="2024-09-16T13:57:40.953" v="102" actId="47"/>
          <pc:sldLayoutMkLst>
            <pc:docMk/>
            <pc:sldMasterMk cId="3020739353" sldId="2147483857"/>
            <pc:sldLayoutMk cId="2425825439" sldId="2147483858"/>
          </pc:sldLayoutMkLst>
        </pc:sldLayoutChg>
        <pc:sldLayoutChg chg="del">
          <pc:chgData name="林俊杰" userId="dcfdc803-95d8-409b-8404-351632be86e2" providerId="ADAL" clId="{3969A837-1445-46DE-AA39-99D8FE97AF62}" dt="2024-09-16T13:57:40.953" v="102" actId="47"/>
          <pc:sldLayoutMkLst>
            <pc:docMk/>
            <pc:sldMasterMk cId="3020739353" sldId="2147483857"/>
            <pc:sldLayoutMk cId="3371913046" sldId="2147483859"/>
          </pc:sldLayoutMkLst>
        </pc:sldLayoutChg>
        <pc:sldLayoutChg chg="del">
          <pc:chgData name="林俊杰" userId="dcfdc803-95d8-409b-8404-351632be86e2" providerId="ADAL" clId="{3969A837-1445-46DE-AA39-99D8FE97AF62}" dt="2024-09-16T13:57:40.953" v="102" actId="47"/>
          <pc:sldLayoutMkLst>
            <pc:docMk/>
            <pc:sldMasterMk cId="3020739353" sldId="2147483857"/>
            <pc:sldLayoutMk cId="670905004" sldId="2147483860"/>
          </pc:sldLayoutMkLst>
        </pc:sldLayoutChg>
        <pc:sldLayoutChg chg="del">
          <pc:chgData name="林俊杰" userId="dcfdc803-95d8-409b-8404-351632be86e2" providerId="ADAL" clId="{3969A837-1445-46DE-AA39-99D8FE97AF62}" dt="2024-09-16T13:57:40.953" v="102" actId="47"/>
          <pc:sldLayoutMkLst>
            <pc:docMk/>
            <pc:sldMasterMk cId="3020739353" sldId="2147483857"/>
            <pc:sldLayoutMk cId="1138485120" sldId="2147483861"/>
          </pc:sldLayoutMkLst>
        </pc:sldLayoutChg>
        <pc:sldLayoutChg chg="del">
          <pc:chgData name="林俊杰" userId="dcfdc803-95d8-409b-8404-351632be86e2" providerId="ADAL" clId="{3969A837-1445-46DE-AA39-99D8FE97AF62}" dt="2024-09-16T13:57:40.953" v="102" actId="47"/>
          <pc:sldLayoutMkLst>
            <pc:docMk/>
            <pc:sldMasterMk cId="3020739353" sldId="2147483857"/>
            <pc:sldLayoutMk cId="1297159720" sldId="2147483862"/>
          </pc:sldLayoutMkLst>
        </pc:sldLayoutChg>
        <pc:sldLayoutChg chg="del">
          <pc:chgData name="林俊杰" userId="dcfdc803-95d8-409b-8404-351632be86e2" providerId="ADAL" clId="{3969A837-1445-46DE-AA39-99D8FE97AF62}" dt="2024-09-16T13:57:40.953" v="102" actId="47"/>
          <pc:sldLayoutMkLst>
            <pc:docMk/>
            <pc:sldMasterMk cId="3020739353" sldId="2147483857"/>
            <pc:sldLayoutMk cId="3358523465" sldId="2147483863"/>
          </pc:sldLayoutMkLst>
        </pc:sldLayoutChg>
        <pc:sldLayoutChg chg="del">
          <pc:chgData name="林俊杰" userId="dcfdc803-95d8-409b-8404-351632be86e2" providerId="ADAL" clId="{3969A837-1445-46DE-AA39-99D8FE97AF62}" dt="2024-09-16T13:57:40.953" v="102" actId="47"/>
          <pc:sldLayoutMkLst>
            <pc:docMk/>
            <pc:sldMasterMk cId="3020739353" sldId="2147483857"/>
            <pc:sldLayoutMk cId="1058040645" sldId="2147483864"/>
          </pc:sldLayoutMkLst>
        </pc:sldLayoutChg>
        <pc:sldLayoutChg chg="del">
          <pc:chgData name="林俊杰" userId="dcfdc803-95d8-409b-8404-351632be86e2" providerId="ADAL" clId="{3969A837-1445-46DE-AA39-99D8FE97AF62}" dt="2024-09-16T13:57:40.953" v="102" actId="47"/>
          <pc:sldLayoutMkLst>
            <pc:docMk/>
            <pc:sldMasterMk cId="3020739353" sldId="2147483857"/>
            <pc:sldLayoutMk cId="468000228" sldId="2147483865"/>
          </pc:sldLayoutMkLst>
        </pc:sldLayoutChg>
        <pc:sldLayoutChg chg="del">
          <pc:chgData name="林俊杰" userId="dcfdc803-95d8-409b-8404-351632be86e2" providerId="ADAL" clId="{3969A837-1445-46DE-AA39-99D8FE97AF62}" dt="2024-09-16T13:57:40.953" v="102" actId="47"/>
          <pc:sldLayoutMkLst>
            <pc:docMk/>
            <pc:sldMasterMk cId="3020739353" sldId="2147483857"/>
            <pc:sldLayoutMk cId="374716734" sldId="2147483866"/>
          </pc:sldLayoutMkLst>
        </pc:sldLayoutChg>
        <pc:sldLayoutChg chg="del">
          <pc:chgData name="林俊杰" userId="dcfdc803-95d8-409b-8404-351632be86e2" providerId="ADAL" clId="{3969A837-1445-46DE-AA39-99D8FE97AF62}" dt="2024-09-16T13:57:40.953" v="102" actId="47"/>
          <pc:sldLayoutMkLst>
            <pc:docMk/>
            <pc:sldMasterMk cId="3020739353" sldId="2147483857"/>
            <pc:sldLayoutMk cId="173633540" sldId="2147483867"/>
          </pc:sldLayoutMkLst>
        </pc:sldLayoutChg>
        <pc:sldLayoutChg chg="del">
          <pc:chgData name="林俊杰" userId="dcfdc803-95d8-409b-8404-351632be86e2" providerId="ADAL" clId="{3969A837-1445-46DE-AA39-99D8FE97AF62}" dt="2024-09-16T13:57:40.953" v="102" actId="47"/>
          <pc:sldLayoutMkLst>
            <pc:docMk/>
            <pc:sldMasterMk cId="3020739353" sldId="2147483857"/>
            <pc:sldLayoutMk cId="376655275" sldId="2147483868"/>
          </pc:sldLayoutMkLst>
        </pc:sldLayoutChg>
        <pc:sldLayoutChg chg="del">
          <pc:chgData name="林俊杰" userId="dcfdc803-95d8-409b-8404-351632be86e2" providerId="ADAL" clId="{3969A837-1445-46DE-AA39-99D8FE97AF62}" dt="2024-09-16T13:57:40.953" v="102" actId="47"/>
          <pc:sldLayoutMkLst>
            <pc:docMk/>
            <pc:sldMasterMk cId="3020739353" sldId="2147483857"/>
            <pc:sldLayoutMk cId="1174069014" sldId="2147483869"/>
          </pc:sldLayoutMkLst>
        </pc:sldLayoutChg>
        <pc:sldLayoutChg chg="del">
          <pc:chgData name="林俊杰" userId="dcfdc803-95d8-409b-8404-351632be86e2" providerId="ADAL" clId="{3969A837-1445-46DE-AA39-99D8FE97AF62}" dt="2024-09-16T13:57:40.953" v="102" actId="47"/>
          <pc:sldLayoutMkLst>
            <pc:docMk/>
            <pc:sldMasterMk cId="3020739353" sldId="2147483857"/>
            <pc:sldLayoutMk cId="1036783120" sldId="2147483870"/>
          </pc:sldLayoutMkLst>
        </pc:sldLayoutChg>
        <pc:sldLayoutChg chg="del">
          <pc:chgData name="林俊杰" userId="dcfdc803-95d8-409b-8404-351632be86e2" providerId="ADAL" clId="{3969A837-1445-46DE-AA39-99D8FE97AF62}" dt="2024-09-16T13:57:40.953" v="102" actId="47"/>
          <pc:sldLayoutMkLst>
            <pc:docMk/>
            <pc:sldMasterMk cId="3020739353" sldId="2147483857"/>
            <pc:sldLayoutMk cId="3982422732" sldId="2147483871"/>
          </pc:sldLayoutMkLst>
        </pc:sldLayoutChg>
        <pc:sldLayoutChg chg="del">
          <pc:chgData name="林俊杰" userId="dcfdc803-95d8-409b-8404-351632be86e2" providerId="ADAL" clId="{3969A837-1445-46DE-AA39-99D8FE97AF62}" dt="2024-09-16T13:57:40.953" v="102" actId="47"/>
          <pc:sldLayoutMkLst>
            <pc:docMk/>
            <pc:sldMasterMk cId="3020739353" sldId="2147483857"/>
            <pc:sldLayoutMk cId="2090737861" sldId="2147483872"/>
          </pc:sldLayoutMkLst>
        </pc:sldLayoutChg>
        <pc:sldLayoutChg chg="del">
          <pc:chgData name="林俊杰" userId="dcfdc803-95d8-409b-8404-351632be86e2" providerId="ADAL" clId="{3969A837-1445-46DE-AA39-99D8FE97AF62}" dt="2024-09-16T13:57:40.953" v="102" actId="47"/>
          <pc:sldLayoutMkLst>
            <pc:docMk/>
            <pc:sldMasterMk cId="3020739353" sldId="2147483857"/>
            <pc:sldLayoutMk cId="3124088813" sldId="2147483873"/>
          </pc:sldLayoutMkLst>
        </pc:sldLayoutChg>
      </pc:sldMasterChg>
    </pc:docChg>
  </pc:docChgLst>
  <pc:docChgLst>
    <pc:chgData name="林俊杰" userId="S::leonjye@ntub.edu.tw::dcfdc803-95d8-409b-8404-351632be86e2" providerId="AD" clId="Web-{ADDC1A09-ADB6-7AF6-BC13-D606F8BA7F9A}"/>
    <pc:docChg chg="modSld">
      <pc:chgData name="林俊杰" userId="S::leonjye@ntub.edu.tw::dcfdc803-95d8-409b-8404-351632be86e2" providerId="AD" clId="Web-{ADDC1A09-ADB6-7AF6-BC13-D606F8BA7F9A}" dt="2024-09-17T06:17:16.088" v="39" actId="20577"/>
      <pc:docMkLst>
        <pc:docMk/>
      </pc:docMkLst>
      <pc:sldChg chg="modSp">
        <pc:chgData name="林俊杰" userId="S::leonjye@ntub.edu.tw::dcfdc803-95d8-409b-8404-351632be86e2" providerId="AD" clId="Web-{ADDC1A09-ADB6-7AF6-BC13-D606F8BA7F9A}" dt="2024-09-17T06:14:59.100" v="14" actId="1076"/>
        <pc:sldMkLst>
          <pc:docMk/>
          <pc:sldMk cId="2972004332" sldId="258"/>
        </pc:sldMkLst>
        <pc:spChg chg="mod">
          <ac:chgData name="林俊杰" userId="S::leonjye@ntub.edu.tw::dcfdc803-95d8-409b-8404-351632be86e2" providerId="AD" clId="Web-{ADDC1A09-ADB6-7AF6-BC13-D606F8BA7F9A}" dt="2024-09-17T06:14:56.194" v="13" actId="20577"/>
          <ac:spMkLst>
            <pc:docMk/>
            <pc:sldMk cId="2972004332" sldId="258"/>
            <ac:spMk id="3" creationId="{9582D016-76CC-74E3-2124-9730FC8CAE47}"/>
          </ac:spMkLst>
        </pc:spChg>
        <pc:grpChg chg="mod">
          <ac:chgData name="林俊杰" userId="S::leonjye@ntub.edu.tw::dcfdc803-95d8-409b-8404-351632be86e2" providerId="AD" clId="Web-{ADDC1A09-ADB6-7AF6-BC13-D606F8BA7F9A}" dt="2024-09-17T06:14:59.100" v="14" actId="1076"/>
          <ac:grpSpMkLst>
            <pc:docMk/>
            <pc:sldMk cId="2972004332" sldId="258"/>
            <ac:grpSpMk id="7" creationId="{157F3C57-AF98-B18E-C13B-27BCC781F0BE}"/>
          </ac:grpSpMkLst>
        </pc:grpChg>
      </pc:sldChg>
      <pc:sldChg chg="modSp">
        <pc:chgData name="林俊杰" userId="S::leonjye@ntub.edu.tw::dcfdc803-95d8-409b-8404-351632be86e2" providerId="AD" clId="Web-{ADDC1A09-ADB6-7AF6-BC13-D606F8BA7F9A}" dt="2024-09-17T06:15:22.601" v="17" actId="1076"/>
        <pc:sldMkLst>
          <pc:docMk/>
          <pc:sldMk cId="3467666066" sldId="259"/>
        </pc:sldMkLst>
        <pc:spChg chg="mod">
          <ac:chgData name="林俊杰" userId="S::leonjye@ntub.edu.tw::dcfdc803-95d8-409b-8404-351632be86e2" providerId="AD" clId="Web-{ADDC1A09-ADB6-7AF6-BC13-D606F8BA7F9A}" dt="2024-09-17T06:15:20.398" v="16" actId="14100"/>
          <ac:spMkLst>
            <pc:docMk/>
            <pc:sldMk cId="3467666066" sldId="259"/>
            <ac:spMk id="3" creationId="{F6D7AD48-33A2-48A9-6BB7-460DE72C6BAB}"/>
          </ac:spMkLst>
        </pc:spChg>
        <pc:picChg chg="mod">
          <ac:chgData name="林俊杰" userId="S::leonjye@ntub.edu.tw::dcfdc803-95d8-409b-8404-351632be86e2" providerId="AD" clId="Web-{ADDC1A09-ADB6-7AF6-BC13-D606F8BA7F9A}" dt="2024-09-17T06:15:22.601" v="17" actId="1076"/>
          <ac:picMkLst>
            <pc:docMk/>
            <pc:sldMk cId="3467666066" sldId="259"/>
            <ac:picMk id="5" creationId="{251EADAA-220D-6473-43C1-BB44F120713B}"/>
          </ac:picMkLst>
        </pc:picChg>
      </pc:sldChg>
      <pc:sldChg chg="addSp modSp">
        <pc:chgData name="林俊杰" userId="S::leonjye@ntub.edu.tw::dcfdc803-95d8-409b-8404-351632be86e2" providerId="AD" clId="Web-{ADDC1A09-ADB6-7AF6-BC13-D606F8BA7F9A}" dt="2024-09-17T06:17:16.088" v="39" actId="20577"/>
        <pc:sldMkLst>
          <pc:docMk/>
          <pc:sldMk cId="1887958792" sldId="260"/>
        </pc:sldMkLst>
        <pc:spChg chg="mod">
          <ac:chgData name="林俊杰" userId="S::leonjye@ntub.edu.tw::dcfdc803-95d8-409b-8404-351632be86e2" providerId="AD" clId="Web-{ADDC1A09-ADB6-7AF6-BC13-D606F8BA7F9A}" dt="2024-09-17T06:15:44.539" v="20" actId="20577"/>
          <ac:spMkLst>
            <pc:docMk/>
            <pc:sldMk cId="1887958792" sldId="260"/>
            <ac:spMk id="3" creationId="{F184D7EF-61D7-3408-D685-26B02B8E6696}"/>
          </ac:spMkLst>
        </pc:spChg>
        <pc:spChg chg="add mod">
          <ac:chgData name="林俊杰" userId="S::leonjye@ntub.edu.tw::dcfdc803-95d8-409b-8404-351632be86e2" providerId="AD" clId="Web-{ADDC1A09-ADB6-7AF6-BC13-D606F8BA7F9A}" dt="2024-09-17T06:17:16.088" v="39" actId="20577"/>
          <ac:spMkLst>
            <pc:docMk/>
            <pc:sldMk cId="1887958792" sldId="260"/>
            <ac:spMk id="4" creationId="{B8A2E3B1-9830-7B1E-DC85-62FF63684128}"/>
          </ac:spMkLst>
        </pc:spChg>
        <pc:picChg chg="mod">
          <ac:chgData name="林俊杰" userId="S::leonjye@ntub.edu.tw::dcfdc803-95d8-409b-8404-351632be86e2" providerId="AD" clId="Web-{ADDC1A09-ADB6-7AF6-BC13-D606F8BA7F9A}" dt="2024-09-17T06:15:40.289" v="19" actId="1076"/>
          <ac:picMkLst>
            <pc:docMk/>
            <pc:sldMk cId="1887958792" sldId="260"/>
            <ac:picMk id="1026" creationId="{3B847E54-B047-4B9D-A1F7-7C65ECE349A2}"/>
          </ac:picMkLst>
        </pc:picChg>
      </pc:sldChg>
      <pc:sldChg chg="modSp">
        <pc:chgData name="林俊杰" userId="S::leonjye@ntub.edu.tw::dcfdc803-95d8-409b-8404-351632be86e2" providerId="AD" clId="Web-{ADDC1A09-ADB6-7AF6-BC13-D606F8BA7F9A}" dt="2024-09-17T06:14:33.037" v="5" actId="20577"/>
        <pc:sldMkLst>
          <pc:docMk/>
          <pc:sldMk cId="2467850456" sldId="277"/>
        </pc:sldMkLst>
        <pc:spChg chg="mod">
          <ac:chgData name="林俊杰" userId="S::leonjye@ntub.edu.tw::dcfdc803-95d8-409b-8404-351632be86e2" providerId="AD" clId="Web-{ADDC1A09-ADB6-7AF6-BC13-D606F8BA7F9A}" dt="2024-09-17T06:14:33.037" v="5" actId="20577"/>
          <ac:spMkLst>
            <pc:docMk/>
            <pc:sldMk cId="2467850456" sldId="277"/>
            <ac:spMk id="3" creationId="{7E93EE98-77EA-4A41-85EF-4CEE9C2F3784}"/>
          </ac:spMkLst>
        </pc:spChg>
        <pc:picChg chg="mod">
          <ac:chgData name="林俊杰" userId="S::leonjye@ntub.edu.tw::dcfdc803-95d8-409b-8404-351632be86e2" providerId="AD" clId="Web-{ADDC1A09-ADB6-7AF6-BC13-D606F8BA7F9A}" dt="2024-09-17T06:14:28.240" v="3" actId="1076"/>
          <ac:picMkLst>
            <pc:docMk/>
            <pc:sldMk cId="2467850456" sldId="277"/>
            <ac:picMk id="2050" creationId="{35A8E3E0-E7E1-4E08-B2F9-8F09FEFC427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3639-CBA6-5844-87D9-AF85D73CA171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72E4636-E25C-ED42-A941-BD84DD5D974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85995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3639-CBA6-5844-87D9-AF85D73CA171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E4636-E25C-ED42-A941-BD84DD5D974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1092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3639-CBA6-5844-87D9-AF85D73CA171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72E4636-E25C-ED42-A941-BD84DD5D974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0266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3639-CBA6-5844-87D9-AF85D73CA171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72E4636-E25C-ED42-A941-BD84DD5D974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08558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3639-CBA6-5844-87D9-AF85D73CA171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72E4636-E25C-ED42-A941-BD84DD5D974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59738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3639-CBA6-5844-87D9-AF85D73CA171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E4636-E25C-ED42-A941-BD84DD5D974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74349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3639-CBA6-5844-87D9-AF85D73CA171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E4636-E25C-ED42-A941-BD84DD5D974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39198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3639-CBA6-5844-87D9-AF85D73CA171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E4636-E25C-ED42-A941-BD84DD5D974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80321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3639-CBA6-5844-87D9-AF85D73CA171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72E4636-E25C-ED42-A941-BD84DD5D974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6477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3639-CBA6-5844-87D9-AF85D73CA171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72E4636-E25C-ED42-A941-BD84DD5D974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33643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3639-CBA6-5844-87D9-AF85D73CA171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72E4636-E25C-ED42-A941-BD84DD5D9748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4283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3639-CBA6-5844-87D9-AF85D73CA171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72E4636-E25C-ED42-A941-BD84DD5D974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4832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3639-CBA6-5844-87D9-AF85D73CA171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72E4636-E25C-ED42-A941-BD84DD5D9748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6148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3639-CBA6-5844-87D9-AF85D73CA171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72E4636-E25C-ED42-A941-BD84DD5D974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321366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3639-CBA6-5844-87D9-AF85D73CA171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E4636-E25C-ED42-A941-BD84DD5D974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95119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3639-CBA6-5844-87D9-AF85D73CA171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E4636-E25C-ED42-A941-BD84DD5D974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366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13639-CBA6-5844-87D9-AF85D73CA171}" type="datetimeFigureOut">
              <a:rPr kumimoji="1" lang="zh-TW" altLang="en-US" smtClean="0"/>
              <a:t>2024/9/18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72E4636-E25C-ED42-A941-BD84DD5D974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2718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04" r:id="rId13"/>
    <p:sldLayoutId id="2147483905" r:id="rId14"/>
    <p:sldLayoutId id="2147483906" r:id="rId15"/>
    <p:sldLayoutId id="214748390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4.15004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D4BD99-4055-F467-D803-82D3B1DC2C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TW" sz="4800" dirty="0"/>
              <a:t>What are Large Language Models</a:t>
            </a:r>
            <a:endParaRPr kumimoji="1" lang="zh-TW" altLang="en-US" sz="48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7A03FF0-A67A-4EE9-4A5A-8596A90548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TW" dirty="0"/>
              <a:t>Chun-</a:t>
            </a:r>
            <a:r>
              <a:rPr kumimoji="1" lang="en-US" altLang="zh-TW" dirty="0" err="1"/>
              <a:t>Chieh</a:t>
            </a:r>
            <a:r>
              <a:rPr kumimoji="1" lang="en-US" altLang="zh-TW" dirty="0"/>
              <a:t> Lin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0498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BA9904-CF91-4AC7-BA34-B13C7C456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Book reading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5019E3-0906-420C-B22D-CF7C51169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Building LLMs for Production</a:t>
            </a:r>
          </a:p>
          <a:p>
            <a:pPr lvl="1"/>
            <a:r>
              <a:rPr lang="en-US" altLang="zh-TW" dirty="0"/>
              <a:t>by Louis-Francois Bouchard, Louie Peters</a:t>
            </a:r>
          </a:p>
          <a:p>
            <a:r>
              <a:rPr lang="en-US" altLang="zh-TW" dirty="0"/>
              <a:t>Released May 2024</a:t>
            </a:r>
          </a:p>
          <a:p>
            <a:r>
              <a:rPr lang="en-US" altLang="zh-TW" dirty="0"/>
              <a:t>Publisher(s): Towards AI</a:t>
            </a:r>
          </a:p>
          <a:p>
            <a:r>
              <a:rPr lang="en-US" altLang="zh-TW" dirty="0"/>
              <a:t>ISBN: 9798324731472</a:t>
            </a:r>
            <a:endParaRPr lang="zh-TW" altLang="en-US" dirty="0"/>
          </a:p>
        </p:txBody>
      </p:sp>
      <p:pic>
        <p:nvPicPr>
          <p:cNvPr id="9218" name="Picture 2" descr="Building LLMs for Production">
            <a:extLst>
              <a:ext uri="{FF2B5EF4-FFF2-40B4-BE49-F238E27FC236}">
                <a16:creationId xmlns:a16="http://schemas.microsoft.com/office/drawing/2014/main" id="{2C615A1A-EBD0-453D-B612-205FE0C9B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4445" y="946778"/>
            <a:ext cx="3522372" cy="51708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818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6529B1-C673-5F4B-3779-30A0299DE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9535152" cy="1280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kumimoji="1" lang="en" altLang="zh-TW" dirty="0">
                <a:ea typeface="微軟正黑體"/>
              </a:rPr>
              <a:t>What are Large Language Models</a:t>
            </a:r>
            <a:br>
              <a:rPr lang="en" altLang="zh-TW" dirty="0"/>
            </a:br>
            <a:r>
              <a:rPr kumimoji="1" lang="en" altLang="zh-TW" dirty="0">
                <a:ea typeface="微軟正黑體"/>
              </a:rPr>
              <a:t>(LLMs)</a:t>
            </a:r>
            <a:endParaRPr lang="zh-TW" altLang="en-US" dirty="0">
              <a:ea typeface="微軟正黑體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A7A8F3-B089-8C32-1FB9-0F7D52C18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153" y="2133600"/>
            <a:ext cx="6248733" cy="377762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kumimoji="1" lang="en" altLang="zh-TW" sz="2000" dirty="0">
                <a:solidFill>
                  <a:srgbClr val="000000"/>
                </a:solidFill>
                <a:ea typeface="微軟正黑體"/>
              </a:rPr>
              <a:t>You might heard these below:</a:t>
            </a:r>
            <a:endParaRPr lang="en" altLang="zh-TW" sz="2000" dirty="0">
              <a:solidFill>
                <a:srgbClr val="000000"/>
              </a:solidFill>
              <a:ea typeface="微軟正黑體"/>
            </a:endParaRPr>
          </a:p>
          <a:p>
            <a:pPr lvl="1"/>
            <a:r>
              <a:rPr kumimoji="1" lang="en" altLang="zh-TW" sz="2000" dirty="0">
                <a:solidFill>
                  <a:srgbClr val="000000"/>
                </a:solidFill>
                <a:ea typeface="微軟正黑體"/>
              </a:rPr>
              <a:t>large number of parameters</a:t>
            </a:r>
            <a:r>
              <a:rPr kumimoji="1" lang="en-US" altLang="zh-TW" sz="2000" dirty="0">
                <a:solidFill>
                  <a:srgbClr val="000000"/>
                </a:solidFill>
                <a:ea typeface="微軟正黑體"/>
              </a:rPr>
              <a:t>,</a:t>
            </a:r>
            <a:r>
              <a:rPr kumimoji="1" lang="en" altLang="zh-TW" sz="2000" dirty="0">
                <a:solidFill>
                  <a:srgbClr val="000000"/>
                </a:solidFill>
                <a:ea typeface="微軟正黑體"/>
              </a:rPr>
              <a:t> </a:t>
            </a:r>
            <a:r>
              <a:rPr kumimoji="1" lang="en-US" altLang="zh-TW" sz="2000" dirty="0">
                <a:solidFill>
                  <a:srgbClr val="000000"/>
                </a:solidFill>
                <a:ea typeface="微軟正黑體"/>
              </a:rPr>
              <a:t>billions!!  (e.g. GLM-130B)</a:t>
            </a:r>
            <a:endParaRPr lang="en-US" altLang="zh-TW" sz="2000" dirty="0">
              <a:solidFill>
                <a:srgbClr val="000000"/>
              </a:solidFill>
              <a:ea typeface="微軟正黑體"/>
            </a:endParaRPr>
          </a:p>
          <a:p>
            <a:pPr lvl="1"/>
            <a:r>
              <a:rPr kumimoji="1" lang="en-US" altLang="zh-TW" sz="2000" dirty="0">
                <a:solidFill>
                  <a:srgbClr val="000000"/>
                </a:solidFill>
                <a:ea typeface="微軟正黑體"/>
              </a:rPr>
              <a:t>great at processing or generating text.</a:t>
            </a:r>
            <a:endParaRPr lang="en-US" altLang="zh-TW" sz="2000" dirty="0">
              <a:solidFill>
                <a:srgbClr val="000000"/>
              </a:solidFill>
              <a:ea typeface="微軟正黑體"/>
            </a:endParaRPr>
          </a:p>
          <a:p>
            <a:pPr lvl="1"/>
            <a:r>
              <a:rPr kumimoji="1" lang="en" altLang="zh-TW" sz="2000" dirty="0">
                <a:solidFill>
                  <a:srgbClr val="000000"/>
                </a:solidFill>
                <a:ea typeface="微軟正黑體"/>
              </a:rPr>
              <a:t>trained on extensive textual data</a:t>
            </a:r>
            <a:endParaRPr lang="en" altLang="zh-TW" sz="2000" dirty="0">
              <a:solidFill>
                <a:srgbClr val="000000"/>
              </a:solidFill>
              <a:ea typeface="微軟正黑體"/>
            </a:endParaRPr>
          </a:p>
          <a:p>
            <a:pPr lvl="2"/>
            <a:r>
              <a:rPr kumimoji="1" lang="en-US" altLang="zh-TW" sz="2000" dirty="0">
                <a:solidFill>
                  <a:srgbClr val="000000"/>
                </a:solidFill>
                <a:ea typeface="微軟正黑體"/>
              </a:rPr>
              <a:t>various language patterns and structures</a:t>
            </a:r>
            <a:endParaRPr lang="en" altLang="zh-TW" sz="2000" dirty="0">
              <a:solidFill>
                <a:srgbClr val="000000"/>
              </a:solidFill>
              <a:ea typeface="微軟正黑體"/>
            </a:endParaRPr>
          </a:p>
          <a:p>
            <a:pPr lvl="1"/>
            <a:r>
              <a:rPr kumimoji="1" lang="en-US" altLang="zh-TW" sz="2000" dirty="0">
                <a:solidFill>
                  <a:srgbClr val="000000"/>
                </a:solidFill>
                <a:ea typeface="微軟正黑體"/>
              </a:rPr>
              <a:t>interpret and create human-like text </a:t>
            </a:r>
            <a:endParaRPr lang="en" altLang="zh-TW" sz="2000" dirty="0">
              <a:solidFill>
                <a:srgbClr val="000000"/>
              </a:solidFill>
              <a:ea typeface="微軟正黑體"/>
            </a:endParaRPr>
          </a:p>
          <a:p>
            <a:endParaRPr lang="en" altLang="zh-TW" sz="2000" dirty="0">
              <a:solidFill>
                <a:srgbClr val="000000"/>
              </a:solidFill>
              <a:ea typeface="微軟正黑體"/>
            </a:endParaRPr>
          </a:p>
          <a:p>
            <a:endParaRPr lang="zh-TW" altLang="en" sz="2000" dirty="0">
              <a:solidFill>
                <a:srgbClr val="000000"/>
              </a:solidFill>
              <a:ea typeface="微軟正黑體"/>
            </a:endParaRPr>
          </a:p>
        </p:txBody>
      </p:sp>
      <p:pic>
        <p:nvPicPr>
          <p:cNvPr id="4" name="圖片 3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6E7B2251-8DE4-0F0C-6DD6-3244C0CCB1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647" b="173"/>
          <a:stretch/>
        </p:blipFill>
        <p:spPr>
          <a:xfrm>
            <a:off x="7631356" y="1898591"/>
            <a:ext cx="4078819" cy="410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279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DD5060-0748-4480-8944-3A93B27B8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sz="3600" dirty="0"/>
              <a:t>What are Large Language Models</a:t>
            </a:r>
            <a:br>
              <a:rPr kumimoji="1" lang="en" altLang="zh-TW" sz="3600" dirty="0"/>
            </a:br>
            <a:r>
              <a:rPr kumimoji="1" lang="en" altLang="zh-TW" sz="3600" dirty="0"/>
              <a:t>(LLMs)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93EE98-77EA-4A41-85EF-4CEE9C2F3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kumimoji="1" lang="en" altLang="zh-TW" sz="2000" dirty="0">
                <a:ea typeface="微軟正黑體"/>
              </a:rPr>
              <a:t>The core training objective of LLMs focuses on predicting the next word in a sentence.</a:t>
            </a:r>
            <a:endParaRPr lang="en" altLang="zh-TW" sz="2000" dirty="0">
              <a:ea typeface="微軟正黑體"/>
            </a:endParaRPr>
          </a:p>
          <a:p>
            <a:pPr lvl="1"/>
            <a:r>
              <a:rPr kumimoji="1" lang="en" altLang="zh-TW" sz="2000" dirty="0">
                <a:ea typeface="微軟正黑體"/>
              </a:rPr>
              <a:t>including machine translation, natural language generation, part-of-speech tagging, parsing, information retrieval, and others.</a:t>
            </a:r>
            <a:endParaRPr lang="en" altLang="zh-TW" sz="2000" dirty="0">
              <a:ea typeface="微軟正黑體"/>
            </a:endParaRPr>
          </a:p>
          <a:p>
            <a:r>
              <a:rPr kumimoji="1" lang="en" altLang="zh-TW" sz="2000" dirty="0">
                <a:ea typeface="微軟正黑體"/>
              </a:rPr>
              <a:t>Text generation process is </a:t>
            </a:r>
            <a:br>
              <a:rPr lang="en" altLang="zh-TW" sz="2000" dirty="0"/>
            </a:br>
            <a:r>
              <a:rPr kumimoji="1" lang="en" altLang="zh-TW" sz="2000" dirty="0">
                <a:ea typeface="微軟正黑體"/>
              </a:rPr>
              <a:t>autoregressive. </a:t>
            </a:r>
            <a:endParaRPr lang="en" altLang="zh-TW" sz="2000" dirty="0">
              <a:ea typeface="微軟正黑體"/>
            </a:endParaRPr>
          </a:p>
          <a:p>
            <a:pPr lvl="1"/>
            <a:r>
              <a:rPr kumimoji="1" lang="en" altLang="zh-TW" sz="2000" dirty="0">
                <a:ea typeface="微軟正黑體"/>
              </a:rPr>
              <a:t>Models generate the next </a:t>
            </a:r>
            <a:br>
              <a:rPr lang="en" altLang="zh-TW" sz="2000" dirty="0"/>
            </a:br>
            <a:r>
              <a:rPr kumimoji="1" lang="en" altLang="zh-TW" sz="2000" dirty="0">
                <a:ea typeface="微軟正黑體"/>
              </a:rPr>
              <a:t>tokens based on the </a:t>
            </a:r>
            <a:br>
              <a:rPr lang="en" altLang="zh-TW" sz="2000" dirty="0"/>
            </a:br>
            <a:r>
              <a:rPr kumimoji="1" lang="en" altLang="zh-TW" sz="2000" dirty="0">
                <a:ea typeface="微軟正黑體"/>
              </a:rPr>
              <a:t>sequence of tokens </a:t>
            </a:r>
            <a:br>
              <a:rPr lang="en" altLang="zh-TW" sz="2000" dirty="0"/>
            </a:br>
            <a:r>
              <a:rPr kumimoji="1" lang="en" altLang="zh-TW" sz="2000" u="sng" dirty="0">
                <a:ea typeface="微軟正黑體"/>
              </a:rPr>
              <a:t>already generated.</a:t>
            </a:r>
            <a:endParaRPr lang="en" altLang="zh-TW" sz="2000" u="sng" dirty="0">
              <a:ea typeface="微軟正黑體"/>
            </a:endParaRPr>
          </a:p>
        </p:txBody>
      </p:sp>
      <p:pic>
        <p:nvPicPr>
          <p:cNvPr id="2050" name="Picture 2" descr="2 Working with Text Data - Build a Large Language Model (From Scratch)">
            <a:extLst>
              <a:ext uri="{FF2B5EF4-FFF2-40B4-BE49-F238E27FC236}">
                <a16:creationId xmlns:a16="http://schemas.microsoft.com/office/drawing/2014/main" id="{35A8E3E0-E7E1-4E08-B2F9-8F09FEFC4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302" y="3839809"/>
            <a:ext cx="4518310" cy="27281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7850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099660-B8FA-FACD-20F0-A2D771D5A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en" altLang="zh-TW" dirty="0"/>
              <a:t>What are Large Language Models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82D016-76CC-74E3-2124-9730FC8CA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" altLang="zh-TW" sz="2000" dirty="0"/>
              <a:t>Traditionally, we used Recurrent Neural Networks (RNNs) </a:t>
            </a:r>
            <a:r>
              <a:rPr lang="en-US" altLang="zh-TW" sz="2000" dirty="0"/>
              <a:t>to</a:t>
            </a:r>
            <a:r>
              <a:rPr lang="en" altLang="zh-TW" sz="2000" dirty="0"/>
              <a:t> </a:t>
            </a:r>
            <a:r>
              <a:rPr lang="en-US" altLang="zh-TW" sz="2000" dirty="0"/>
              <a:t>handle text problem.</a:t>
            </a:r>
          </a:p>
          <a:p>
            <a:pPr lvl="1"/>
            <a:r>
              <a:rPr lang="en-US" altLang="zh-TW" sz="1800" dirty="0"/>
              <a:t>Because RNNs can deal with ‘sequential data’</a:t>
            </a:r>
          </a:p>
          <a:p>
            <a:pPr lvl="1"/>
            <a:endParaRPr lang="en-US" altLang="zh-TW" sz="1800" dirty="0"/>
          </a:p>
          <a:p>
            <a:pPr lvl="1"/>
            <a:endParaRPr lang="en-US" altLang="zh-TW" sz="1800" dirty="0"/>
          </a:p>
          <a:p>
            <a:pPr lvl="1"/>
            <a:endParaRPr lang="en-US" altLang="zh-TW" sz="1800" dirty="0"/>
          </a:p>
          <a:p>
            <a:pPr lvl="1"/>
            <a:endParaRPr lang="en-US" altLang="zh-TW" sz="1800" dirty="0"/>
          </a:p>
          <a:p>
            <a:pPr lvl="1"/>
            <a:endParaRPr lang="en-US" altLang="zh-TW" sz="1800" dirty="0"/>
          </a:p>
          <a:p>
            <a:pPr lvl="1"/>
            <a:endParaRPr lang="en-US" altLang="zh-TW" sz="1800" dirty="0"/>
          </a:p>
          <a:p>
            <a:pPr lvl="1"/>
            <a:r>
              <a:rPr lang="en-US" altLang="zh-TW" sz="1800" dirty="0"/>
              <a:t>However, RNNs encounter challenges with long sequences where they forget older information in favor of recently processed input. </a:t>
            </a:r>
            <a:endParaRPr lang="zh-TW" altLang="en-US" sz="1800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A991FC8F-953A-4F1A-88EE-1478DB8131BF}"/>
              </a:ext>
            </a:extLst>
          </p:cNvPr>
          <p:cNvGrpSpPr/>
          <p:nvPr/>
        </p:nvGrpSpPr>
        <p:grpSpPr>
          <a:xfrm>
            <a:off x="3288429" y="3429000"/>
            <a:ext cx="6480196" cy="1968183"/>
            <a:chOff x="3288429" y="3429000"/>
            <a:chExt cx="6480196" cy="1968183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CCCCF905-F10A-087C-4AFF-F4D7D951DD07}"/>
                </a:ext>
              </a:extLst>
            </p:cNvPr>
            <p:cNvPicPr/>
            <p:nvPr/>
          </p:nvPicPr>
          <p:blipFill>
            <a:blip r:embed="rId2"/>
            <a:stretch/>
          </p:blipFill>
          <p:spPr>
            <a:xfrm>
              <a:off x="3288429" y="3429000"/>
              <a:ext cx="6418718" cy="1598851"/>
            </a:xfrm>
            <a:prstGeom prst="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13B4E4A8-BC92-2F2A-E0FD-8B3572458CB6}"/>
                </a:ext>
              </a:extLst>
            </p:cNvPr>
            <p:cNvSpPr txBox="1"/>
            <p:nvPr/>
          </p:nvSpPr>
          <p:spPr>
            <a:xfrm>
              <a:off x="5735251" y="5027851"/>
              <a:ext cx="4033374" cy="369332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kumimoji="1" lang="en" altLang="zh-TW" dirty="0"/>
                <a:t>we       used    Recurrent  ….        . 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72004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357AF0-FB85-CA95-46FE-51C3DFC3A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en" altLang="zh-TW" dirty="0"/>
              <a:t>What are Large Language Models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D7AD48-33A2-48A9-6BB7-460DE72C6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3" y="3490174"/>
            <a:ext cx="8209722" cy="24216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" altLang="zh-TW" sz="2400" dirty="0"/>
              <a:t>vanishing gradient problem</a:t>
            </a:r>
          </a:p>
          <a:p>
            <a:pPr lvl="1"/>
            <a:r>
              <a:rPr lang="en" altLang="zh-TW" sz="2000" dirty="0"/>
              <a:t>during training, the change, gradient, of network’s weights might become </a:t>
            </a:r>
            <a:r>
              <a:rPr lang="en" altLang="zh-TW" sz="2000" b="1" dirty="0"/>
              <a:t>increasingly smaller </a:t>
            </a:r>
            <a:r>
              <a:rPr lang="en" altLang="zh-TW" sz="2000" dirty="0"/>
              <a:t>as they are propagated back through each timestep of the sequence. </a:t>
            </a:r>
          </a:p>
          <a:p>
            <a:pPr lvl="1"/>
            <a:r>
              <a:rPr lang="en" altLang="zh-TW" sz="2000" dirty="0"/>
              <a:t>That reduce the network’s ability to learn from and remember long-term dependencies within the data.</a:t>
            </a:r>
            <a:endParaRPr lang="zh-TW" alt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EADAA-220D-6473-43C1-BB44F120713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045990" y="1629756"/>
            <a:ext cx="6873239" cy="1805940"/>
          </a:xfrm>
          <a:prstGeom prst="rect">
            <a:avLst/>
          </a:prstGeom>
          <a:ln w="180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7666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C628DB-3C57-244E-6A61-857E12070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sz="4400" dirty="0"/>
              <a:t>What are Large Language Models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84D7EF-61D7-3408-D685-26B02B8E6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kumimoji="1" lang="en-US" altLang="zh-TW" sz="2000" dirty="0">
                <a:ea typeface="微軟正黑體"/>
              </a:rPr>
              <a:t>Self Attention mechanisms try to address these problem.</a:t>
            </a:r>
            <a:endParaRPr lang="en-US" altLang="zh-TW" sz="2000" dirty="0">
              <a:ea typeface="微軟正黑體"/>
            </a:endParaRPr>
          </a:p>
          <a:p>
            <a:r>
              <a:rPr kumimoji="1" lang="en-US" altLang="zh-TW" sz="2000" dirty="0">
                <a:ea typeface="微軟正黑體"/>
              </a:rPr>
              <a:t>Transformer-based model, adopted attention mechanisms, becomes the most preferred architecture for natural language processing tasks.</a:t>
            </a:r>
            <a:endParaRPr lang="en-US" altLang="zh-TW" sz="2000" dirty="0">
              <a:ea typeface="微軟正黑體"/>
            </a:endParaRPr>
          </a:p>
          <a:p>
            <a:endParaRPr lang="en" altLang="zh-TW" sz="2000" dirty="0">
              <a:ea typeface="微軟正黑體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847E54-B047-4B9D-A1F7-7C65ECE34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734" y="3426120"/>
            <a:ext cx="4601854" cy="2961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B8A2E3B1-9830-7B1E-DC85-62FF63684128}"/>
              </a:ext>
            </a:extLst>
          </p:cNvPr>
          <p:cNvSpPr txBox="1"/>
          <p:nvPr/>
        </p:nvSpPr>
        <p:spPr>
          <a:xfrm>
            <a:off x="1676400" y="4019372"/>
            <a:ext cx="511465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1" indent="-228600">
              <a:buFont typeface=""/>
              <a:buChar char="•"/>
            </a:pPr>
            <a:r>
              <a:rPr lang="en-US" altLang="zh-TW" sz="2000" dirty="0">
                <a:solidFill>
                  <a:srgbClr val="404040"/>
                </a:solidFill>
                <a:ea typeface="微軟正黑體"/>
                <a:cs typeface="Arial"/>
              </a:rPr>
              <a:t>You might heard this famous paper: </a:t>
            </a:r>
            <a:r>
              <a:rPr lang="en-US" altLang="zh-TW" sz="2000" b="1" dirty="0">
                <a:solidFill>
                  <a:srgbClr val="404040"/>
                </a:solidFill>
                <a:ea typeface="微軟正黑體"/>
                <a:cs typeface="Arial"/>
              </a:rPr>
              <a:t>Attention Is All You Need</a:t>
            </a:r>
            <a:r>
              <a:rPr lang="en-US" altLang="zh-TW" sz="2000" b="1" dirty="0">
                <a:ea typeface="微軟正黑體"/>
                <a:cs typeface="Arial"/>
              </a:rPr>
              <a:t>​</a:t>
            </a:r>
          </a:p>
          <a:p>
            <a:pPr marL="228600" lvl="1" indent="-228600">
              <a:buFont typeface=""/>
              <a:buChar char="•"/>
            </a:pPr>
            <a:r>
              <a:rPr lang="en-US" altLang="zh-TW" sz="2000" dirty="0">
                <a:solidFill>
                  <a:srgbClr val="404040"/>
                </a:solidFill>
                <a:ea typeface="微軟正黑體"/>
                <a:cs typeface="Arial"/>
              </a:rPr>
              <a:t>The</a:t>
            </a:r>
            <a:r>
              <a:rPr lang="zh-TW" sz="2000" dirty="0">
                <a:solidFill>
                  <a:srgbClr val="404040"/>
                </a:solidFill>
                <a:latin typeface="Century Gothic"/>
                <a:ea typeface="微軟正黑體"/>
                <a:cs typeface="Arial"/>
              </a:rPr>
              <a:t> </a:t>
            </a:r>
            <a:r>
              <a:rPr lang="en-US" altLang="zh-TW" sz="2000" dirty="0">
                <a:solidFill>
                  <a:srgbClr val="404040"/>
                </a:solidFill>
                <a:ea typeface="微軟正黑體"/>
                <a:cs typeface="Arial"/>
              </a:rPr>
              <a:t>cutting-edge</a:t>
            </a:r>
            <a:r>
              <a:rPr lang="zh-TW" sz="2000" dirty="0">
                <a:solidFill>
                  <a:srgbClr val="404040"/>
                </a:solidFill>
                <a:latin typeface="Century Gothic"/>
                <a:ea typeface="微軟正黑體"/>
                <a:cs typeface="Arial"/>
              </a:rPr>
              <a:t> </a:t>
            </a:r>
            <a:r>
              <a:rPr lang="en-US" altLang="zh-TW" sz="2000" dirty="0">
                <a:solidFill>
                  <a:srgbClr val="404040"/>
                </a:solidFill>
                <a:ea typeface="微軟正黑體"/>
                <a:cs typeface="Arial"/>
              </a:rPr>
              <a:t>models</a:t>
            </a:r>
            <a:r>
              <a:rPr lang="zh-TW" sz="2000" dirty="0">
                <a:solidFill>
                  <a:srgbClr val="404040"/>
                </a:solidFill>
                <a:latin typeface="Century Gothic"/>
                <a:ea typeface="微軟正黑體"/>
                <a:cs typeface="Arial"/>
              </a:rPr>
              <a:t> </a:t>
            </a:r>
            <a:r>
              <a:rPr lang="zh-TW" sz="2000">
                <a:solidFill>
                  <a:srgbClr val="404040"/>
                </a:solidFill>
                <a:ea typeface="微軟正黑體"/>
              </a:rPr>
              <a:t>like GPT-4</a:t>
            </a:r>
            <a:r>
              <a:rPr lang="en-US" altLang="zh-TW" sz="2000" dirty="0">
                <a:solidFill>
                  <a:srgbClr val="404040"/>
                </a:solidFill>
                <a:ea typeface="微軟正黑體"/>
              </a:rPr>
              <a:t>o</a:t>
            </a:r>
            <a:r>
              <a:rPr lang="zh-TW" sz="2000">
                <a:solidFill>
                  <a:srgbClr val="404040"/>
                </a:solidFill>
                <a:ea typeface="微軟正黑體"/>
              </a:rPr>
              <a:t>, Claude, and Llama</a:t>
            </a:r>
            <a:r>
              <a:rPr lang="zh-TW" sz="2000">
                <a:ea typeface="微軟正黑體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1887958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44E853-63A2-468F-A825-C74564BE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3600" dirty="0">
                <a:ea typeface="微軟正黑體"/>
              </a:rPr>
              <a:t>Self Attention mechanisms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B0FC81-9753-4141-B2B9-56A536C0D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Attention </a:t>
            </a:r>
          </a:p>
          <a:p>
            <a:pPr lvl="1"/>
            <a:r>
              <a:rPr lang="en-US" altLang="zh-TW" sz="2000" dirty="0"/>
              <a:t>Q,K,V vectors</a:t>
            </a:r>
          </a:p>
          <a:p>
            <a:pPr lvl="1"/>
            <a:r>
              <a:rPr lang="en-US" altLang="zh-TW" sz="2000" dirty="0"/>
              <a:t>dot-production</a:t>
            </a:r>
          </a:p>
          <a:p>
            <a:pPr lvl="1"/>
            <a:r>
              <a:rPr lang="en-US" altLang="zh-TW" sz="2000" dirty="0"/>
              <a:t>SoftMax</a:t>
            </a:r>
          </a:p>
        </p:txBody>
      </p:sp>
      <p:pic>
        <p:nvPicPr>
          <p:cNvPr id="4" name="Picture 4" descr="The scaled dot-product attention and multi-head self-attention | Download  Scientific Diagram">
            <a:extLst>
              <a:ext uri="{FF2B5EF4-FFF2-40B4-BE49-F238E27FC236}">
                <a16:creationId xmlns:a16="http://schemas.microsoft.com/office/drawing/2014/main" id="{7D0B49C0-A585-472B-85DA-4025CA9BDC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298"/>
          <a:stretch/>
        </p:blipFill>
        <p:spPr bwMode="auto">
          <a:xfrm>
            <a:off x="267641" y="1799178"/>
            <a:ext cx="2168891" cy="244991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2B878CF7-FD4A-4FF2-8576-DDE390A2B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464" y="1491930"/>
            <a:ext cx="5468828" cy="5196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96BB3D5-98CB-49CB-8FE8-820E4C0FB6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3" r="11845"/>
          <a:stretch/>
        </p:blipFill>
        <p:spPr bwMode="auto">
          <a:xfrm>
            <a:off x="1776173" y="4465646"/>
            <a:ext cx="4227364" cy="222323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091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83A25D-9603-4AE8-A1AB-679DAD692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Key LLM Terminologies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0B3145-2F00-4F8F-A4D8-E5A4295CB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318715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2000" dirty="0"/>
              <a:t>The Transformer</a:t>
            </a:r>
          </a:p>
          <a:p>
            <a:r>
              <a:rPr lang="en-US" altLang="zh-TW" sz="2000" dirty="0"/>
              <a:t>Language Modeling</a:t>
            </a:r>
          </a:p>
          <a:p>
            <a:r>
              <a:rPr lang="en-US" altLang="zh-TW" sz="2000" dirty="0"/>
              <a:t>Tokenization</a:t>
            </a:r>
          </a:p>
          <a:p>
            <a:r>
              <a:rPr lang="en-US" altLang="zh-TW" sz="2000" dirty="0"/>
              <a:t>Embeddings</a:t>
            </a:r>
          </a:p>
          <a:p>
            <a:r>
              <a:rPr lang="en-US" altLang="zh-TW" sz="2000" dirty="0"/>
              <a:t>Training/Fine-Tuning</a:t>
            </a:r>
          </a:p>
          <a:p>
            <a:r>
              <a:rPr lang="en-US" altLang="zh-TW" sz="2000" dirty="0"/>
              <a:t>Prediction</a:t>
            </a:r>
          </a:p>
          <a:p>
            <a:r>
              <a:rPr lang="en-US" altLang="zh-TW" sz="2000" dirty="0"/>
              <a:t>Context Size</a:t>
            </a:r>
          </a:p>
          <a:p>
            <a:r>
              <a:rPr lang="en-US" altLang="zh-TW" sz="2000" dirty="0"/>
              <a:t>Scaling Laws</a:t>
            </a:r>
          </a:p>
          <a:p>
            <a:r>
              <a:rPr lang="en-US" altLang="zh-TW" sz="2000" dirty="0"/>
              <a:t>Emergent Abilities</a:t>
            </a:r>
          </a:p>
          <a:p>
            <a:r>
              <a:rPr lang="en-US" altLang="zh-TW" sz="2000" dirty="0"/>
              <a:t>Prompts</a:t>
            </a:r>
          </a:p>
          <a:p>
            <a:r>
              <a:rPr lang="en-US" altLang="zh-TW" sz="2000" dirty="0"/>
              <a:t>Hallucinations and Biases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39405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2FE21B-E4C3-D08A-785C-8F9833939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en" altLang="zh-TW" dirty="0"/>
              <a:t>Transformer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1F4374-CDC8-D7D3-7F60-ADB1122D3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0389" y="1905000"/>
            <a:ext cx="5669037" cy="4006850"/>
          </a:xfrm>
        </p:spPr>
        <p:txBody>
          <a:bodyPr>
            <a:normAutofit/>
          </a:bodyPr>
          <a:lstStyle/>
          <a:p>
            <a:r>
              <a:rPr lang="en" altLang="zh-TW" sz="2000" dirty="0"/>
              <a:t>Transformer-based models</a:t>
            </a:r>
            <a:r>
              <a:rPr lang="zh-TW" altLang="en-US" sz="2000" dirty="0"/>
              <a:t> </a:t>
            </a:r>
            <a:r>
              <a:rPr lang="en-US" altLang="zh-TW" sz="2000" dirty="0"/>
              <a:t>are</a:t>
            </a:r>
            <a:r>
              <a:rPr lang="zh-TW" altLang="en-US" sz="2000" dirty="0"/>
              <a:t> </a:t>
            </a:r>
            <a:r>
              <a:rPr lang="en-US" altLang="zh-TW" sz="2000" dirty="0"/>
              <a:t>designed</a:t>
            </a:r>
            <a:r>
              <a:rPr lang="zh-TW" altLang="en-US" sz="2000" dirty="0"/>
              <a:t> </a:t>
            </a:r>
            <a:r>
              <a:rPr lang="en-US" altLang="zh-TW" sz="2000" dirty="0"/>
              <a:t>as</a:t>
            </a:r>
            <a:r>
              <a:rPr lang="zh-TW" altLang="en-US" sz="2000" dirty="0"/>
              <a:t> </a:t>
            </a:r>
            <a:r>
              <a:rPr lang="en-US" altLang="zh-TW" sz="2000" dirty="0"/>
              <a:t>an</a:t>
            </a:r>
            <a:r>
              <a:rPr lang="zh-TW" altLang="en-US" sz="2000" dirty="0"/>
              <a:t> </a:t>
            </a:r>
            <a:r>
              <a:rPr lang="en-US" altLang="zh-TW" sz="2000" dirty="0"/>
              <a:t>encoder-decoder</a:t>
            </a:r>
            <a:r>
              <a:rPr lang="zh-TW" altLang="en-US" sz="2000" dirty="0"/>
              <a:t> </a:t>
            </a:r>
            <a:r>
              <a:rPr lang="en-US" altLang="zh-TW" sz="2000" dirty="0"/>
              <a:t>framework</a:t>
            </a:r>
          </a:p>
          <a:p>
            <a:r>
              <a:rPr lang="en" altLang="zh-TW" sz="2000" dirty="0"/>
              <a:t>Encoder: process input text, identifying important parts and creating a representation of the input. </a:t>
            </a:r>
          </a:p>
          <a:p>
            <a:r>
              <a:rPr lang="en" altLang="zh-TW" sz="2000" dirty="0"/>
              <a:t>Decoder: transform the encoder’s output into human readable text</a:t>
            </a:r>
            <a:endParaRPr lang="zh-TW" altLang="en-US" sz="20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6F17F1F-3922-BC13-5F64-8C51489F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1274" y="4404575"/>
            <a:ext cx="3712777" cy="232785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F8B3042-FC7A-2322-4083-86EA03153D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76" b="5165"/>
          <a:stretch/>
        </p:blipFill>
        <p:spPr>
          <a:xfrm>
            <a:off x="7169426" y="125572"/>
            <a:ext cx="4698134" cy="65038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3694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FF8008-2443-D069-6A10-9C9CFE469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" altLang="zh-TW" dirty="0"/>
              <a:t>Language Modeling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63552B-15D2-AB54-FD2B-5A5D72F3D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2592" y="2133600"/>
            <a:ext cx="9122021" cy="3778250"/>
          </a:xfrm>
        </p:spPr>
        <p:txBody>
          <a:bodyPr>
            <a:normAutofit/>
          </a:bodyPr>
          <a:lstStyle/>
          <a:p>
            <a:r>
              <a:rPr lang="en" altLang="zh-TW" sz="2000" dirty="0"/>
              <a:t>Language modeling is the core part of natural language processing. </a:t>
            </a:r>
          </a:p>
          <a:p>
            <a:r>
              <a:rPr lang="en" altLang="zh-TW" sz="2000" dirty="0"/>
              <a:t>Models learn the </a:t>
            </a:r>
            <a:r>
              <a:rPr lang="en" altLang="zh-TW" sz="2000" b="1" dirty="0"/>
              <a:t>probability distribution </a:t>
            </a:r>
            <a:r>
              <a:rPr lang="en" altLang="zh-TW" sz="2000" dirty="0"/>
              <a:t>of words based on a large corpus. </a:t>
            </a:r>
          </a:p>
          <a:p>
            <a:pPr lvl="1"/>
            <a:r>
              <a:rPr lang="en" altLang="zh-TW" sz="1800" dirty="0"/>
              <a:t>learn to predict </a:t>
            </a:r>
            <a:br>
              <a:rPr lang="en" altLang="zh-TW" sz="1800" dirty="0"/>
            </a:br>
            <a:r>
              <a:rPr lang="en" altLang="zh-TW" sz="1800" dirty="0"/>
              <a:t>what the next token is.</a:t>
            </a:r>
          </a:p>
          <a:p>
            <a:pPr lvl="1"/>
            <a:r>
              <a:rPr lang="en" altLang="zh-TW" sz="1800" dirty="0"/>
              <a:t>The boy went to the </a:t>
            </a:r>
            <a:r>
              <a:rPr lang="en" altLang="zh-TW" sz="1800" u="sng" dirty="0"/>
              <a:t>???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D8B8B20-3A7A-4D20-9F30-FA2826791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900" y="3193960"/>
            <a:ext cx="5497245" cy="331631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121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16C31B-FDF6-2B7C-2B95-9599DCA92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Tokenization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CC808E-F706-1F3F-1DA8-BF267E47D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" altLang="zh-TW" sz="2000" dirty="0"/>
              <a:t>LLMs work with </a:t>
            </a:r>
            <a:r>
              <a:rPr kumimoji="1" lang="en" altLang="zh-TW" sz="2000" b="1" dirty="0"/>
              <a:t>tokens</a:t>
            </a:r>
            <a:r>
              <a:rPr kumimoji="1" lang="en" altLang="zh-TW" sz="2000" dirty="0"/>
              <a:t>, not complete words.</a:t>
            </a:r>
          </a:p>
          <a:p>
            <a:r>
              <a:rPr kumimoji="1" lang="en" altLang="zh-TW" sz="2000" dirty="0"/>
              <a:t>Tokenization is the initial phase of interacting with LLMs. </a:t>
            </a:r>
          </a:p>
          <a:p>
            <a:pPr lvl="1"/>
            <a:r>
              <a:rPr kumimoji="1" lang="en" altLang="zh-TW" sz="1800" dirty="0"/>
              <a:t>breaking down the input text into </a:t>
            </a:r>
            <a:r>
              <a:rPr kumimoji="1" lang="en" altLang="zh-TW" sz="1800" b="1" dirty="0"/>
              <a:t>smaller</a:t>
            </a:r>
            <a:r>
              <a:rPr kumimoji="1" lang="en" altLang="zh-TW" sz="1800" dirty="0"/>
              <a:t> pieces known as tokens. </a:t>
            </a:r>
          </a:p>
          <a:p>
            <a:r>
              <a:rPr kumimoji="1" lang="en" altLang="zh-TW" sz="2000" dirty="0"/>
              <a:t>Tokens can range from </a:t>
            </a:r>
            <a:r>
              <a:rPr kumimoji="1" lang="en" altLang="zh-TW" sz="2000" u="sng" dirty="0"/>
              <a:t>single characters</a:t>
            </a:r>
            <a:r>
              <a:rPr kumimoji="1" lang="en" altLang="zh-TW" sz="2000" dirty="0"/>
              <a:t> to </a:t>
            </a:r>
            <a:r>
              <a:rPr kumimoji="1" lang="en" altLang="zh-TW" sz="2000" u="sng" dirty="0"/>
              <a:t>entire words</a:t>
            </a:r>
            <a:r>
              <a:rPr kumimoji="1" lang="en" altLang="zh-TW" sz="2000" dirty="0"/>
              <a:t>, and the size of these tokens can greatly influence the model’s performance. </a:t>
            </a:r>
          </a:p>
          <a:p>
            <a:endParaRPr kumimoji="1" lang="en" altLang="zh-TW" sz="20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54B985A-5FDA-4B46-9580-ED74CC10E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689" y="4192073"/>
            <a:ext cx="4877099" cy="241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344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262EF8-CE62-4C0B-BB8E-9CA66656C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Tokenization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4204BF-2BC3-4772-BFAB-5D746CA72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sz="1800" dirty="0"/>
              <a:t>Some models adopt subword tokenization, breaking words into smaller segments that retain meaningful linguistic elements.</a:t>
            </a:r>
          </a:p>
          <a:p>
            <a:r>
              <a:rPr kumimoji="1" lang="en-US" altLang="zh-TW" sz="1800" dirty="0"/>
              <a:t>Here are </a:t>
            </a:r>
            <a:r>
              <a:rPr kumimoji="1" lang="en-US" altLang="zh-TW" dirty="0"/>
              <a:t>some examples:</a:t>
            </a:r>
          </a:p>
          <a:p>
            <a:r>
              <a:rPr kumimoji="1" lang="zh-TW" altLang="en-US" sz="2000" b="1" dirty="0"/>
              <a:t>「</a:t>
            </a:r>
            <a:r>
              <a:rPr kumimoji="1" lang="en-US" altLang="zh-TW" sz="2000" b="1" dirty="0"/>
              <a:t>The child’s coloring book.</a:t>
            </a:r>
            <a:r>
              <a:rPr kumimoji="1" lang="zh-TW" altLang="en-US" sz="2000" b="1" dirty="0"/>
              <a:t>」</a:t>
            </a:r>
            <a:endParaRPr kumimoji="1" lang="en-US" altLang="zh-TW" sz="2000" b="1" dirty="0"/>
          </a:p>
          <a:p>
            <a:pPr lvl="1"/>
            <a:r>
              <a:rPr kumimoji="1" lang="en-US" altLang="zh-TW" dirty="0"/>
              <a:t>[“</a:t>
            </a:r>
            <a:r>
              <a:rPr kumimoji="1" lang="en-US" altLang="zh-TW" sz="1600" dirty="0"/>
              <a:t>The</a:t>
            </a:r>
            <a:r>
              <a:rPr kumimoji="1" lang="en-US" altLang="zh-TW" dirty="0"/>
              <a:t>“, “</a:t>
            </a:r>
            <a:r>
              <a:rPr kumimoji="1" lang="en-US" altLang="zh-TW" sz="1600" dirty="0"/>
              <a:t>child’s</a:t>
            </a:r>
            <a:r>
              <a:rPr kumimoji="1" lang="en-US" altLang="zh-TW" dirty="0"/>
              <a:t>“,</a:t>
            </a:r>
            <a:r>
              <a:rPr kumimoji="1" lang="en-US" altLang="zh-TW" sz="1600" dirty="0"/>
              <a:t> </a:t>
            </a:r>
            <a:r>
              <a:rPr kumimoji="1" lang="en-US" altLang="zh-TW" dirty="0"/>
              <a:t>“</a:t>
            </a:r>
            <a:r>
              <a:rPr kumimoji="1" lang="en-US" altLang="zh-TW" sz="1600" dirty="0"/>
              <a:t>coloring</a:t>
            </a:r>
            <a:r>
              <a:rPr kumimoji="1" lang="en-US" altLang="zh-TW" dirty="0"/>
              <a:t>“,</a:t>
            </a:r>
            <a:r>
              <a:rPr kumimoji="1" lang="en-US" altLang="zh-TW" sz="1600" dirty="0"/>
              <a:t> </a:t>
            </a:r>
            <a:r>
              <a:rPr kumimoji="1" lang="en-US" altLang="zh-TW" dirty="0"/>
              <a:t>“</a:t>
            </a:r>
            <a:r>
              <a:rPr kumimoji="1" lang="en-US" altLang="zh-TW" sz="1600" dirty="0"/>
              <a:t>book.</a:t>
            </a:r>
            <a:r>
              <a:rPr kumimoji="1" lang="en-US" altLang="zh-TW" dirty="0"/>
              <a:t> “</a:t>
            </a:r>
            <a:r>
              <a:rPr kumimoji="1" lang="en-US" altLang="zh-TW" sz="1600" dirty="0"/>
              <a:t>] (using space only)</a:t>
            </a:r>
          </a:p>
          <a:p>
            <a:pPr lvl="1"/>
            <a:r>
              <a:rPr kumimoji="1" lang="en-US" altLang="zh-TW" dirty="0"/>
              <a:t>[“</a:t>
            </a:r>
            <a:r>
              <a:rPr kumimoji="1" lang="en-US" altLang="zh-TW" sz="1600" dirty="0"/>
              <a:t>The</a:t>
            </a:r>
            <a:r>
              <a:rPr kumimoji="1" lang="en-US" altLang="zh-TW" dirty="0"/>
              <a:t>“, “</a:t>
            </a:r>
            <a:r>
              <a:rPr kumimoji="1" lang="en-US" altLang="zh-TW" sz="1600" dirty="0"/>
              <a:t>child</a:t>
            </a:r>
            <a:r>
              <a:rPr kumimoji="1" lang="en-US" altLang="zh-TW" dirty="0"/>
              <a:t>“,</a:t>
            </a:r>
            <a:r>
              <a:rPr kumimoji="1" lang="en-US" altLang="zh-TW" sz="1400" dirty="0"/>
              <a:t> </a:t>
            </a:r>
            <a:r>
              <a:rPr kumimoji="1" lang="en-US" altLang="zh-TW" dirty="0"/>
              <a:t>“</a:t>
            </a:r>
            <a:r>
              <a:rPr kumimoji="1" lang="en-US" altLang="zh-TW" sz="1600" dirty="0"/>
              <a:t>’</a:t>
            </a:r>
            <a:r>
              <a:rPr kumimoji="1" lang="en-US" altLang="zh-TW" dirty="0"/>
              <a:t> “,</a:t>
            </a:r>
            <a:r>
              <a:rPr kumimoji="1" lang="en-US" altLang="zh-TW" sz="1400" dirty="0"/>
              <a:t> </a:t>
            </a:r>
            <a:r>
              <a:rPr kumimoji="1" lang="en-US" altLang="zh-TW" dirty="0"/>
              <a:t>“</a:t>
            </a:r>
            <a:r>
              <a:rPr kumimoji="1" lang="en-US" altLang="zh-TW" sz="1600" dirty="0"/>
              <a:t>s</a:t>
            </a:r>
            <a:r>
              <a:rPr kumimoji="1" lang="en-US" altLang="zh-TW" dirty="0"/>
              <a:t>“,</a:t>
            </a:r>
            <a:r>
              <a:rPr kumimoji="1" lang="en-US" altLang="zh-TW" sz="1600" dirty="0"/>
              <a:t> </a:t>
            </a:r>
            <a:r>
              <a:rPr kumimoji="1" lang="en-US" altLang="zh-TW" dirty="0"/>
              <a:t>“</a:t>
            </a:r>
            <a:r>
              <a:rPr kumimoji="1" lang="en-US" altLang="zh-TW" sz="1600" dirty="0"/>
              <a:t>coloring</a:t>
            </a:r>
            <a:r>
              <a:rPr kumimoji="1" lang="en-US" altLang="zh-TW" dirty="0"/>
              <a:t>“,</a:t>
            </a:r>
            <a:r>
              <a:rPr kumimoji="1" lang="en-US" altLang="zh-TW" sz="1600" dirty="0"/>
              <a:t> </a:t>
            </a:r>
            <a:r>
              <a:rPr kumimoji="1" lang="en-US" altLang="zh-TW" dirty="0"/>
              <a:t>“</a:t>
            </a:r>
            <a:r>
              <a:rPr kumimoji="1" lang="en-US" altLang="zh-TW" sz="1600" dirty="0"/>
              <a:t>book</a:t>
            </a:r>
            <a:r>
              <a:rPr kumimoji="1" lang="en-US" altLang="zh-TW" dirty="0"/>
              <a:t>“,</a:t>
            </a:r>
            <a:r>
              <a:rPr kumimoji="1" lang="en-US" altLang="zh-TW" sz="1400" dirty="0"/>
              <a:t> </a:t>
            </a:r>
            <a:r>
              <a:rPr kumimoji="1" lang="en-US" altLang="zh-TW" dirty="0"/>
              <a:t>“</a:t>
            </a:r>
            <a:r>
              <a:rPr kumimoji="1" lang="en-US" altLang="zh-TW" sz="1600" dirty="0"/>
              <a:t>.</a:t>
            </a:r>
            <a:r>
              <a:rPr kumimoji="1" lang="en-US" altLang="zh-TW" dirty="0"/>
              <a:t> “</a:t>
            </a:r>
            <a:r>
              <a:rPr kumimoji="1" lang="en-US" altLang="zh-TW" sz="1600" dirty="0"/>
              <a:t>] (using space and punctation)</a:t>
            </a:r>
          </a:p>
          <a:p>
            <a:pPr lvl="1"/>
            <a:r>
              <a:rPr kumimoji="1" lang="en-US" altLang="zh-TW" dirty="0"/>
              <a:t>[“</a:t>
            </a:r>
            <a:r>
              <a:rPr kumimoji="1" lang="en-US" altLang="zh-TW" sz="1600" dirty="0"/>
              <a:t>The</a:t>
            </a:r>
            <a:r>
              <a:rPr kumimoji="1" lang="en-US" altLang="zh-TW" dirty="0"/>
              <a:t>“, “</a:t>
            </a:r>
            <a:r>
              <a:rPr kumimoji="1" lang="en-US" altLang="zh-TW" sz="1600" dirty="0"/>
              <a:t>child</a:t>
            </a:r>
            <a:r>
              <a:rPr kumimoji="1" lang="en-US" altLang="zh-TW" dirty="0"/>
              <a:t>“,</a:t>
            </a:r>
            <a:r>
              <a:rPr kumimoji="1" lang="en-US" altLang="zh-TW" sz="1400" dirty="0"/>
              <a:t> </a:t>
            </a:r>
            <a:r>
              <a:rPr kumimoji="1" lang="en-US" altLang="zh-TW" dirty="0"/>
              <a:t>“</a:t>
            </a:r>
            <a:r>
              <a:rPr kumimoji="1" lang="en-US" altLang="zh-TW" sz="1600" dirty="0"/>
              <a:t>’</a:t>
            </a:r>
            <a:r>
              <a:rPr kumimoji="1" lang="en-US" altLang="zh-TW" dirty="0"/>
              <a:t>“,</a:t>
            </a:r>
            <a:r>
              <a:rPr kumimoji="1" lang="en-US" altLang="zh-TW" sz="1400" dirty="0"/>
              <a:t> </a:t>
            </a:r>
            <a:r>
              <a:rPr kumimoji="1" lang="en-US" altLang="zh-TW" dirty="0"/>
              <a:t>“</a:t>
            </a:r>
            <a:r>
              <a:rPr kumimoji="1" lang="en-US" altLang="zh-TW" sz="1600" dirty="0"/>
              <a:t>s</a:t>
            </a:r>
            <a:r>
              <a:rPr kumimoji="1" lang="en-US" altLang="zh-TW" dirty="0"/>
              <a:t>“,</a:t>
            </a:r>
            <a:r>
              <a:rPr kumimoji="1" lang="en-US" altLang="zh-TW" sz="1600" dirty="0"/>
              <a:t> </a:t>
            </a:r>
            <a:r>
              <a:rPr kumimoji="1" lang="en-US" altLang="zh-TW" dirty="0"/>
              <a:t>“</a:t>
            </a:r>
            <a:r>
              <a:rPr kumimoji="1" lang="en-US" altLang="zh-TW" sz="1600" dirty="0"/>
              <a:t>color</a:t>
            </a:r>
            <a:r>
              <a:rPr kumimoji="1" lang="en-US" altLang="zh-TW" dirty="0"/>
              <a:t>“,</a:t>
            </a:r>
            <a:r>
              <a:rPr kumimoji="1" lang="en-US" altLang="zh-TW" sz="1400" dirty="0"/>
              <a:t> </a:t>
            </a:r>
            <a:r>
              <a:rPr kumimoji="1" lang="en-US" altLang="zh-TW" dirty="0"/>
              <a:t>“</a:t>
            </a:r>
            <a:r>
              <a:rPr kumimoji="1" lang="en-US" altLang="zh-TW" sz="1600" dirty="0" err="1"/>
              <a:t>ing</a:t>
            </a:r>
            <a:r>
              <a:rPr kumimoji="1" lang="en-US" altLang="zh-TW" dirty="0"/>
              <a:t>“,</a:t>
            </a:r>
            <a:r>
              <a:rPr kumimoji="1" lang="en-US" altLang="zh-TW" sz="1600" dirty="0"/>
              <a:t> </a:t>
            </a:r>
            <a:r>
              <a:rPr kumimoji="1" lang="en-US" altLang="zh-TW" dirty="0"/>
              <a:t>“</a:t>
            </a:r>
            <a:r>
              <a:rPr kumimoji="1" lang="en-US" altLang="zh-TW" sz="1600" dirty="0"/>
              <a:t>book</a:t>
            </a:r>
            <a:r>
              <a:rPr kumimoji="1" lang="en-US" altLang="zh-TW" dirty="0"/>
              <a:t>“,</a:t>
            </a:r>
            <a:r>
              <a:rPr kumimoji="1" lang="en-US" altLang="zh-TW" sz="1400" dirty="0"/>
              <a:t> </a:t>
            </a:r>
            <a:r>
              <a:rPr kumimoji="1" lang="en-US" altLang="zh-TW" dirty="0"/>
              <a:t>“</a:t>
            </a:r>
            <a:r>
              <a:rPr kumimoji="1" lang="en-US" altLang="zh-TW" sz="1600" dirty="0"/>
              <a:t>.</a:t>
            </a:r>
            <a:r>
              <a:rPr kumimoji="1" lang="en-US" altLang="zh-TW" dirty="0"/>
              <a:t> “</a:t>
            </a:r>
            <a:r>
              <a:rPr kumimoji="1" lang="en-US" altLang="zh-TW" sz="1600" dirty="0"/>
              <a:t>] (using byte-pair encoding)</a:t>
            </a:r>
          </a:p>
          <a:p>
            <a:pPr lvl="1"/>
            <a:endParaRPr kumimoji="1" lang="en-US" altLang="zh-TW" sz="1600" dirty="0"/>
          </a:p>
          <a:p>
            <a:pPr lvl="1"/>
            <a:endParaRPr kumimoji="1" lang="en-US" altLang="zh-TW" dirty="0"/>
          </a:p>
          <a:p>
            <a:endParaRPr kumimoji="1" lang="zh-TW" altLang="en" sz="18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85239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D9BB56-842B-8917-0050-101A44A54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Embeddings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03AA0A-AA95-3899-4B7B-008CBC2B8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After tokenization, we turn these tokens into something the computer can understand and work with.</a:t>
            </a:r>
          </a:p>
          <a:p>
            <a:pPr lvl="1"/>
            <a:r>
              <a:rPr kumimoji="1" lang="en" altLang="zh-TW" dirty="0"/>
              <a:t>Embeddings</a:t>
            </a:r>
          </a:p>
          <a:p>
            <a:r>
              <a:rPr kumimoji="1" lang="en" altLang="zh-TW" dirty="0"/>
              <a:t>An embedding gives each token a </a:t>
            </a:r>
            <a:r>
              <a:rPr kumimoji="1" lang="en" altLang="zh-TW" u="sng" dirty="0"/>
              <a:t>unique numerical ID</a:t>
            </a:r>
            <a:r>
              <a:rPr kumimoji="1" lang="en" altLang="zh-TW" dirty="0"/>
              <a:t> that captures its meaning. </a:t>
            </a:r>
          </a:p>
          <a:p>
            <a:r>
              <a:rPr kumimoji="1" lang="en" altLang="zh-TW" dirty="0"/>
              <a:t>This numerical form helps the computer see how similar two tokens are, like knowing that “happy” and “joyful” are close in meaning, even though they are different words.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C48D0B2-3000-4C17-8611-7B583598B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850" y="4618653"/>
            <a:ext cx="5022762" cy="216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816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E4E9F4-7821-45C2-9D17-23AE20CEF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Embeddings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6D5EB0-3088-450A-A13B-54AFA8024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We use </a:t>
            </a:r>
            <a:r>
              <a:rPr kumimoji="1" lang="en-US" altLang="zh-TW" b="1" dirty="0"/>
              <a:t>vectors</a:t>
            </a:r>
            <a:r>
              <a:rPr kumimoji="1" lang="en-US" altLang="zh-TW" dirty="0"/>
              <a:t> because they are a straightforward method for the model to keep track of how tokens are related to each other</a:t>
            </a:r>
            <a:endParaRPr kumimoji="1" lang="zh-TW" altLang="en-US" dirty="0"/>
          </a:p>
          <a:p>
            <a:endParaRPr lang="zh-TW" alt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545394E-8B62-45DF-891C-1977A7433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242" y="2865550"/>
            <a:ext cx="5209505" cy="3890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1345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A2E329-3D79-F477-1979-1B079F9E2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Training/Fine-Tuning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F538A3-5B0F-BCEE-8720-A16FF0DBF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260761"/>
          </a:xfrm>
        </p:spPr>
        <p:txBody>
          <a:bodyPr>
            <a:normAutofit/>
          </a:bodyPr>
          <a:lstStyle/>
          <a:p>
            <a:r>
              <a:rPr kumimoji="1" lang="en" altLang="zh-TW" dirty="0"/>
              <a:t>The goal is to adjust the model’s parameters</a:t>
            </a:r>
          </a:p>
          <a:p>
            <a:pPr lvl="1"/>
            <a:r>
              <a:rPr kumimoji="1" lang="en" altLang="zh-TW" dirty="0"/>
              <a:t>maximize the probability of a correct prediction based on the observed data. </a:t>
            </a:r>
          </a:p>
          <a:p>
            <a:r>
              <a:rPr kumimoji="1" lang="en" altLang="zh-TW" dirty="0"/>
              <a:t>Typically, a model is trained on a huge general-purpose dataset of texts from the Internet, </a:t>
            </a:r>
          </a:p>
          <a:p>
            <a:pPr lvl="1"/>
            <a:r>
              <a:rPr kumimoji="1" lang="en" altLang="zh-TW" dirty="0"/>
              <a:t>such as The Pile or CommonCrawl. </a:t>
            </a:r>
          </a:p>
          <a:p>
            <a:pPr lvl="1"/>
            <a:r>
              <a:rPr kumimoji="1" lang="en" altLang="zh-TW" dirty="0"/>
              <a:t>Sometimes, more specific datasets</a:t>
            </a:r>
            <a:br>
              <a:rPr kumimoji="1" lang="en" altLang="zh-TW" dirty="0"/>
            </a:br>
            <a:r>
              <a:rPr kumimoji="1" lang="en" altLang="zh-TW" dirty="0"/>
              <a:t>such as the StackOverflow</a:t>
            </a:r>
          </a:p>
          <a:p>
            <a:r>
              <a:rPr kumimoji="1" lang="en" altLang="zh-TW" dirty="0"/>
              <a:t>This phase is also known as </a:t>
            </a:r>
            <a:br>
              <a:rPr kumimoji="1" lang="en" altLang="zh-TW" dirty="0"/>
            </a:br>
            <a:r>
              <a:rPr kumimoji="1" lang="en" altLang="zh-TW" dirty="0"/>
              <a:t>the pre-training stage, </a:t>
            </a:r>
            <a:br>
              <a:rPr kumimoji="1" lang="en" altLang="zh-TW" dirty="0"/>
            </a:br>
            <a:r>
              <a:rPr kumimoji="1" lang="en" altLang="zh-TW" dirty="0"/>
              <a:t>indicating that the model is trained </a:t>
            </a:r>
            <a:br>
              <a:rPr kumimoji="1" lang="en" altLang="zh-TW" dirty="0"/>
            </a:br>
            <a:r>
              <a:rPr kumimoji="1" lang="en" altLang="zh-TW" dirty="0"/>
              <a:t>to learn language comprehension </a:t>
            </a:r>
            <a:br>
              <a:rPr kumimoji="1" lang="en" altLang="zh-TW" dirty="0"/>
            </a:br>
            <a:r>
              <a:rPr kumimoji="1" lang="en" altLang="zh-TW" dirty="0"/>
              <a:t>and is prepared for further tuning.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00E4518-5B3A-4BA7-BB64-5D51D9146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017" y="3514933"/>
            <a:ext cx="4771707" cy="297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13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E12AE9-D9F9-452A-AC5F-CB8C13724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Training/Fine-Tuning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5C502A-0700-4BCF-98DD-462E104E8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/>
              <a:t>After pre-training, the model typically undergoes fine-tuning for a specific task. </a:t>
            </a:r>
          </a:p>
          <a:p>
            <a:r>
              <a:rPr kumimoji="1" lang="en" altLang="zh-TW" dirty="0"/>
              <a:t>This stage requires further training on a smaller dataset for a task (e.g., text translation) or a specialized domain (e.g., biomedical, finance, etc.). </a:t>
            </a:r>
          </a:p>
          <a:p>
            <a:r>
              <a:rPr kumimoji="1" lang="en" altLang="zh-TW" dirty="0"/>
              <a:t>Fine-tuning allows the model to adjust its previous knowledge of the specific task or domain, enhancing its performance.</a:t>
            </a:r>
          </a:p>
          <a:p>
            <a:r>
              <a:rPr kumimoji="1" lang="en-US" altLang="zh-TW" dirty="0"/>
              <a:t>Some keywords you may want to know..</a:t>
            </a:r>
          </a:p>
          <a:p>
            <a:pPr lvl="1"/>
            <a:r>
              <a:rPr kumimoji="1" lang="en-US" altLang="zh-TW" dirty="0"/>
              <a:t>Transfer learning</a:t>
            </a:r>
          </a:p>
          <a:p>
            <a:pPr lvl="1"/>
            <a:r>
              <a:rPr kumimoji="1" lang="en-US" altLang="zh-TW" dirty="0"/>
              <a:t>Few-shot learning</a:t>
            </a:r>
          </a:p>
          <a:p>
            <a:pPr lvl="1"/>
            <a:r>
              <a:rPr kumimoji="1" lang="en-US" altLang="zh-TW" dirty="0" err="1"/>
              <a:t>LoRA</a:t>
            </a:r>
            <a:r>
              <a:rPr kumimoji="1" lang="en-US" altLang="zh-TW" dirty="0"/>
              <a:t>: Low-Rank Adaptation of Large Language Models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716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090FA3-5CEA-C9BD-43E0-422B9D87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Prediction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F12019-5F80-A410-D330-98C245D27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4404016" cy="4350913"/>
          </a:xfrm>
        </p:spPr>
        <p:txBody>
          <a:bodyPr>
            <a:normAutofit lnSpcReduction="10000"/>
          </a:bodyPr>
          <a:lstStyle/>
          <a:p>
            <a:r>
              <a:rPr kumimoji="1" lang="en" altLang="zh-TW" dirty="0"/>
              <a:t>The model can generate text after the training or fine-tuning phase by predicting subsequent tokens in a sequence. </a:t>
            </a:r>
          </a:p>
          <a:p>
            <a:r>
              <a:rPr kumimoji="1" lang="en" altLang="zh-TW" dirty="0"/>
              <a:t>Inputting the sequence into the model, producing a probability distribution over the potential next tokens, essentially assigning a score to every word in the vocabulary. </a:t>
            </a:r>
          </a:p>
          <a:p>
            <a:r>
              <a:rPr kumimoji="1" lang="en" altLang="zh-TW" dirty="0"/>
              <a:t>The next token is selected according to its score. </a:t>
            </a:r>
          </a:p>
          <a:p>
            <a:r>
              <a:rPr kumimoji="1" lang="en-US" altLang="zh-TW" dirty="0"/>
              <a:t>The generation process will be repeated in a loop to predict one word at a time.</a:t>
            </a:r>
            <a:endParaRPr kumimoji="1" lang="en" altLang="zh-TW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DE5C8B04-000B-407A-9A04-0E8C994333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503"/>
          <a:stretch/>
        </p:blipFill>
        <p:spPr bwMode="auto">
          <a:xfrm>
            <a:off x="7363151" y="418565"/>
            <a:ext cx="4471847" cy="6156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9867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5D52A3-7CD0-04D1-4E2C-91AEFA62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Context Size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E5E002-D479-B6E4-4898-428672C0D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" altLang="zh-TW" sz="2000" dirty="0"/>
              <a:t>The context size, or context window, is a crucial aspect of LLMs.</a:t>
            </a:r>
          </a:p>
          <a:p>
            <a:r>
              <a:rPr kumimoji="1" lang="en" altLang="zh-TW" sz="2000" dirty="0"/>
              <a:t>It refers to the maximum number of tokens the model can process in </a:t>
            </a:r>
            <a:r>
              <a:rPr kumimoji="1" lang="en" altLang="zh-TW" sz="2000" u="sng" dirty="0"/>
              <a:t>a single request</a:t>
            </a:r>
            <a:r>
              <a:rPr kumimoji="1" lang="en" altLang="zh-TW" sz="2000" dirty="0"/>
              <a:t>. </a:t>
            </a:r>
          </a:p>
          <a:p>
            <a:pPr lvl="1"/>
            <a:r>
              <a:rPr kumimoji="1" lang="en-US" altLang="zh-TW" sz="1800" dirty="0"/>
              <a:t>T</a:t>
            </a:r>
            <a:r>
              <a:rPr kumimoji="1" lang="en" altLang="zh-TW" sz="1800" dirty="0"/>
              <a:t>he longer context length, make LLMs can ‘reme</a:t>
            </a:r>
            <a:r>
              <a:rPr kumimoji="1" lang="en-US" altLang="zh-TW" sz="1800" dirty="0"/>
              <a:t>m</a:t>
            </a:r>
            <a:r>
              <a:rPr kumimoji="1" lang="en" altLang="zh-TW" sz="1800" dirty="0"/>
              <a:t>ber’ more things.</a:t>
            </a:r>
          </a:p>
          <a:p>
            <a:r>
              <a:rPr kumimoji="1" lang="en" altLang="zh-TW" sz="2000" dirty="0"/>
              <a:t>Context size influences the length of text the model can handle at any one time, directly affecting the model’s performance and the outcomes it produces.</a:t>
            </a:r>
          </a:p>
          <a:p>
            <a:endParaRPr kumimoji="1" lang="en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708670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D784A5-815F-473A-AA0E-D2E379ECD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Scaling Laws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CC4E59-EA40-447E-8F6B-649B16981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38311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Scaling laws describe the relationship between a language model’s performance and various factors, including </a:t>
            </a:r>
          </a:p>
          <a:p>
            <a:pPr lvl="1"/>
            <a:r>
              <a:rPr lang="en-US" altLang="zh-TW" dirty="0"/>
              <a:t>the number of parameters</a:t>
            </a:r>
          </a:p>
          <a:p>
            <a:pPr lvl="1"/>
            <a:r>
              <a:rPr lang="en-US" altLang="zh-TW" dirty="0"/>
              <a:t>the training dataset size</a:t>
            </a:r>
          </a:p>
          <a:p>
            <a:pPr lvl="1"/>
            <a:r>
              <a:rPr lang="en-US" altLang="zh-TW" dirty="0"/>
              <a:t>the compute budget</a:t>
            </a:r>
          </a:p>
          <a:p>
            <a:pPr lvl="1"/>
            <a:r>
              <a:rPr lang="en-US" altLang="zh-TW" dirty="0"/>
              <a:t>the network architecture</a:t>
            </a:r>
          </a:p>
          <a:p>
            <a:r>
              <a:rPr lang="en-US" altLang="zh-TW" dirty="0"/>
              <a:t>In the research, “Training Compute-Optimal Large Language Models”,</a:t>
            </a:r>
          </a:p>
          <a:p>
            <a:pPr lvl="1"/>
            <a:r>
              <a:rPr lang="en-US" altLang="zh-TW" dirty="0"/>
              <a:t>trained the Chinchilla model, which comprises 70 billion parameters, on a dataset of 1.4 trillion tokens. </a:t>
            </a:r>
          </a:p>
          <a:p>
            <a:r>
              <a:rPr lang="en-US" altLang="zh-TW" dirty="0"/>
              <a:t>A scaling law proposed in the paper: </a:t>
            </a:r>
          </a:p>
          <a:p>
            <a:pPr lvl="1"/>
            <a:r>
              <a:rPr lang="en-US" altLang="zh-TW" dirty="0"/>
              <a:t>for a model with X parameters, the optimal training involves approximately </a:t>
            </a:r>
            <a:r>
              <a:rPr lang="en-US" altLang="zh-TW" sz="1700" b="1" dirty="0"/>
              <a:t>X * 20 </a:t>
            </a:r>
            <a:r>
              <a:rPr lang="en-US" altLang="zh-TW" dirty="0"/>
              <a:t>tokens. </a:t>
            </a:r>
          </a:p>
          <a:p>
            <a:pPr lvl="1"/>
            <a:r>
              <a:rPr lang="en-US" altLang="zh-TW" dirty="0"/>
              <a:t>For example, a model with 100 billion parameters would ideally be trained on about 2 trillion tokens.</a:t>
            </a:r>
            <a:endParaRPr lang="zh-TW" altLang="en-US" dirty="0"/>
          </a:p>
        </p:txBody>
      </p:sp>
      <p:pic>
        <p:nvPicPr>
          <p:cNvPr id="10242" name="Picture 2" descr="Chinchilla | San Diego Zoo Animals &amp; Plants">
            <a:extLst>
              <a:ext uri="{FF2B5EF4-FFF2-40B4-BE49-F238E27FC236}">
                <a16:creationId xmlns:a16="http://schemas.microsoft.com/office/drawing/2014/main" id="{6226926E-12F4-41FB-A573-274FE86A10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9" r="15633" b="11406"/>
          <a:stretch/>
        </p:blipFill>
        <p:spPr bwMode="auto">
          <a:xfrm>
            <a:off x="358397" y="4662152"/>
            <a:ext cx="2230815" cy="185455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5548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6ABBC5-3C7D-CB96-1C3B-1721F1510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Emergent Abilities in LLMs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35F0DC-D83A-79AF-DAAA-F0BCF77AE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8270" y="2133600"/>
            <a:ext cx="3232598" cy="3777622"/>
          </a:xfrm>
        </p:spPr>
        <p:txBody>
          <a:bodyPr>
            <a:normAutofit/>
          </a:bodyPr>
          <a:lstStyle/>
          <a:p>
            <a:r>
              <a:rPr kumimoji="1" lang="en" altLang="zh-TW" dirty="0"/>
              <a:t>New skills emerge unexpectedly as model size grows. </a:t>
            </a:r>
          </a:p>
          <a:p>
            <a:r>
              <a:rPr kumimoji="1" lang="en" altLang="zh-TW" dirty="0"/>
              <a:t>These abilities, including arithmetic, answering questions, summarizing material, and others, are not explicitly </a:t>
            </a:r>
            <a:r>
              <a:rPr kumimoji="1" lang="en" altLang="zh-TW" u="sng" dirty="0"/>
              <a:t>taught to the model throughout its training.</a:t>
            </a:r>
          </a:p>
        </p:txBody>
      </p:sp>
      <p:pic>
        <p:nvPicPr>
          <p:cNvPr id="7170" name="Picture 2" descr="Emergent Abilities of Large Language Models">
            <a:extLst>
              <a:ext uri="{FF2B5EF4-FFF2-40B4-BE49-F238E27FC236}">
                <a16:creationId xmlns:a16="http://schemas.microsoft.com/office/drawing/2014/main" id="{394401C2-D0CA-42E7-AE39-E6AB78FB4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329" y="1668845"/>
            <a:ext cx="6583801" cy="455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AAC8B77-CB64-4E6F-BB2D-46225846AB90}"/>
              </a:ext>
            </a:extLst>
          </p:cNvPr>
          <p:cNvSpPr txBox="1"/>
          <p:nvPr/>
        </p:nvSpPr>
        <p:spPr>
          <a:xfrm>
            <a:off x="5270329" y="6227966"/>
            <a:ext cx="55862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Ref: Are Emergent Abilities of Large Language Models a Mirage?</a:t>
            </a:r>
          </a:p>
          <a:p>
            <a:r>
              <a: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https://arxiv.org/abs/2304.15004</a:t>
            </a:r>
            <a:r>
              <a: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3115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6E3E71-234D-4B93-B462-DC4FC6926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" altLang="zh-TW" dirty="0"/>
              <a:t>Emergent Abilities in LLMs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468DF2-1071-4BD7-B7B2-A58326B4C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0113" y="2133600"/>
            <a:ext cx="5934500" cy="3778250"/>
          </a:xfrm>
        </p:spPr>
        <p:txBody>
          <a:bodyPr>
            <a:normAutofit/>
          </a:bodyPr>
          <a:lstStyle/>
          <a:p>
            <a:r>
              <a:rPr lang="en-US" altLang="zh-TW" dirty="0"/>
              <a:t>Emergent properties are not only a concept that belongs to artificial intelligence but to all disciplines (from physics to biology). </a:t>
            </a:r>
            <a:endParaRPr lang="en" altLang="zh-TW" dirty="0"/>
          </a:p>
          <a:p>
            <a:r>
              <a:rPr lang="en" altLang="zh-TW" dirty="0"/>
              <a:t>Traditionally, models required task-specific fine-tuning and architectural adjustments to execute specific tasks. </a:t>
            </a:r>
          </a:p>
          <a:p>
            <a:r>
              <a:rPr lang="en" altLang="zh-TW" dirty="0"/>
              <a:t>However, scaled-up models can perform these jobs without architectural changes or specialized tuning. </a:t>
            </a:r>
          </a:p>
          <a:p>
            <a:pPr lvl="1"/>
            <a:r>
              <a:rPr lang="en" altLang="zh-TW" dirty="0"/>
              <a:t>They accomplish this by interpreting tasks using natural language processing. </a:t>
            </a:r>
          </a:p>
        </p:txBody>
      </p:sp>
      <p:pic>
        <p:nvPicPr>
          <p:cNvPr id="8194" name="Picture 2" descr="ants">
            <a:extLst>
              <a:ext uri="{FF2B5EF4-FFF2-40B4-BE49-F238E27FC236}">
                <a16:creationId xmlns:a16="http://schemas.microsoft.com/office/drawing/2014/main" id="{8F5DB2BD-515F-4DEA-8B73-C0DEB4C86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505" y="2173825"/>
            <a:ext cx="504825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37075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19E0ECED-FA90-405A-AAB8-D5F0E60DD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Emergent Abilities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2C86033-7386-4026-9A5F-299DF9334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/>
              <a:t>LLMs’ ability to accomplish various functions without explicit fine-tuning is a significant milestone.</a:t>
            </a:r>
          </a:p>
          <a:p>
            <a:r>
              <a:rPr lang="en-US" altLang="zh-TW" sz="2000" dirty="0"/>
              <a:t>Emergent abilities in Large Language Models (LLMs) are empirical phenomena that occur when </a:t>
            </a:r>
            <a:r>
              <a:rPr lang="en-US" altLang="zh-TW" sz="2000" u="sng" dirty="0"/>
              <a:t>the size of language models exceeds specific thresholds</a:t>
            </a:r>
            <a:r>
              <a:rPr lang="en-US" altLang="zh-TW" sz="2000" dirty="0"/>
              <a:t>.</a:t>
            </a:r>
          </a:p>
          <a:p>
            <a:r>
              <a:rPr lang="en-US" altLang="zh-TW" sz="2000" dirty="0"/>
              <a:t>Emergent abilities is influenced by factors such as</a:t>
            </a:r>
          </a:p>
          <a:p>
            <a:pPr lvl="1"/>
            <a:r>
              <a:rPr lang="en-US" altLang="zh-TW" sz="1800" dirty="0"/>
              <a:t>volume and quality of the data</a:t>
            </a:r>
          </a:p>
          <a:p>
            <a:pPr lvl="1"/>
            <a:r>
              <a:rPr lang="en-US" altLang="zh-TW" sz="1800" dirty="0"/>
              <a:t>the quantity of the model’s parameters. </a:t>
            </a:r>
          </a:p>
        </p:txBody>
      </p:sp>
    </p:spTree>
    <p:extLst>
      <p:ext uri="{BB962C8B-B14F-4D97-AF65-F5344CB8AC3E}">
        <p14:creationId xmlns:p14="http://schemas.microsoft.com/office/powerpoint/2010/main" val="98459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3E9FC9-ACE6-4051-9E26-DEEF81B9A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Factors Leading To Emergent Abilities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684F4D-3DEB-4A83-A3CC-47CB8FFE4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/>
              <a:t>Multi-step reasoning involves instructing a model to perform a series of intermediate steps before providing the final result. </a:t>
            </a:r>
          </a:p>
          <a:p>
            <a:pPr lvl="1"/>
            <a:r>
              <a:rPr lang="en-US" altLang="zh-TW" sz="1800" dirty="0"/>
              <a:t>This approach, known as </a:t>
            </a:r>
            <a:r>
              <a:rPr lang="en-US" altLang="zh-TW" sz="2000" b="1" dirty="0"/>
              <a:t>chain-of-thought (COT)</a:t>
            </a:r>
            <a:r>
              <a:rPr lang="en-US" altLang="zh-TW" sz="1800" dirty="0"/>
              <a:t> prompting</a:t>
            </a:r>
          </a:p>
          <a:p>
            <a:pPr lvl="1"/>
            <a:r>
              <a:rPr lang="en-US" altLang="zh-TW" sz="1800" dirty="0"/>
              <a:t>more effective than standard prompting only when applied to sufficiently large models.</a:t>
            </a:r>
          </a:p>
          <a:p>
            <a:r>
              <a:rPr lang="en-US" altLang="zh-TW" sz="2000" dirty="0"/>
              <a:t>Another strategy is fine-tuning a model on various tasks presented as </a:t>
            </a:r>
            <a:r>
              <a:rPr lang="en-US" altLang="zh-TW" sz="2000" b="1" dirty="0"/>
              <a:t>Instruction Following/Instruction Finetuning</a:t>
            </a:r>
            <a:r>
              <a:rPr lang="en-US" altLang="zh-TW" sz="2000" dirty="0"/>
              <a:t>. </a:t>
            </a:r>
          </a:p>
          <a:p>
            <a:pPr lvl="1"/>
            <a:r>
              <a:rPr lang="en-US" altLang="zh-TW" sz="1800" dirty="0"/>
              <a:t>shows improved performance only with models of a </a:t>
            </a:r>
            <a:r>
              <a:rPr lang="en-US" altLang="zh-TW" sz="1800" b="1" dirty="0"/>
              <a:t>certain size</a:t>
            </a:r>
          </a:p>
          <a:p>
            <a:pPr lvl="1"/>
            <a:r>
              <a:rPr lang="en-US" altLang="zh-TW" sz="1800" b="1" dirty="0"/>
              <a:t>scale in achieving advanced capabilities </a:t>
            </a:r>
            <a:r>
              <a:rPr lang="en-US" altLang="zh-TW" sz="1800" dirty="0"/>
              <a:t>indeed matters.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72887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D6C36A-9605-4266-9272-FF71AB6E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Factors Leading To Emergent Abilities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A21B77-656C-42C5-8EEA-C52148D8C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 descr="COT">
            <a:extLst>
              <a:ext uri="{FF2B5EF4-FFF2-40B4-BE49-F238E27FC236}">
                <a16:creationId xmlns:a16="http://schemas.microsoft.com/office/drawing/2014/main" id="{AA4B6C28-1FFB-44C3-B136-70F6CDFF7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0" y="1580147"/>
            <a:ext cx="8203114" cy="412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F1F3F55-BBA6-4894-89DC-3FD66345FAD8}"/>
              </a:ext>
            </a:extLst>
          </p:cNvPr>
          <p:cNvSpPr txBox="1"/>
          <p:nvPr/>
        </p:nvSpPr>
        <p:spPr>
          <a:xfrm>
            <a:off x="2589210" y="5723632"/>
            <a:ext cx="82031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334155"/>
                </a:solidFill>
                <a:latin typeface="ui-sans-serif"/>
              </a:rPr>
              <a:t>You can </a:t>
            </a:r>
            <a:r>
              <a:rPr lang="en-US" altLang="zh-TW" b="0" i="0" dirty="0">
                <a:solidFill>
                  <a:srgbClr val="334155"/>
                </a:solidFill>
                <a:effectLst/>
                <a:latin typeface="ui-sans-serif"/>
              </a:rPr>
              <a:t>combine it with few-shot prompting (make th</a:t>
            </a:r>
            <a:r>
              <a:rPr lang="en-US" altLang="zh-TW" dirty="0">
                <a:solidFill>
                  <a:srgbClr val="334155"/>
                </a:solidFill>
                <a:latin typeface="ui-sans-serif"/>
              </a:rPr>
              <a:t>e model do intermediate reasoning steps)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63512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0B006B6-E691-4562-863C-434B5F44D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361" y="0"/>
            <a:ext cx="53612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845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C06FB27-76F6-4CA3-8B5B-F2718FFD9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652" y="402574"/>
            <a:ext cx="8030696" cy="568721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E5FFD5B-95BC-4CB0-B121-7F2F25427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526" y="5030347"/>
            <a:ext cx="4475748" cy="6028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74AF859-6CFB-4441-A89C-9D68D1220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059" y="6249290"/>
            <a:ext cx="6225289" cy="41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38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65EB0E-C6CD-BE02-E7D2-C099E7D61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Prompts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53724C-79CF-0BCD-84A4-F962AC796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" altLang="zh-TW" sz="2000" dirty="0"/>
              <a:t>The text (or images, numbers, tables…) we provide to LLMs as instructions </a:t>
            </a:r>
          </a:p>
          <a:p>
            <a:r>
              <a:rPr kumimoji="1" lang="en" altLang="zh-TW" sz="2000" dirty="0"/>
              <a:t>Prompts are instructions given to AI systems like OpenAI’s GPT-3 and GPT-4, providing context to generate human-like text</a:t>
            </a:r>
          </a:p>
          <a:p>
            <a:pPr lvl="1"/>
            <a:r>
              <a:rPr kumimoji="1" lang="en" altLang="zh-TW" sz="1800" dirty="0"/>
              <a:t>the more detailed the prompt, the better the model’s output.</a:t>
            </a:r>
          </a:p>
          <a:p>
            <a:r>
              <a:rPr kumimoji="1" lang="en-US" altLang="zh-TW" sz="2000" dirty="0"/>
              <a:t>Concise, descriptive, and short (depending on the task)prompts</a:t>
            </a:r>
          </a:p>
          <a:p>
            <a:pPr lvl="1"/>
            <a:r>
              <a:rPr kumimoji="1" lang="en-US" altLang="zh-TW" sz="1800" dirty="0"/>
              <a:t>more effective results, allowing for the LLM’s creativity while guiding it toward the desired output. </a:t>
            </a:r>
          </a:p>
          <a:p>
            <a:pPr lvl="1"/>
            <a:r>
              <a:rPr kumimoji="1" lang="en-US" altLang="zh-TW" sz="1800" dirty="0"/>
              <a:t>Using specific words or phrases can help focus the model on generating relevant content</a:t>
            </a:r>
            <a:endParaRPr kumimoji="1" lang="en" altLang="zh-TW" sz="1800" dirty="0"/>
          </a:p>
        </p:txBody>
      </p:sp>
    </p:spTree>
    <p:extLst>
      <p:ext uri="{BB962C8B-B14F-4D97-AF65-F5344CB8AC3E}">
        <p14:creationId xmlns:p14="http://schemas.microsoft.com/office/powerpoint/2010/main" val="2481734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049C11-19D2-4B20-BF7C-11C5CD9B2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" altLang="zh-TW" dirty="0"/>
              <a:t>Prompts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6EC2AF-ED3B-45EA-AE8E-3072D9CDE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You</a:t>
            </a:r>
            <a:r>
              <a:rPr lang="zh-TW" altLang="en-US" sz="2000" dirty="0"/>
              <a:t> </a:t>
            </a:r>
            <a:r>
              <a:rPr lang="en-US" altLang="zh-TW" sz="2000" dirty="0"/>
              <a:t>might</a:t>
            </a:r>
            <a:r>
              <a:rPr lang="zh-TW" altLang="en-US" sz="2000" dirty="0"/>
              <a:t> </a:t>
            </a:r>
            <a:r>
              <a:rPr lang="en-US" altLang="zh-TW" sz="2000" dirty="0"/>
              <a:t>have</a:t>
            </a:r>
            <a:r>
              <a:rPr lang="zh-TW" altLang="en-US" sz="2000" dirty="0"/>
              <a:t> </a:t>
            </a:r>
            <a:r>
              <a:rPr lang="en-US" altLang="zh-TW" sz="2000" dirty="0"/>
              <a:t>some</a:t>
            </a:r>
            <a:r>
              <a:rPr lang="zh-TW" altLang="en-US" sz="2000" dirty="0"/>
              <a:t> </a:t>
            </a:r>
            <a:r>
              <a:rPr lang="en-US" altLang="zh-TW" sz="2000" dirty="0"/>
              <a:t>tips:</a:t>
            </a:r>
          </a:p>
          <a:p>
            <a:r>
              <a:rPr lang="en" altLang="zh-TW" sz="2000" dirty="0"/>
              <a:t>Use Precise Language:</a:t>
            </a:r>
          </a:p>
          <a:p>
            <a:pPr lvl="1"/>
            <a:r>
              <a:rPr lang="en" altLang="zh-TW" sz="1800" dirty="0"/>
              <a:t>Less Precise: “Write about dog food.”</a:t>
            </a:r>
          </a:p>
          <a:p>
            <a:pPr lvl="1"/>
            <a:r>
              <a:rPr lang="en" altLang="zh-TW" sz="1800" dirty="0"/>
              <a:t>More Precise: “Write a 500-word informative article about the dietary needs of adult Golden Retrievers.”</a:t>
            </a:r>
          </a:p>
          <a:p>
            <a:r>
              <a:rPr lang="en" altLang="zh-TW" sz="2000" dirty="0"/>
              <a:t>Provide Sufficient Context: Context helps the model understand the expected output:</a:t>
            </a:r>
          </a:p>
          <a:p>
            <a:pPr lvl="1"/>
            <a:r>
              <a:rPr lang="en" altLang="zh-TW" sz="1800" dirty="0"/>
              <a:t>Less Contextual: “Write a story.”</a:t>
            </a:r>
          </a:p>
          <a:p>
            <a:pPr lvl="1"/>
            <a:r>
              <a:rPr lang="en" altLang="zh-TW" sz="1800" dirty="0"/>
              <a:t>More Contextual: “Write a short story set in Victorian England featuring a young detective solving his first major case.</a:t>
            </a:r>
          </a:p>
        </p:txBody>
      </p:sp>
    </p:spTree>
    <p:extLst>
      <p:ext uri="{BB962C8B-B14F-4D97-AF65-F5344CB8AC3E}">
        <p14:creationId xmlns:p14="http://schemas.microsoft.com/office/powerpoint/2010/main" val="1342931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A62695-0F2C-44C3-87D0-D844B5CF4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" altLang="zh-TW" dirty="0"/>
              <a:t>Prompts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0B8BDD-35F9-44BD-AB69-36E738DA1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Test Variations: try with </a:t>
            </a:r>
            <a:r>
              <a:rPr lang="en-US" altLang="zh-TW" sz="2000" b="1" dirty="0"/>
              <a:t>different prompt styles </a:t>
            </a:r>
            <a:r>
              <a:rPr lang="en-US" altLang="zh-TW" sz="2000" dirty="0"/>
              <a:t>to find the most effective approach:</a:t>
            </a:r>
          </a:p>
          <a:p>
            <a:pPr lvl="1"/>
            <a:r>
              <a:rPr lang="en-US" altLang="zh-TW" sz="1800" dirty="0"/>
              <a:t>Initial: “Write a blog post about the benefits of yoga.”</a:t>
            </a:r>
          </a:p>
          <a:p>
            <a:pPr lvl="1"/>
            <a:r>
              <a:rPr lang="en-US" altLang="zh-TW" sz="1800" dirty="0"/>
              <a:t>Variation 1: “Compose a 1000-word blog post detailing the physical and mental benefits of regular yoga practice.”</a:t>
            </a:r>
          </a:p>
          <a:p>
            <a:pPr lvl="1"/>
            <a:r>
              <a:rPr lang="en-US" altLang="zh-TW" sz="1800" dirty="0"/>
              <a:t>Variation 2: “Create an engaging blog post that highlights the top 10 benefits of incorporating yoga into a daily routine.”</a:t>
            </a:r>
          </a:p>
          <a:p>
            <a:r>
              <a:rPr lang="en-US" altLang="zh-TW" sz="2000" dirty="0"/>
              <a:t>Review Outputs: check the outputs if it saying is true.</a:t>
            </a:r>
          </a:p>
          <a:p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97575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763C32-3D4E-3421-0C19-F3D5B608B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Hallucinations and Biases in LLMs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78B440-3868-4D7B-4AD6-46122DC03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363454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zh-TW" sz="2000" dirty="0"/>
              <a:t>Hallucinations:</a:t>
            </a:r>
          </a:p>
          <a:p>
            <a:pPr lvl="1"/>
            <a:r>
              <a:rPr kumimoji="1" lang="en" altLang="zh-TW" sz="1800" dirty="0"/>
              <a:t>if a user asks, “Who won the World Series in </a:t>
            </a:r>
            <a:r>
              <a:rPr kumimoji="1" lang="en" altLang="zh-TW" sz="1800" u="sng" dirty="0"/>
              <a:t>2025</a:t>
            </a:r>
            <a:r>
              <a:rPr kumimoji="1" lang="en" altLang="zh-TW" sz="1800" dirty="0"/>
              <a:t>?” and the LLM responds with a specific winner. As of the current date (</a:t>
            </a:r>
            <a:r>
              <a:rPr kumimoji="1" lang="en-US" altLang="zh-TW" sz="1800" dirty="0"/>
              <a:t>Sep</a:t>
            </a:r>
            <a:r>
              <a:rPr kumimoji="1" lang="en" altLang="zh-TW" sz="1800" dirty="0"/>
              <a:t> 2024), the event has yet to occur, making any response speculative and incorrect.</a:t>
            </a:r>
          </a:p>
          <a:p>
            <a:pPr lvl="1"/>
            <a:r>
              <a:rPr kumimoji="1" lang="en-US" altLang="zh-TW" sz="1800" dirty="0"/>
              <a:t>the model creates outputs that do </a:t>
            </a:r>
            <a:r>
              <a:rPr kumimoji="1" lang="en-US" altLang="zh-TW" sz="1800" b="1" dirty="0"/>
              <a:t>NOT</a:t>
            </a:r>
            <a:r>
              <a:rPr kumimoji="1" lang="en-US" altLang="zh-TW" sz="1800" dirty="0"/>
              <a:t> correspond to real-world facts or context</a:t>
            </a:r>
            <a:endParaRPr kumimoji="1" lang="en" altLang="zh-TW" sz="1800" dirty="0"/>
          </a:p>
          <a:p>
            <a:r>
              <a:rPr kumimoji="1" lang="en" altLang="zh-TW" sz="2000" dirty="0"/>
              <a:t>Bias in AI and LLMs is another critical issue. </a:t>
            </a:r>
          </a:p>
          <a:p>
            <a:pPr lvl="1"/>
            <a:r>
              <a:rPr kumimoji="1" lang="en" altLang="zh-TW" sz="1800" dirty="0"/>
              <a:t>It refers to these models’ inclination to favor specific outputs or decisions based on their training data.</a:t>
            </a:r>
          </a:p>
          <a:p>
            <a:pPr lvl="1"/>
            <a:r>
              <a:rPr kumimoji="1" lang="en-US" altLang="zh-TW" sz="1800" dirty="0"/>
              <a:t>the model maybe biased toward that region’s language, culture, or viewpoints</a:t>
            </a:r>
            <a:endParaRPr kumimoji="1" lang="en" altLang="zh-TW" sz="1800" dirty="0"/>
          </a:p>
          <a:p>
            <a:pPr lvl="1"/>
            <a:r>
              <a:rPr kumimoji="1" lang="en-US" altLang="zh-TW" sz="1800" dirty="0"/>
              <a:t>For example, if a user asks an LLM, “Who is a nurse?” </a:t>
            </a:r>
            <a:endParaRPr kumimoji="1" lang="en" altLang="zh-TW" sz="1800" dirty="0"/>
          </a:p>
          <a:p>
            <a:pPr lvl="2"/>
            <a:r>
              <a:rPr kumimoji="1" lang="en-US" altLang="zh-TW" sz="1600" dirty="0"/>
              <a:t>it responds, “</a:t>
            </a:r>
            <a:r>
              <a:rPr kumimoji="1" lang="en-US" altLang="zh-TW" sz="1600" dirty="0">
                <a:solidFill>
                  <a:srgbClr val="FF0000"/>
                </a:solidFill>
              </a:rPr>
              <a:t>She</a:t>
            </a:r>
            <a:r>
              <a:rPr kumimoji="1" lang="en-US" altLang="zh-TW" sz="1600" dirty="0"/>
              <a:t> is a healthcare professional who cares for patients in a hospital,” this demonstrates a gender bias.</a:t>
            </a:r>
            <a:r>
              <a:rPr kumimoji="1" lang="en" altLang="zh-TW" sz="1600" dirty="0"/>
              <a:t> 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3973756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FF8805-F9B2-4B4D-B416-020FDF2BF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next things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0CC2E7-44D1-4A67-8A32-86C2AF18B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Retrieval-Augmented Generation</a:t>
            </a:r>
            <a:endParaRPr lang="zh-TW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AFEB928-9DA8-48C3-BD4D-0995E6857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3346" y="2530697"/>
            <a:ext cx="7580739" cy="424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091541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綠黃色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3339</TotalTime>
  <Words>1817</Words>
  <Application>Microsoft Office PowerPoint</Application>
  <PresentationFormat>寬螢幕</PresentationFormat>
  <Paragraphs>180</Paragraphs>
  <Slides>32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8" baseType="lpstr">
      <vt:lpstr>ui-sans-serif</vt:lpstr>
      <vt:lpstr>Arial</vt:lpstr>
      <vt:lpstr>Century Gothic</vt:lpstr>
      <vt:lpstr>Times New Roman</vt:lpstr>
      <vt:lpstr>Wingdings 3</vt:lpstr>
      <vt:lpstr>絲縷</vt:lpstr>
      <vt:lpstr>What are Large Language Models</vt:lpstr>
      <vt:lpstr>Book reading</vt:lpstr>
      <vt:lpstr>What are Large Language Models (LLMs)</vt:lpstr>
      <vt:lpstr>What are Large Language Models (LLMs)</vt:lpstr>
      <vt:lpstr>What are Large Language Models</vt:lpstr>
      <vt:lpstr>What are Large Language Models</vt:lpstr>
      <vt:lpstr>What are Large Language Models</vt:lpstr>
      <vt:lpstr>Self Attention mechanisms</vt:lpstr>
      <vt:lpstr>Key LLM Terminologies</vt:lpstr>
      <vt:lpstr>Transformer</vt:lpstr>
      <vt:lpstr>Language Modeling</vt:lpstr>
      <vt:lpstr>Tokenization</vt:lpstr>
      <vt:lpstr>Tokenization</vt:lpstr>
      <vt:lpstr>Embeddings</vt:lpstr>
      <vt:lpstr>Embeddings</vt:lpstr>
      <vt:lpstr>Training/Fine-Tuning</vt:lpstr>
      <vt:lpstr>Training/Fine-Tuning</vt:lpstr>
      <vt:lpstr>Prediction</vt:lpstr>
      <vt:lpstr>Context Size</vt:lpstr>
      <vt:lpstr>Scaling Laws</vt:lpstr>
      <vt:lpstr>Emergent Abilities in LLMs</vt:lpstr>
      <vt:lpstr>Emergent Abilities in LLMs</vt:lpstr>
      <vt:lpstr>Emergent Abilities</vt:lpstr>
      <vt:lpstr>Factors Leading To Emergent Abilities</vt:lpstr>
      <vt:lpstr>Factors Leading To Emergent Abilities</vt:lpstr>
      <vt:lpstr>PowerPoint 簡報</vt:lpstr>
      <vt:lpstr>PowerPoint 簡報</vt:lpstr>
      <vt:lpstr>Prompts</vt:lpstr>
      <vt:lpstr>Prompts</vt:lpstr>
      <vt:lpstr>Prompts</vt:lpstr>
      <vt:lpstr>Hallucinations and Biases in LLMs</vt:lpstr>
      <vt:lpstr>The next things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are Large Language Models</dc:title>
  <dc:creator>林俊杰</dc:creator>
  <cp:lastModifiedBy>林俊杰</cp:lastModifiedBy>
  <cp:revision>45</cp:revision>
  <dcterms:created xsi:type="dcterms:W3CDTF">2024-09-07T02:55:36Z</dcterms:created>
  <dcterms:modified xsi:type="dcterms:W3CDTF">2024-09-18T10:13:41Z</dcterms:modified>
</cp:coreProperties>
</file>
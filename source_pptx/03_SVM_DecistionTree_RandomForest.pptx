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1" r:id="rId1"/>
  </p:sldMasterIdLst>
  <p:notesMasterIdLst>
    <p:notesMasterId r:id="rId62"/>
  </p:notesMasterIdLst>
  <p:sldIdLst>
    <p:sldId id="256" r:id="rId2"/>
    <p:sldId id="375" r:id="rId3"/>
    <p:sldId id="262" r:id="rId4"/>
    <p:sldId id="357" r:id="rId5"/>
    <p:sldId id="358" r:id="rId6"/>
    <p:sldId id="374" r:id="rId7"/>
    <p:sldId id="257" r:id="rId8"/>
    <p:sldId id="258" r:id="rId9"/>
    <p:sldId id="261" r:id="rId10"/>
    <p:sldId id="359" r:id="rId11"/>
    <p:sldId id="360" r:id="rId12"/>
    <p:sldId id="361" r:id="rId13"/>
    <p:sldId id="362" r:id="rId14"/>
    <p:sldId id="384" r:id="rId15"/>
    <p:sldId id="385" r:id="rId16"/>
    <p:sldId id="363" r:id="rId17"/>
    <p:sldId id="376" r:id="rId18"/>
    <p:sldId id="364" r:id="rId19"/>
    <p:sldId id="397" r:id="rId20"/>
    <p:sldId id="365" r:id="rId21"/>
    <p:sldId id="396" r:id="rId22"/>
    <p:sldId id="388" r:id="rId23"/>
    <p:sldId id="377" r:id="rId24"/>
    <p:sldId id="366" r:id="rId25"/>
    <p:sldId id="378" r:id="rId26"/>
    <p:sldId id="367" r:id="rId27"/>
    <p:sldId id="368" r:id="rId28"/>
    <p:sldId id="369" r:id="rId29"/>
    <p:sldId id="370" r:id="rId30"/>
    <p:sldId id="379" r:id="rId31"/>
    <p:sldId id="380" r:id="rId32"/>
    <p:sldId id="381" r:id="rId33"/>
    <p:sldId id="382" r:id="rId34"/>
    <p:sldId id="259" r:id="rId35"/>
    <p:sldId id="372" r:id="rId36"/>
    <p:sldId id="373" r:id="rId37"/>
    <p:sldId id="390" r:id="rId38"/>
    <p:sldId id="391" r:id="rId39"/>
    <p:sldId id="265" r:id="rId40"/>
    <p:sldId id="266" r:id="rId41"/>
    <p:sldId id="267" r:id="rId42"/>
    <p:sldId id="392" r:id="rId43"/>
    <p:sldId id="393" r:id="rId44"/>
    <p:sldId id="260" r:id="rId45"/>
    <p:sldId id="394" r:id="rId46"/>
    <p:sldId id="395" r:id="rId47"/>
    <p:sldId id="278" r:id="rId48"/>
    <p:sldId id="268" r:id="rId49"/>
    <p:sldId id="279" r:id="rId50"/>
    <p:sldId id="273" r:id="rId51"/>
    <p:sldId id="281" r:id="rId52"/>
    <p:sldId id="264" r:id="rId53"/>
    <p:sldId id="263" r:id="rId54"/>
    <p:sldId id="274" r:id="rId55"/>
    <p:sldId id="276" r:id="rId56"/>
    <p:sldId id="277" r:id="rId57"/>
    <p:sldId id="282" r:id="rId58"/>
    <p:sldId id="270" r:id="rId59"/>
    <p:sldId id="271" r:id="rId60"/>
    <p:sldId id="283" r:id="rId6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85"/>
    <p:restoredTop sz="96281"/>
  </p:normalViewPr>
  <p:slideViewPr>
    <p:cSldViewPr snapToGrid="0" snapToObjects="1">
      <p:cViewPr varScale="1">
        <p:scale>
          <a:sx n="116" d="100"/>
          <a:sy n="116" d="100"/>
        </p:scale>
        <p:origin x="44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林俊杰" userId="dcfdc803-95d8-409b-8404-351632be86e2" providerId="ADAL" clId="{E3CB6CDF-8DB8-4DDB-9DF9-FDF04FC1A5DC}"/>
    <pc:docChg chg="undo custSel addSld delSld modSld sldOrd">
      <pc:chgData name="林俊杰" userId="dcfdc803-95d8-409b-8404-351632be86e2" providerId="ADAL" clId="{E3CB6CDF-8DB8-4DDB-9DF9-FDF04FC1A5DC}" dt="2025-10-09T14:27:55.216" v="388"/>
      <pc:docMkLst>
        <pc:docMk/>
      </pc:docMkLst>
      <pc:sldChg chg="modSp">
        <pc:chgData name="林俊杰" userId="dcfdc803-95d8-409b-8404-351632be86e2" providerId="ADAL" clId="{E3CB6CDF-8DB8-4DDB-9DF9-FDF04FC1A5DC}" dt="2025-10-09T14:07:56.567" v="246"/>
        <pc:sldMkLst>
          <pc:docMk/>
          <pc:sldMk cId="531161726" sldId="256"/>
        </pc:sldMkLst>
        <pc:spChg chg="mod">
          <ac:chgData name="林俊杰" userId="dcfdc803-95d8-409b-8404-351632be86e2" providerId="ADAL" clId="{E3CB6CDF-8DB8-4DDB-9DF9-FDF04FC1A5DC}" dt="2025-10-09T14:07:56.567" v="246"/>
          <ac:spMkLst>
            <pc:docMk/>
            <pc:sldMk cId="531161726" sldId="256"/>
            <ac:spMk id="2" creationId="{67401E8B-9B79-EE46-B0E2-11E6782C1C93}"/>
          </ac:spMkLst>
        </pc:spChg>
        <pc:spChg chg="mod">
          <ac:chgData name="林俊杰" userId="dcfdc803-95d8-409b-8404-351632be86e2" providerId="ADAL" clId="{E3CB6CDF-8DB8-4DDB-9DF9-FDF04FC1A5DC}" dt="2025-10-09T14:07:56.567" v="246"/>
          <ac:spMkLst>
            <pc:docMk/>
            <pc:sldMk cId="531161726" sldId="256"/>
            <ac:spMk id="3" creationId="{CA02E420-DCDB-D54D-9458-1ACA48AB0417}"/>
          </ac:spMkLst>
        </pc:spChg>
      </pc:sldChg>
      <pc:sldChg chg="modSp">
        <pc:chgData name="林俊杰" userId="dcfdc803-95d8-409b-8404-351632be86e2" providerId="ADAL" clId="{E3CB6CDF-8DB8-4DDB-9DF9-FDF04FC1A5DC}" dt="2025-10-09T14:07:56.567" v="246"/>
        <pc:sldMkLst>
          <pc:docMk/>
          <pc:sldMk cId="3432277687" sldId="257"/>
        </pc:sldMkLst>
        <pc:spChg chg="mod">
          <ac:chgData name="林俊杰" userId="dcfdc803-95d8-409b-8404-351632be86e2" providerId="ADAL" clId="{E3CB6CDF-8DB8-4DDB-9DF9-FDF04FC1A5DC}" dt="2025-10-09T14:07:56.567" v="246"/>
          <ac:spMkLst>
            <pc:docMk/>
            <pc:sldMk cId="3432277687" sldId="257"/>
            <ac:spMk id="2" creationId="{10AA77BD-7C70-A441-BB68-BD24E4E28F2F}"/>
          </ac:spMkLst>
        </pc:spChg>
        <pc:spChg chg="mod">
          <ac:chgData name="林俊杰" userId="dcfdc803-95d8-409b-8404-351632be86e2" providerId="ADAL" clId="{E3CB6CDF-8DB8-4DDB-9DF9-FDF04FC1A5DC}" dt="2025-10-09T14:07:56.567" v="246"/>
          <ac:spMkLst>
            <pc:docMk/>
            <pc:sldMk cId="3432277687" sldId="257"/>
            <ac:spMk id="3" creationId="{4757F6E3-8D5B-8C47-A71A-489852D90913}"/>
          </ac:spMkLst>
        </pc:spChg>
      </pc:sldChg>
      <pc:sldChg chg="modSp">
        <pc:chgData name="林俊杰" userId="dcfdc803-95d8-409b-8404-351632be86e2" providerId="ADAL" clId="{E3CB6CDF-8DB8-4DDB-9DF9-FDF04FC1A5DC}" dt="2025-10-09T14:07:56.567" v="246"/>
        <pc:sldMkLst>
          <pc:docMk/>
          <pc:sldMk cId="3254878037" sldId="258"/>
        </pc:sldMkLst>
        <pc:spChg chg="mod">
          <ac:chgData name="林俊杰" userId="dcfdc803-95d8-409b-8404-351632be86e2" providerId="ADAL" clId="{E3CB6CDF-8DB8-4DDB-9DF9-FDF04FC1A5DC}" dt="2025-10-09T14:07:56.567" v="246"/>
          <ac:spMkLst>
            <pc:docMk/>
            <pc:sldMk cId="3254878037" sldId="258"/>
            <ac:spMk id="2" creationId="{1D5D52C7-531C-4742-9C06-97E203C870AE}"/>
          </ac:spMkLst>
        </pc:spChg>
      </pc:sldChg>
      <pc:sldChg chg="modSp">
        <pc:chgData name="林俊杰" userId="dcfdc803-95d8-409b-8404-351632be86e2" providerId="ADAL" clId="{E3CB6CDF-8DB8-4DDB-9DF9-FDF04FC1A5DC}" dt="2025-10-09T14:07:56.567" v="246"/>
        <pc:sldMkLst>
          <pc:docMk/>
          <pc:sldMk cId="3062945704" sldId="259"/>
        </pc:sldMkLst>
        <pc:spChg chg="mod">
          <ac:chgData name="林俊杰" userId="dcfdc803-95d8-409b-8404-351632be86e2" providerId="ADAL" clId="{E3CB6CDF-8DB8-4DDB-9DF9-FDF04FC1A5DC}" dt="2025-10-09T14:07:56.567" v="246"/>
          <ac:spMkLst>
            <pc:docMk/>
            <pc:sldMk cId="3062945704" sldId="259"/>
            <ac:spMk id="2" creationId="{8B82B992-532A-4905-BCB8-0E150CEE5D25}"/>
          </ac:spMkLst>
        </pc:spChg>
        <pc:spChg chg="mod">
          <ac:chgData name="林俊杰" userId="dcfdc803-95d8-409b-8404-351632be86e2" providerId="ADAL" clId="{E3CB6CDF-8DB8-4DDB-9DF9-FDF04FC1A5DC}" dt="2025-10-09T14:07:56.567" v="246"/>
          <ac:spMkLst>
            <pc:docMk/>
            <pc:sldMk cId="3062945704" sldId="259"/>
            <ac:spMk id="3" creationId="{54FB3151-37E7-498A-8B78-C0CDB76DC9CC}"/>
          </ac:spMkLst>
        </pc:spChg>
      </pc:sldChg>
      <pc:sldChg chg="modSp">
        <pc:chgData name="林俊杰" userId="dcfdc803-95d8-409b-8404-351632be86e2" providerId="ADAL" clId="{E3CB6CDF-8DB8-4DDB-9DF9-FDF04FC1A5DC}" dt="2025-10-09T14:07:56.567" v="246"/>
        <pc:sldMkLst>
          <pc:docMk/>
          <pc:sldMk cId="998980849" sldId="260"/>
        </pc:sldMkLst>
        <pc:spChg chg="mod">
          <ac:chgData name="林俊杰" userId="dcfdc803-95d8-409b-8404-351632be86e2" providerId="ADAL" clId="{E3CB6CDF-8DB8-4DDB-9DF9-FDF04FC1A5DC}" dt="2025-10-09T14:07:56.567" v="246"/>
          <ac:spMkLst>
            <pc:docMk/>
            <pc:sldMk cId="998980849" sldId="260"/>
            <ac:spMk id="2" creationId="{14E9B590-22BF-7844-BBC4-7D1852581229}"/>
          </ac:spMkLst>
        </pc:spChg>
        <pc:spChg chg="mod">
          <ac:chgData name="林俊杰" userId="dcfdc803-95d8-409b-8404-351632be86e2" providerId="ADAL" clId="{E3CB6CDF-8DB8-4DDB-9DF9-FDF04FC1A5DC}" dt="2025-10-09T14:07:56.567" v="246"/>
          <ac:spMkLst>
            <pc:docMk/>
            <pc:sldMk cId="998980849" sldId="260"/>
            <ac:spMk id="3" creationId="{6973639B-DF2B-F34F-B421-561A0B48BC44}"/>
          </ac:spMkLst>
        </pc:spChg>
      </pc:sldChg>
      <pc:sldChg chg="modSp">
        <pc:chgData name="林俊杰" userId="dcfdc803-95d8-409b-8404-351632be86e2" providerId="ADAL" clId="{E3CB6CDF-8DB8-4DDB-9DF9-FDF04FC1A5DC}" dt="2025-10-09T14:07:56.567" v="246"/>
        <pc:sldMkLst>
          <pc:docMk/>
          <pc:sldMk cId="2299497971" sldId="261"/>
        </pc:sldMkLst>
        <pc:spChg chg="mod">
          <ac:chgData name="林俊杰" userId="dcfdc803-95d8-409b-8404-351632be86e2" providerId="ADAL" clId="{E3CB6CDF-8DB8-4DDB-9DF9-FDF04FC1A5DC}" dt="2025-10-09T14:07:56.567" v="246"/>
          <ac:spMkLst>
            <pc:docMk/>
            <pc:sldMk cId="2299497971" sldId="261"/>
            <ac:spMk id="2" creationId="{9C6488F5-3F77-483F-8B4C-BC03736E5CF1}"/>
          </ac:spMkLst>
        </pc:spChg>
      </pc:sldChg>
      <pc:sldChg chg="modSp">
        <pc:chgData name="林俊杰" userId="dcfdc803-95d8-409b-8404-351632be86e2" providerId="ADAL" clId="{E3CB6CDF-8DB8-4DDB-9DF9-FDF04FC1A5DC}" dt="2025-10-09T14:07:56.567" v="246"/>
        <pc:sldMkLst>
          <pc:docMk/>
          <pc:sldMk cId="2484795940" sldId="262"/>
        </pc:sldMkLst>
        <pc:spChg chg="mod">
          <ac:chgData name="林俊杰" userId="dcfdc803-95d8-409b-8404-351632be86e2" providerId="ADAL" clId="{E3CB6CDF-8DB8-4DDB-9DF9-FDF04FC1A5DC}" dt="2025-10-09T14:07:56.567" v="246"/>
          <ac:spMkLst>
            <pc:docMk/>
            <pc:sldMk cId="2484795940" sldId="262"/>
            <ac:spMk id="2" creationId="{5634F092-FA1C-49E5-8EB8-5BB2EE4E148E}"/>
          </ac:spMkLst>
        </pc:spChg>
        <pc:spChg chg="mod">
          <ac:chgData name="林俊杰" userId="dcfdc803-95d8-409b-8404-351632be86e2" providerId="ADAL" clId="{E3CB6CDF-8DB8-4DDB-9DF9-FDF04FC1A5DC}" dt="2025-10-09T14:07:56.567" v="246"/>
          <ac:spMkLst>
            <pc:docMk/>
            <pc:sldMk cId="2484795940" sldId="262"/>
            <ac:spMk id="3" creationId="{7DF11751-9744-4D79-B9B4-144BBDA81B92}"/>
          </ac:spMkLst>
        </pc:spChg>
      </pc:sldChg>
      <pc:sldChg chg="modSp">
        <pc:chgData name="林俊杰" userId="dcfdc803-95d8-409b-8404-351632be86e2" providerId="ADAL" clId="{E3CB6CDF-8DB8-4DDB-9DF9-FDF04FC1A5DC}" dt="2025-10-09T14:07:56.567" v="246"/>
        <pc:sldMkLst>
          <pc:docMk/>
          <pc:sldMk cId="1714455269" sldId="263"/>
        </pc:sldMkLst>
        <pc:spChg chg="mod">
          <ac:chgData name="林俊杰" userId="dcfdc803-95d8-409b-8404-351632be86e2" providerId="ADAL" clId="{E3CB6CDF-8DB8-4DDB-9DF9-FDF04FC1A5DC}" dt="2025-10-09T14:07:56.567" v="246"/>
          <ac:spMkLst>
            <pc:docMk/>
            <pc:sldMk cId="1714455269" sldId="263"/>
            <ac:spMk id="2" creationId="{D2ABCBBE-9754-974A-81D3-B8AE084A1964}"/>
          </ac:spMkLst>
        </pc:spChg>
      </pc:sldChg>
      <pc:sldChg chg="modSp">
        <pc:chgData name="林俊杰" userId="dcfdc803-95d8-409b-8404-351632be86e2" providerId="ADAL" clId="{E3CB6CDF-8DB8-4DDB-9DF9-FDF04FC1A5DC}" dt="2025-10-09T14:07:56.567" v="246"/>
        <pc:sldMkLst>
          <pc:docMk/>
          <pc:sldMk cId="892866472" sldId="264"/>
        </pc:sldMkLst>
        <pc:spChg chg="mod">
          <ac:chgData name="林俊杰" userId="dcfdc803-95d8-409b-8404-351632be86e2" providerId="ADAL" clId="{E3CB6CDF-8DB8-4DDB-9DF9-FDF04FC1A5DC}" dt="2025-10-09T14:07:56.567" v="246"/>
          <ac:spMkLst>
            <pc:docMk/>
            <pc:sldMk cId="892866472" sldId="264"/>
            <ac:spMk id="4" creationId="{8A821F5F-A656-DD4E-99DF-326EEDF7C4EF}"/>
          </ac:spMkLst>
        </pc:spChg>
        <pc:spChg chg="mod">
          <ac:chgData name="林俊杰" userId="dcfdc803-95d8-409b-8404-351632be86e2" providerId="ADAL" clId="{E3CB6CDF-8DB8-4DDB-9DF9-FDF04FC1A5DC}" dt="2025-10-09T14:07:56.567" v="246"/>
          <ac:spMkLst>
            <pc:docMk/>
            <pc:sldMk cId="892866472" sldId="264"/>
            <ac:spMk id="5" creationId="{29984D3C-5BA8-5B4E-8D22-94AB3B6ACE36}"/>
          </ac:spMkLst>
        </pc:spChg>
      </pc:sldChg>
      <pc:sldChg chg="modSp">
        <pc:chgData name="林俊杰" userId="dcfdc803-95d8-409b-8404-351632be86e2" providerId="ADAL" clId="{E3CB6CDF-8DB8-4DDB-9DF9-FDF04FC1A5DC}" dt="2025-10-09T14:07:56.567" v="246"/>
        <pc:sldMkLst>
          <pc:docMk/>
          <pc:sldMk cId="1490137829" sldId="265"/>
        </pc:sldMkLst>
        <pc:spChg chg="mod">
          <ac:chgData name="林俊杰" userId="dcfdc803-95d8-409b-8404-351632be86e2" providerId="ADAL" clId="{E3CB6CDF-8DB8-4DDB-9DF9-FDF04FC1A5DC}" dt="2025-10-09T14:07:56.567" v="246"/>
          <ac:spMkLst>
            <pc:docMk/>
            <pc:sldMk cId="1490137829" sldId="265"/>
            <ac:spMk id="2" creationId="{EE8F875A-CA49-3144-B5AF-0715FBEC4D8E}"/>
          </ac:spMkLst>
        </pc:spChg>
        <pc:spChg chg="mod">
          <ac:chgData name="林俊杰" userId="dcfdc803-95d8-409b-8404-351632be86e2" providerId="ADAL" clId="{E3CB6CDF-8DB8-4DDB-9DF9-FDF04FC1A5DC}" dt="2025-10-09T14:07:56.567" v="246"/>
          <ac:spMkLst>
            <pc:docMk/>
            <pc:sldMk cId="1490137829" sldId="265"/>
            <ac:spMk id="3" creationId="{6D275F3A-F223-6C46-99DD-668B2D3944DB}"/>
          </ac:spMkLst>
        </pc:spChg>
      </pc:sldChg>
      <pc:sldChg chg="modSp">
        <pc:chgData name="林俊杰" userId="dcfdc803-95d8-409b-8404-351632be86e2" providerId="ADAL" clId="{E3CB6CDF-8DB8-4DDB-9DF9-FDF04FC1A5DC}" dt="2025-10-09T14:07:56.567" v="246"/>
        <pc:sldMkLst>
          <pc:docMk/>
          <pc:sldMk cId="2994537533" sldId="266"/>
        </pc:sldMkLst>
        <pc:spChg chg="mod">
          <ac:chgData name="林俊杰" userId="dcfdc803-95d8-409b-8404-351632be86e2" providerId="ADAL" clId="{E3CB6CDF-8DB8-4DDB-9DF9-FDF04FC1A5DC}" dt="2025-10-09T14:07:56.567" v="246"/>
          <ac:spMkLst>
            <pc:docMk/>
            <pc:sldMk cId="2994537533" sldId="266"/>
            <ac:spMk id="2" creationId="{8069A412-2621-4948-9495-A7C0DB32736E}"/>
          </ac:spMkLst>
        </pc:spChg>
        <pc:spChg chg="mod">
          <ac:chgData name="林俊杰" userId="dcfdc803-95d8-409b-8404-351632be86e2" providerId="ADAL" clId="{E3CB6CDF-8DB8-4DDB-9DF9-FDF04FC1A5DC}" dt="2025-10-09T14:07:56.567" v="246"/>
          <ac:spMkLst>
            <pc:docMk/>
            <pc:sldMk cId="2994537533" sldId="266"/>
            <ac:spMk id="3" creationId="{C24F5383-6D04-D042-9F88-5162D85AE840}"/>
          </ac:spMkLst>
        </pc:spChg>
      </pc:sldChg>
      <pc:sldChg chg="modSp">
        <pc:chgData name="林俊杰" userId="dcfdc803-95d8-409b-8404-351632be86e2" providerId="ADAL" clId="{E3CB6CDF-8DB8-4DDB-9DF9-FDF04FC1A5DC}" dt="2025-10-09T14:07:56.567" v="246"/>
        <pc:sldMkLst>
          <pc:docMk/>
          <pc:sldMk cId="2280584567" sldId="267"/>
        </pc:sldMkLst>
        <pc:spChg chg="mod">
          <ac:chgData name="林俊杰" userId="dcfdc803-95d8-409b-8404-351632be86e2" providerId="ADAL" clId="{E3CB6CDF-8DB8-4DDB-9DF9-FDF04FC1A5DC}" dt="2025-10-09T14:07:56.567" v="246"/>
          <ac:spMkLst>
            <pc:docMk/>
            <pc:sldMk cId="2280584567" sldId="267"/>
            <ac:spMk id="2" creationId="{3065DD30-2BFA-A341-AC81-061121C6EACD}"/>
          </ac:spMkLst>
        </pc:spChg>
        <pc:spChg chg="mod">
          <ac:chgData name="林俊杰" userId="dcfdc803-95d8-409b-8404-351632be86e2" providerId="ADAL" clId="{E3CB6CDF-8DB8-4DDB-9DF9-FDF04FC1A5DC}" dt="2025-10-09T14:07:56.567" v="246"/>
          <ac:spMkLst>
            <pc:docMk/>
            <pc:sldMk cId="2280584567" sldId="267"/>
            <ac:spMk id="3" creationId="{AD5F3681-8C15-4A41-9C82-1EF2D5840245}"/>
          </ac:spMkLst>
        </pc:spChg>
      </pc:sldChg>
      <pc:sldChg chg="modSp">
        <pc:chgData name="林俊杰" userId="dcfdc803-95d8-409b-8404-351632be86e2" providerId="ADAL" clId="{E3CB6CDF-8DB8-4DDB-9DF9-FDF04FC1A5DC}" dt="2025-10-09T14:07:56.567" v="246"/>
        <pc:sldMkLst>
          <pc:docMk/>
          <pc:sldMk cId="2707886788" sldId="268"/>
        </pc:sldMkLst>
        <pc:spChg chg="mod">
          <ac:chgData name="林俊杰" userId="dcfdc803-95d8-409b-8404-351632be86e2" providerId="ADAL" clId="{E3CB6CDF-8DB8-4DDB-9DF9-FDF04FC1A5DC}" dt="2025-10-09T14:07:56.567" v="246"/>
          <ac:spMkLst>
            <pc:docMk/>
            <pc:sldMk cId="2707886788" sldId="268"/>
            <ac:spMk id="2" creationId="{E2F0EEF7-47A0-E143-9391-8CD5B8988B94}"/>
          </ac:spMkLst>
        </pc:spChg>
        <pc:spChg chg="mod">
          <ac:chgData name="林俊杰" userId="dcfdc803-95d8-409b-8404-351632be86e2" providerId="ADAL" clId="{E3CB6CDF-8DB8-4DDB-9DF9-FDF04FC1A5DC}" dt="2025-10-09T14:07:56.567" v="246"/>
          <ac:spMkLst>
            <pc:docMk/>
            <pc:sldMk cId="2707886788" sldId="268"/>
            <ac:spMk id="3" creationId="{55A0FE42-1E48-2C4F-BE4C-347BD0753D9E}"/>
          </ac:spMkLst>
        </pc:spChg>
      </pc:sldChg>
      <pc:sldChg chg="modSp">
        <pc:chgData name="林俊杰" userId="dcfdc803-95d8-409b-8404-351632be86e2" providerId="ADAL" clId="{E3CB6CDF-8DB8-4DDB-9DF9-FDF04FC1A5DC}" dt="2025-10-09T14:07:56.567" v="246"/>
        <pc:sldMkLst>
          <pc:docMk/>
          <pc:sldMk cId="336912345" sldId="270"/>
        </pc:sldMkLst>
        <pc:spChg chg="mod">
          <ac:chgData name="林俊杰" userId="dcfdc803-95d8-409b-8404-351632be86e2" providerId="ADAL" clId="{E3CB6CDF-8DB8-4DDB-9DF9-FDF04FC1A5DC}" dt="2025-10-09T14:07:56.567" v="246"/>
          <ac:spMkLst>
            <pc:docMk/>
            <pc:sldMk cId="336912345" sldId="270"/>
            <ac:spMk id="2" creationId="{D9442288-16B6-E048-A329-2DFEEC004184}"/>
          </ac:spMkLst>
        </pc:spChg>
        <pc:spChg chg="mod">
          <ac:chgData name="林俊杰" userId="dcfdc803-95d8-409b-8404-351632be86e2" providerId="ADAL" clId="{E3CB6CDF-8DB8-4DDB-9DF9-FDF04FC1A5DC}" dt="2025-10-09T14:07:56.567" v="246"/>
          <ac:spMkLst>
            <pc:docMk/>
            <pc:sldMk cId="336912345" sldId="270"/>
            <ac:spMk id="3" creationId="{F41787D2-9B22-CC4B-AF76-271CE2D30B4A}"/>
          </ac:spMkLst>
        </pc:spChg>
      </pc:sldChg>
      <pc:sldChg chg="modSp">
        <pc:chgData name="林俊杰" userId="dcfdc803-95d8-409b-8404-351632be86e2" providerId="ADAL" clId="{E3CB6CDF-8DB8-4DDB-9DF9-FDF04FC1A5DC}" dt="2025-10-09T14:07:56.567" v="246"/>
        <pc:sldMkLst>
          <pc:docMk/>
          <pc:sldMk cId="1430331003" sldId="273"/>
        </pc:sldMkLst>
        <pc:spChg chg="mod">
          <ac:chgData name="林俊杰" userId="dcfdc803-95d8-409b-8404-351632be86e2" providerId="ADAL" clId="{E3CB6CDF-8DB8-4DDB-9DF9-FDF04FC1A5DC}" dt="2025-10-09T14:07:56.567" v="246"/>
          <ac:spMkLst>
            <pc:docMk/>
            <pc:sldMk cId="1430331003" sldId="273"/>
            <ac:spMk id="2" creationId="{38C64133-E874-F418-DF29-C164233B62C1}"/>
          </ac:spMkLst>
        </pc:spChg>
      </pc:sldChg>
      <pc:sldChg chg="modSp">
        <pc:chgData name="林俊杰" userId="dcfdc803-95d8-409b-8404-351632be86e2" providerId="ADAL" clId="{E3CB6CDF-8DB8-4DDB-9DF9-FDF04FC1A5DC}" dt="2025-10-09T14:07:56.567" v="246"/>
        <pc:sldMkLst>
          <pc:docMk/>
          <pc:sldMk cId="1094908186" sldId="274"/>
        </pc:sldMkLst>
        <pc:spChg chg="mod">
          <ac:chgData name="林俊杰" userId="dcfdc803-95d8-409b-8404-351632be86e2" providerId="ADAL" clId="{E3CB6CDF-8DB8-4DDB-9DF9-FDF04FC1A5DC}" dt="2025-10-09T14:07:56.567" v="246"/>
          <ac:spMkLst>
            <pc:docMk/>
            <pc:sldMk cId="1094908186" sldId="274"/>
            <ac:spMk id="2" creationId="{91D5A9F2-1566-D6CD-1DFF-DE1110FE8A6E}"/>
          </ac:spMkLst>
        </pc:spChg>
        <pc:spChg chg="mod">
          <ac:chgData name="林俊杰" userId="dcfdc803-95d8-409b-8404-351632be86e2" providerId="ADAL" clId="{E3CB6CDF-8DB8-4DDB-9DF9-FDF04FC1A5DC}" dt="2025-10-09T14:07:56.567" v="246"/>
          <ac:spMkLst>
            <pc:docMk/>
            <pc:sldMk cId="1094908186" sldId="274"/>
            <ac:spMk id="3" creationId="{1CBD5D5F-0FCB-7842-BCF7-DF7C6AF13C5B}"/>
          </ac:spMkLst>
        </pc:spChg>
      </pc:sldChg>
      <pc:sldChg chg="modSp">
        <pc:chgData name="林俊杰" userId="dcfdc803-95d8-409b-8404-351632be86e2" providerId="ADAL" clId="{E3CB6CDF-8DB8-4DDB-9DF9-FDF04FC1A5DC}" dt="2025-10-09T14:07:56.567" v="246"/>
        <pc:sldMkLst>
          <pc:docMk/>
          <pc:sldMk cId="871643811" sldId="276"/>
        </pc:sldMkLst>
        <pc:spChg chg="mod">
          <ac:chgData name="林俊杰" userId="dcfdc803-95d8-409b-8404-351632be86e2" providerId="ADAL" clId="{E3CB6CDF-8DB8-4DDB-9DF9-FDF04FC1A5DC}" dt="2025-10-09T14:07:56.567" v="246"/>
          <ac:spMkLst>
            <pc:docMk/>
            <pc:sldMk cId="871643811" sldId="276"/>
            <ac:spMk id="2" creationId="{2BD479E7-5273-85C0-0EF8-5C3003ADDEDD}"/>
          </ac:spMkLst>
        </pc:spChg>
        <pc:spChg chg="mod">
          <ac:chgData name="林俊杰" userId="dcfdc803-95d8-409b-8404-351632be86e2" providerId="ADAL" clId="{E3CB6CDF-8DB8-4DDB-9DF9-FDF04FC1A5DC}" dt="2025-10-09T14:07:56.567" v="246"/>
          <ac:spMkLst>
            <pc:docMk/>
            <pc:sldMk cId="871643811" sldId="276"/>
            <ac:spMk id="3" creationId="{8CB4D6C2-0119-8E2E-3AF4-E4AE755E7494}"/>
          </ac:spMkLst>
        </pc:spChg>
      </pc:sldChg>
      <pc:sldChg chg="modSp">
        <pc:chgData name="林俊杰" userId="dcfdc803-95d8-409b-8404-351632be86e2" providerId="ADAL" clId="{E3CB6CDF-8DB8-4DDB-9DF9-FDF04FC1A5DC}" dt="2025-10-09T14:07:56.567" v="246"/>
        <pc:sldMkLst>
          <pc:docMk/>
          <pc:sldMk cId="440801972" sldId="277"/>
        </pc:sldMkLst>
        <pc:spChg chg="mod">
          <ac:chgData name="林俊杰" userId="dcfdc803-95d8-409b-8404-351632be86e2" providerId="ADAL" clId="{E3CB6CDF-8DB8-4DDB-9DF9-FDF04FC1A5DC}" dt="2025-10-09T14:07:56.567" v="246"/>
          <ac:spMkLst>
            <pc:docMk/>
            <pc:sldMk cId="440801972" sldId="277"/>
            <ac:spMk id="2" creationId="{2BD479E7-5273-85C0-0EF8-5C3003ADDEDD}"/>
          </ac:spMkLst>
        </pc:spChg>
      </pc:sldChg>
      <pc:sldChg chg="modSp">
        <pc:chgData name="林俊杰" userId="dcfdc803-95d8-409b-8404-351632be86e2" providerId="ADAL" clId="{E3CB6CDF-8DB8-4DDB-9DF9-FDF04FC1A5DC}" dt="2025-10-09T14:07:56.567" v="246"/>
        <pc:sldMkLst>
          <pc:docMk/>
          <pc:sldMk cId="3324476296" sldId="278"/>
        </pc:sldMkLst>
        <pc:spChg chg="mod">
          <ac:chgData name="林俊杰" userId="dcfdc803-95d8-409b-8404-351632be86e2" providerId="ADAL" clId="{E3CB6CDF-8DB8-4DDB-9DF9-FDF04FC1A5DC}" dt="2025-10-09T14:07:56.567" v="246"/>
          <ac:spMkLst>
            <pc:docMk/>
            <pc:sldMk cId="3324476296" sldId="278"/>
            <ac:spMk id="2" creationId="{D8E0EB38-6099-4E61-9256-ACA61CF96F88}"/>
          </ac:spMkLst>
        </pc:spChg>
        <pc:spChg chg="mod">
          <ac:chgData name="林俊杰" userId="dcfdc803-95d8-409b-8404-351632be86e2" providerId="ADAL" clId="{E3CB6CDF-8DB8-4DDB-9DF9-FDF04FC1A5DC}" dt="2025-10-09T14:07:56.567" v="246"/>
          <ac:spMkLst>
            <pc:docMk/>
            <pc:sldMk cId="3324476296" sldId="278"/>
            <ac:spMk id="3" creationId="{42856D84-CE92-47C8-9A2B-82EA125CCD7C}"/>
          </ac:spMkLst>
        </pc:spChg>
      </pc:sldChg>
      <pc:sldChg chg="modSp">
        <pc:chgData name="林俊杰" userId="dcfdc803-95d8-409b-8404-351632be86e2" providerId="ADAL" clId="{E3CB6CDF-8DB8-4DDB-9DF9-FDF04FC1A5DC}" dt="2025-10-09T14:07:56.567" v="246"/>
        <pc:sldMkLst>
          <pc:docMk/>
          <pc:sldMk cId="1271459515" sldId="279"/>
        </pc:sldMkLst>
        <pc:spChg chg="mod">
          <ac:chgData name="林俊杰" userId="dcfdc803-95d8-409b-8404-351632be86e2" providerId="ADAL" clId="{E3CB6CDF-8DB8-4DDB-9DF9-FDF04FC1A5DC}" dt="2025-10-09T14:07:56.567" v="246"/>
          <ac:spMkLst>
            <pc:docMk/>
            <pc:sldMk cId="1271459515" sldId="279"/>
            <ac:spMk id="2" creationId="{7F58B435-0077-4B0D-BBDD-9B183B2FB202}"/>
          </ac:spMkLst>
        </pc:spChg>
        <pc:spChg chg="mod">
          <ac:chgData name="林俊杰" userId="dcfdc803-95d8-409b-8404-351632be86e2" providerId="ADAL" clId="{E3CB6CDF-8DB8-4DDB-9DF9-FDF04FC1A5DC}" dt="2025-10-09T14:07:56.567" v="246"/>
          <ac:spMkLst>
            <pc:docMk/>
            <pc:sldMk cId="1271459515" sldId="279"/>
            <ac:spMk id="3" creationId="{B06FA323-8CE3-4A44-952E-1F78C9A75679}"/>
          </ac:spMkLst>
        </pc:spChg>
      </pc:sldChg>
      <pc:sldChg chg="modSp">
        <pc:chgData name="林俊杰" userId="dcfdc803-95d8-409b-8404-351632be86e2" providerId="ADAL" clId="{E3CB6CDF-8DB8-4DDB-9DF9-FDF04FC1A5DC}" dt="2025-10-09T14:07:56.567" v="246"/>
        <pc:sldMkLst>
          <pc:docMk/>
          <pc:sldMk cId="2258626495" sldId="281"/>
        </pc:sldMkLst>
        <pc:spChg chg="mod">
          <ac:chgData name="林俊杰" userId="dcfdc803-95d8-409b-8404-351632be86e2" providerId="ADAL" clId="{E3CB6CDF-8DB8-4DDB-9DF9-FDF04FC1A5DC}" dt="2025-10-09T14:07:56.567" v="246"/>
          <ac:spMkLst>
            <pc:docMk/>
            <pc:sldMk cId="2258626495" sldId="281"/>
            <ac:spMk id="2" creationId="{A3644C85-ADFF-48AF-B5A5-731BBDC16DC7}"/>
          </ac:spMkLst>
        </pc:spChg>
        <pc:spChg chg="mod">
          <ac:chgData name="林俊杰" userId="dcfdc803-95d8-409b-8404-351632be86e2" providerId="ADAL" clId="{E3CB6CDF-8DB8-4DDB-9DF9-FDF04FC1A5DC}" dt="2025-10-09T14:07:56.567" v="246"/>
          <ac:spMkLst>
            <pc:docMk/>
            <pc:sldMk cId="2258626495" sldId="281"/>
            <ac:spMk id="3" creationId="{357BEDA4-4A21-4DA6-80BF-EC99844DB893}"/>
          </ac:spMkLst>
        </pc:spChg>
      </pc:sldChg>
      <pc:sldChg chg="modSp">
        <pc:chgData name="林俊杰" userId="dcfdc803-95d8-409b-8404-351632be86e2" providerId="ADAL" clId="{E3CB6CDF-8DB8-4DDB-9DF9-FDF04FC1A5DC}" dt="2025-10-09T14:07:56.567" v="246"/>
        <pc:sldMkLst>
          <pc:docMk/>
          <pc:sldMk cId="2851328824" sldId="282"/>
        </pc:sldMkLst>
        <pc:spChg chg="mod">
          <ac:chgData name="林俊杰" userId="dcfdc803-95d8-409b-8404-351632be86e2" providerId="ADAL" clId="{E3CB6CDF-8DB8-4DDB-9DF9-FDF04FC1A5DC}" dt="2025-10-09T14:07:56.567" v="246"/>
          <ac:spMkLst>
            <pc:docMk/>
            <pc:sldMk cId="2851328824" sldId="282"/>
            <ac:spMk id="2" creationId="{549C782E-335F-04C1-48C6-26362CAF784D}"/>
          </ac:spMkLst>
        </pc:spChg>
      </pc:sldChg>
      <pc:sldChg chg="modSp">
        <pc:chgData name="林俊杰" userId="dcfdc803-95d8-409b-8404-351632be86e2" providerId="ADAL" clId="{E3CB6CDF-8DB8-4DDB-9DF9-FDF04FC1A5DC}" dt="2025-10-09T14:07:56.567" v="246"/>
        <pc:sldMkLst>
          <pc:docMk/>
          <pc:sldMk cId="1735354819" sldId="283"/>
        </pc:sldMkLst>
        <pc:spChg chg="mod">
          <ac:chgData name="林俊杰" userId="dcfdc803-95d8-409b-8404-351632be86e2" providerId="ADAL" clId="{E3CB6CDF-8DB8-4DDB-9DF9-FDF04FC1A5DC}" dt="2025-10-09T14:07:56.567" v="246"/>
          <ac:spMkLst>
            <pc:docMk/>
            <pc:sldMk cId="1735354819" sldId="283"/>
            <ac:spMk id="2" creationId="{A2446749-92A5-425E-B4B7-8F7F8F3C51AE}"/>
          </ac:spMkLst>
        </pc:spChg>
      </pc:sldChg>
      <pc:sldChg chg="modSp">
        <pc:chgData name="林俊杰" userId="dcfdc803-95d8-409b-8404-351632be86e2" providerId="ADAL" clId="{E3CB6CDF-8DB8-4DDB-9DF9-FDF04FC1A5DC}" dt="2025-10-09T14:07:56.567" v="246"/>
        <pc:sldMkLst>
          <pc:docMk/>
          <pc:sldMk cId="0" sldId="357"/>
        </pc:sldMkLst>
        <pc:spChg chg="mod">
          <ac:chgData name="林俊杰" userId="dcfdc803-95d8-409b-8404-351632be86e2" providerId="ADAL" clId="{E3CB6CDF-8DB8-4DDB-9DF9-FDF04FC1A5DC}" dt="2025-10-09T14:07:56.567" v="246"/>
          <ac:spMkLst>
            <pc:docMk/>
            <pc:sldMk cId="0" sldId="357"/>
            <ac:spMk id="3" creationId="{9B643E8D-0C78-4FCD-8207-5CD71C5930CF}"/>
          </ac:spMkLst>
        </pc:spChg>
      </pc:sldChg>
      <pc:sldChg chg="modSp">
        <pc:chgData name="林俊杰" userId="dcfdc803-95d8-409b-8404-351632be86e2" providerId="ADAL" clId="{E3CB6CDF-8DB8-4DDB-9DF9-FDF04FC1A5DC}" dt="2025-10-09T14:07:56.567" v="246"/>
        <pc:sldMkLst>
          <pc:docMk/>
          <pc:sldMk cId="1561227194" sldId="358"/>
        </pc:sldMkLst>
        <pc:spChg chg="mod">
          <ac:chgData name="林俊杰" userId="dcfdc803-95d8-409b-8404-351632be86e2" providerId="ADAL" clId="{E3CB6CDF-8DB8-4DDB-9DF9-FDF04FC1A5DC}" dt="2025-10-09T14:07:56.567" v="246"/>
          <ac:spMkLst>
            <pc:docMk/>
            <pc:sldMk cId="1561227194" sldId="358"/>
            <ac:spMk id="3" creationId="{9B643E8D-0C78-4FCD-8207-5CD71C5930CF}"/>
          </ac:spMkLst>
        </pc:spChg>
      </pc:sldChg>
      <pc:sldChg chg="modSp">
        <pc:chgData name="林俊杰" userId="dcfdc803-95d8-409b-8404-351632be86e2" providerId="ADAL" clId="{E3CB6CDF-8DB8-4DDB-9DF9-FDF04FC1A5DC}" dt="2025-10-09T14:07:56.567" v="246"/>
        <pc:sldMkLst>
          <pc:docMk/>
          <pc:sldMk cId="320062224" sldId="360"/>
        </pc:sldMkLst>
        <pc:spChg chg="mod">
          <ac:chgData name="林俊杰" userId="dcfdc803-95d8-409b-8404-351632be86e2" providerId="ADAL" clId="{E3CB6CDF-8DB8-4DDB-9DF9-FDF04FC1A5DC}" dt="2025-10-09T14:07:56.567" v="246"/>
          <ac:spMkLst>
            <pc:docMk/>
            <pc:sldMk cId="320062224" sldId="360"/>
            <ac:spMk id="2" creationId="{D7429824-7987-44E0-8835-192C19375058}"/>
          </ac:spMkLst>
        </pc:spChg>
      </pc:sldChg>
      <pc:sldChg chg="modSp">
        <pc:chgData name="林俊杰" userId="dcfdc803-95d8-409b-8404-351632be86e2" providerId="ADAL" clId="{E3CB6CDF-8DB8-4DDB-9DF9-FDF04FC1A5DC}" dt="2025-10-09T14:07:56.567" v="246"/>
        <pc:sldMkLst>
          <pc:docMk/>
          <pc:sldMk cId="2847489206" sldId="361"/>
        </pc:sldMkLst>
        <pc:spChg chg="mod">
          <ac:chgData name="林俊杰" userId="dcfdc803-95d8-409b-8404-351632be86e2" providerId="ADAL" clId="{E3CB6CDF-8DB8-4DDB-9DF9-FDF04FC1A5DC}" dt="2025-10-09T14:07:56.567" v="246"/>
          <ac:spMkLst>
            <pc:docMk/>
            <pc:sldMk cId="2847489206" sldId="361"/>
            <ac:spMk id="2" creationId="{86DDCCC3-C330-4785-9EB3-5BF1780DE417}"/>
          </ac:spMkLst>
        </pc:spChg>
      </pc:sldChg>
      <pc:sldChg chg="add">
        <pc:chgData name="林俊杰" userId="dcfdc803-95d8-409b-8404-351632be86e2" providerId="ADAL" clId="{E3CB6CDF-8DB8-4DDB-9DF9-FDF04FC1A5DC}" dt="2025-10-09T14:26:42.878" v="384"/>
        <pc:sldMkLst>
          <pc:docMk/>
          <pc:sldMk cId="1720884967" sldId="363"/>
        </pc:sldMkLst>
      </pc:sldChg>
      <pc:sldChg chg="modSp">
        <pc:chgData name="林俊杰" userId="dcfdc803-95d8-409b-8404-351632be86e2" providerId="ADAL" clId="{E3CB6CDF-8DB8-4DDB-9DF9-FDF04FC1A5DC}" dt="2025-10-09T14:07:56.567" v="246"/>
        <pc:sldMkLst>
          <pc:docMk/>
          <pc:sldMk cId="2766750692" sldId="364"/>
        </pc:sldMkLst>
        <pc:spChg chg="mod">
          <ac:chgData name="林俊杰" userId="dcfdc803-95d8-409b-8404-351632be86e2" providerId="ADAL" clId="{E3CB6CDF-8DB8-4DDB-9DF9-FDF04FC1A5DC}" dt="2025-10-09T14:07:56.567" v="246"/>
          <ac:spMkLst>
            <pc:docMk/>
            <pc:sldMk cId="2766750692" sldId="364"/>
            <ac:spMk id="2" creationId="{23AD3905-8207-4603-A26A-21F1E481C6DD}"/>
          </ac:spMkLst>
        </pc:spChg>
      </pc:sldChg>
      <pc:sldChg chg="addSp delSp modSp mod chgLayout">
        <pc:chgData name="林俊杰" userId="dcfdc803-95d8-409b-8404-351632be86e2" providerId="ADAL" clId="{E3CB6CDF-8DB8-4DDB-9DF9-FDF04FC1A5DC}" dt="2025-10-09T14:07:56.567" v="246"/>
        <pc:sldMkLst>
          <pc:docMk/>
          <pc:sldMk cId="1745567800" sldId="365"/>
        </pc:sldMkLst>
        <pc:spChg chg="mod ord">
          <ac:chgData name="林俊杰" userId="dcfdc803-95d8-409b-8404-351632be86e2" providerId="ADAL" clId="{E3CB6CDF-8DB8-4DDB-9DF9-FDF04FC1A5DC}" dt="2025-10-09T14:07:56.567" v="246"/>
          <ac:spMkLst>
            <pc:docMk/>
            <pc:sldMk cId="1745567800" sldId="365"/>
            <ac:spMk id="2" creationId="{CA962956-2485-4B65-8924-E57EB384062E}"/>
          </ac:spMkLst>
        </pc:spChg>
        <pc:spChg chg="mod ord">
          <ac:chgData name="林俊杰" userId="dcfdc803-95d8-409b-8404-351632be86e2" providerId="ADAL" clId="{E3CB6CDF-8DB8-4DDB-9DF9-FDF04FC1A5DC}" dt="2025-10-09T13:42:55.042" v="210" actId="27636"/>
          <ac:spMkLst>
            <pc:docMk/>
            <pc:sldMk cId="1745567800" sldId="365"/>
            <ac:spMk id="8" creationId="{9DE6E4BE-B00B-979A-2341-8A5257C906D8}"/>
          </ac:spMkLst>
        </pc:spChg>
      </pc:sldChg>
      <pc:sldChg chg="modSp">
        <pc:chgData name="林俊杰" userId="dcfdc803-95d8-409b-8404-351632be86e2" providerId="ADAL" clId="{E3CB6CDF-8DB8-4DDB-9DF9-FDF04FC1A5DC}" dt="2025-10-09T14:07:56.567" v="246"/>
        <pc:sldMkLst>
          <pc:docMk/>
          <pc:sldMk cId="1425551414" sldId="366"/>
        </pc:sldMkLst>
        <pc:spChg chg="mod">
          <ac:chgData name="林俊杰" userId="dcfdc803-95d8-409b-8404-351632be86e2" providerId="ADAL" clId="{E3CB6CDF-8DB8-4DDB-9DF9-FDF04FC1A5DC}" dt="2025-10-09T14:07:56.567" v="246"/>
          <ac:spMkLst>
            <pc:docMk/>
            <pc:sldMk cId="1425551414" sldId="366"/>
            <ac:spMk id="2" creationId="{F69F70B1-2F9D-422A-9DB9-F4C2170E59E2}"/>
          </ac:spMkLst>
        </pc:spChg>
      </pc:sldChg>
      <pc:sldChg chg="modSp ord">
        <pc:chgData name="林俊杰" userId="dcfdc803-95d8-409b-8404-351632be86e2" providerId="ADAL" clId="{E3CB6CDF-8DB8-4DDB-9DF9-FDF04FC1A5DC}" dt="2025-10-09T14:27:55.216" v="388"/>
        <pc:sldMkLst>
          <pc:docMk/>
          <pc:sldMk cId="1510295323" sldId="367"/>
        </pc:sldMkLst>
        <pc:spChg chg="mod">
          <ac:chgData name="林俊杰" userId="dcfdc803-95d8-409b-8404-351632be86e2" providerId="ADAL" clId="{E3CB6CDF-8DB8-4DDB-9DF9-FDF04FC1A5DC}" dt="2025-10-09T14:07:56.567" v="246"/>
          <ac:spMkLst>
            <pc:docMk/>
            <pc:sldMk cId="1510295323" sldId="367"/>
            <ac:spMk id="2" creationId="{D88C911A-5D0C-4C2C-8EBA-8C8342BFDFCB}"/>
          </ac:spMkLst>
        </pc:spChg>
        <pc:spChg chg="mod">
          <ac:chgData name="林俊杰" userId="dcfdc803-95d8-409b-8404-351632be86e2" providerId="ADAL" clId="{E3CB6CDF-8DB8-4DDB-9DF9-FDF04FC1A5DC}" dt="2025-10-09T14:07:56.567" v="246"/>
          <ac:spMkLst>
            <pc:docMk/>
            <pc:sldMk cId="1510295323" sldId="367"/>
            <ac:spMk id="3" creationId="{30303A06-603B-42F0-8748-340089B3CBD1}"/>
          </ac:spMkLst>
        </pc:spChg>
      </pc:sldChg>
      <pc:sldChg chg="modSp">
        <pc:chgData name="林俊杰" userId="dcfdc803-95d8-409b-8404-351632be86e2" providerId="ADAL" clId="{E3CB6CDF-8DB8-4DDB-9DF9-FDF04FC1A5DC}" dt="2025-10-09T14:07:56.567" v="246"/>
        <pc:sldMkLst>
          <pc:docMk/>
          <pc:sldMk cId="373820257" sldId="369"/>
        </pc:sldMkLst>
        <pc:spChg chg="mod">
          <ac:chgData name="林俊杰" userId="dcfdc803-95d8-409b-8404-351632be86e2" providerId="ADAL" clId="{E3CB6CDF-8DB8-4DDB-9DF9-FDF04FC1A5DC}" dt="2025-10-09T14:07:56.567" v="246"/>
          <ac:spMkLst>
            <pc:docMk/>
            <pc:sldMk cId="373820257" sldId="369"/>
            <ac:spMk id="2" creationId="{77D6BC3C-1672-4E8D-97D9-F6C43218694A}"/>
          </ac:spMkLst>
        </pc:spChg>
        <pc:spChg chg="mod">
          <ac:chgData name="林俊杰" userId="dcfdc803-95d8-409b-8404-351632be86e2" providerId="ADAL" clId="{E3CB6CDF-8DB8-4DDB-9DF9-FDF04FC1A5DC}" dt="2025-10-09T14:07:56.567" v="246"/>
          <ac:spMkLst>
            <pc:docMk/>
            <pc:sldMk cId="373820257" sldId="369"/>
            <ac:spMk id="3" creationId="{BA53594E-B760-4728-AE6F-5B15757A35B0}"/>
          </ac:spMkLst>
        </pc:spChg>
      </pc:sldChg>
      <pc:sldChg chg="modSp">
        <pc:chgData name="林俊杰" userId="dcfdc803-95d8-409b-8404-351632be86e2" providerId="ADAL" clId="{E3CB6CDF-8DB8-4DDB-9DF9-FDF04FC1A5DC}" dt="2025-10-09T14:07:56.567" v="246"/>
        <pc:sldMkLst>
          <pc:docMk/>
          <pc:sldMk cId="3628653860" sldId="370"/>
        </pc:sldMkLst>
        <pc:spChg chg="mod">
          <ac:chgData name="林俊杰" userId="dcfdc803-95d8-409b-8404-351632be86e2" providerId="ADAL" clId="{E3CB6CDF-8DB8-4DDB-9DF9-FDF04FC1A5DC}" dt="2025-10-09T14:07:56.567" v="246"/>
          <ac:spMkLst>
            <pc:docMk/>
            <pc:sldMk cId="3628653860" sldId="370"/>
            <ac:spMk id="2" creationId="{ADCC4F8F-DE7D-4CCA-940A-58A8B14948A4}"/>
          </ac:spMkLst>
        </pc:spChg>
        <pc:spChg chg="mod">
          <ac:chgData name="林俊杰" userId="dcfdc803-95d8-409b-8404-351632be86e2" providerId="ADAL" clId="{E3CB6CDF-8DB8-4DDB-9DF9-FDF04FC1A5DC}" dt="2025-10-09T14:07:56.567" v="246"/>
          <ac:spMkLst>
            <pc:docMk/>
            <pc:sldMk cId="3628653860" sldId="370"/>
            <ac:spMk id="3" creationId="{F5772B7E-AF4B-487C-865C-2D8543B54ECD}"/>
          </ac:spMkLst>
        </pc:spChg>
      </pc:sldChg>
      <pc:sldChg chg="modSp">
        <pc:chgData name="林俊杰" userId="dcfdc803-95d8-409b-8404-351632be86e2" providerId="ADAL" clId="{E3CB6CDF-8DB8-4DDB-9DF9-FDF04FC1A5DC}" dt="2025-10-09T14:07:56.567" v="246"/>
        <pc:sldMkLst>
          <pc:docMk/>
          <pc:sldMk cId="4246210246" sldId="372"/>
        </pc:sldMkLst>
        <pc:spChg chg="mod">
          <ac:chgData name="林俊杰" userId="dcfdc803-95d8-409b-8404-351632be86e2" providerId="ADAL" clId="{E3CB6CDF-8DB8-4DDB-9DF9-FDF04FC1A5DC}" dt="2025-10-09T14:07:56.567" v="246"/>
          <ac:spMkLst>
            <pc:docMk/>
            <pc:sldMk cId="4246210246" sldId="372"/>
            <ac:spMk id="2" creationId="{0884968B-7A9D-4555-8C22-A368E56459CA}"/>
          </ac:spMkLst>
        </pc:spChg>
        <pc:spChg chg="mod">
          <ac:chgData name="林俊杰" userId="dcfdc803-95d8-409b-8404-351632be86e2" providerId="ADAL" clId="{E3CB6CDF-8DB8-4DDB-9DF9-FDF04FC1A5DC}" dt="2025-10-09T14:07:56.567" v="246"/>
          <ac:spMkLst>
            <pc:docMk/>
            <pc:sldMk cId="4246210246" sldId="372"/>
            <ac:spMk id="3" creationId="{694774EB-D847-429B-AD95-A40C8FA1D4DB}"/>
          </ac:spMkLst>
        </pc:spChg>
      </pc:sldChg>
      <pc:sldChg chg="modSp">
        <pc:chgData name="林俊杰" userId="dcfdc803-95d8-409b-8404-351632be86e2" providerId="ADAL" clId="{E3CB6CDF-8DB8-4DDB-9DF9-FDF04FC1A5DC}" dt="2025-10-09T14:07:56.567" v="246"/>
        <pc:sldMkLst>
          <pc:docMk/>
          <pc:sldMk cId="2216593233" sldId="373"/>
        </pc:sldMkLst>
        <pc:spChg chg="mod">
          <ac:chgData name="林俊杰" userId="dcfdc803-95d8-409b-8404-351632be86e2" providerId="ADAL" clId="{E3CB6CDF-8DB8-4DDB-9DF9-FDF04FC1A5DC}" dt="2025-10-09T14:07:56.567" v="246"/>
          <ac:spMkLst>
            <pc:docMk/>
            <pc:sldMk cId="2216593233" sldId="373"/>
            <ac:spMk id="2" creationId="{F1AAED98-72B7-4A46-9741-965AD246FF20}"/>
          </ac:spMkLst>
        </pc:spChg>
      </pc:sldChg>
      <pc:sldChg chg="modSp">
        <pc:chgData name="林俊杰" userId="dcfdc803-95d8-409b-8404-351632be86e2" providerId="ADAL" clId="{E3CB6CDF-8DB8-4DDB-9DF9-FDF04FC1A5DC}" dt="2025-10-09T14:07:56.567" v="246"/>
        <pc:sldMkLst>
          <pc:docMk/>
          <pc:sldMk cId="1538732826" sldId="374"/>
        </pc:sldMkLst>
        <pc:spChg chg="mod">
          <ac:chgData name="林俊杰" userId="dcfdc803-95d8-409b-8404-351632be86e2" providerId="ADAL" clId="{E3CB6CDF-8DB8-4DDB-9DF9-FDF04FC1A5DC}" dt="2025-10-09T14:07:56.567" v="246"/>
          <ac:spMkLst>
            <pc:docMk/>
            <pc:sldMk cId="1538732826" sldId="374"/>
            <ac:spMk id="3" creationId="{9B643E8D-0C78-4FCD-8207-5CD71C5930CF}"/>
          </ac:spMkLst>
        </pc:spChg>
      </pc:sldChg>
      <pc:sldChg chg="modSp">
        <pc:chgData name="林俊杰" userId="dcfdc803-95d8-409b-8404-351632be86e2" providerId="ADAL" clId="{E3CB6CDF-8DB8-4DDB-9DF9-FDF04FC1A5DC}" dt="2025-10-09T14:07:56.567" v="246"/>
        <pc:sldMkLst>
          <pc:docMk/>
          <pc:sldMk cId="1055550515" sldId="375"/>
        </pc:sldMkLst>
        <pc:spChg chg="mod">
          <ac:chgData name="林俊杰" userId="dcfdc803-95d8-409b-8404-351632be86e2" providerId="ADAL" clId="{E3CB6CDF-8DB8-4DDB-9DF9-FDF04FC1A5DC}" dt="2025-10-09T14:07:56.567" v="246"/>
          <ac:spMkLst>
            <pc:docMk/>
            <pc:sldMk cId="1055550515" sldId="375"/>
            <ac:spMk id="2" creationId="{92959C6B-6EFB-CA11-DC0B-3830D78A20E5}"/>
          </ac:spMkLst>
        </pc:spChg>
        <pc:spChg chg="mod">
          <ac:chgData name="林俊杰" userId="dcfdc803-95d8-409b-8404-351632be86e2" providerId="ADAL" clId="{E3CB6CDF-8DB8-4DDB-9DF9-FDF04FC1A5DC}" dt="2025-10-09T14:07:56.567" v="246"/>
          <ac:spMkLst>
            <pc:docMk/>
            <pc:sldMk cId="1055550515" sldId="375"/>
            <ac:spMk id="3" creationId="{B8F929F2-5E67-AECA-75DE-D75BC6F7DC5E}"/>
          </ac:spMkLst>
        </pc:spChg>
      </pc:sldChg>
      <pc:sldChg chg="modSp">
        <pc:chgData name="林俊杰" userId="dcfdc803-95d8-409b-8404-351632be86e2" providerId="ADAL" clId="{E3CB6CDF-8DB8-4DDB-9DF9-FDF04FC1A5DC}" dt="2025-10-09T14:07:56.567" v="246"/>
        <pc:sldMkLst>
          <pc:docMk/>
          <pc:sldMk cId="2327848606" sldId="376"/>
        </pc:sldMkLst>
        <pc:spChg chg="mod">
          <ac:chgData name="林俊杰" userId="dcfdc803-95d8-409b-8404-351632be86e2" providerId="ADAL" clId="{E3CB6CDF-8DB8-4DDB-9DF9-FDF04FC1A5DC}" dt="2025-10-09T14:07:56.567" v="246"/>
          <ac:spMkLst>
            <pc:docMk/>
            <pc:sldMk cId="2327848606" sldId="376"/>
            <ac:spMk id="4" creationId="{95491B16-DFD2-9C4A-394B-A7507FC3A240}"/>
          </ac:spMkLst>
        </pc:spChg>
        <pc:spChg chg="mod">
          <ac:chgData name="林俊杰" userId="dcfdc803-95d8-409b-8404-351632be86e2" providerId="ADAL" clId="{E3CB6CDF-8DB8-4DDB-9DF9-FDF04FC1A5DC}" dt="2025-10-09T14:07:56.567" v="246"/>
          <ac:spMkLst>
            <pc:docMk/>
            <pc:sldMk cId="2327848606" sldId="376"/>
            <ac:spMk id="5" creationId="{25E6A536-286E-6B55-E767-25B78508E2D2}"/>
          </ac:spMkLst>
        </pc:spChg>
      </pc:sldChg>
      <pc:sldChg chg="modSp">
        <pc:chgData name="林俊杰" userId="dcfdc803-95d8-409b-8404-351632be86e2" providerId="ADAL" clId="{E3CB6CDF-8DB8-4DDB-9DF9-FDF04FC1A5DC}" dt="2025-10-09T14:07:56.567" v="246"/>
        <pc:sldMkLst>
          <pc:docMk/>
          <pc:sldMk cId="1142429043" sldId="377"/>
        </pc:sldMkLst>
        <pc:spChg chg="mod">
          <ac:chgData name="林俊杰" userId="dcfdc803-95d8-409b-8404-351632be86e2" providerId="ADAL" clId="{E3CB6CDF-8DB8-4DDB-9DF9-FDF04FC1A5DC}" dt="2025-10-09T14:07:56.567" v="246"/>
          <ac:spMkLst>
            <pc:docMk/>
            <pc:sldMk cId="1142429043" sldId="377"/>
            <ac:spMk id="2" creationId="{20F83929-C1EF-EC67-C6D5-E1B24F926CB0}"/>
          </ac:spMkLst>
        </pc:spChg>
      </pc:sldChg>
      <pc:sldChg chg="modSp">
        <pc:chgData name="林俊杰" userId="dcfdc803-95d8-409b-8404-351632be86e2" providerId="ADAL" clId="{E3CB6CDF-8DB8-4DDB-9DF9-FDF04FC1A5DC}" dt="2025-10-09T14:07:56.567" v="246"/>
        <pc:sldMkLst>
          <pc:docMk/>
          <pc:sldMk cId="407943866" sldId="379"/>
        </pc:sldMkLst>
        <pc:spChg chg="mod">
          <ac:chgData name="林俊杰" userId="dcfdc803-95d8-409b-8404-351632be86e2" providerId="ADAL" clId="{E3CB6CDF-8DB8-4DDB-9DF9-FDF04FC1A5DC}" dt="2025-10-09T14:07:56.567" v="246"/>
          <ac:spMkLst>
            <pc:docMk/>
            <pc:sldMk cId="407943866" sldId="379"/>
            <ac:spMk id="2" creationId="{F5A81CD1-AB98-D847-F1A9-72CE622CDC6C}"/>
          </ac:spMkLst>
        </pc:spChg>
        <pc:spChg chg="mod">
          <ac:chgData name="林俊杰" userId="dcfdc803-95d8-409b-8404-351632be86e2" providerId="ADAL" clId="{E3CB6CDF-8DB8-4DDB-9DF9-FDF04FC1A5DC}" dt="2025-10-09T14:07:56.567" v="246"/>
          <ac:spMkLst>
            <pc:docMk/>
            <pc:sldMk cId="407943866" sldId="379"/>
            <ac:spMk id="3" creationId="{4037460C-B66E-DD6A-4D70-FB93F3DC4DED}"/>
          </ac:spMkLst>
        </pc:spChg>
      </pc:sldChg>
      <pc:sldChg chg="modSp">
        <pc:chgData name="林俊杰" userId="dcfdc803-95d8-409b-8404-351632be86e2" providerId="ADAL" clId="{E3CB6CDF-8DB8-4DDB-9DF9-FDF04FC1A5DC}" dt="2025-10-09T14:07:56.567" v="246"/>
        <pc:sldMkLst>
          <pc:docMk/>
          <pc:sldMk cId="2237020349" sldId="380"/>
        </pc:sldMkLst>
        <pc:spChg chg="mod">
          <ac:chgData name="林俊杰" userId="dcfdc803-95d8-409b-8404-351632be86e2" providerId="ADAL" clId="{E3CB6CDF-8DB8-4DDB-9DF9-FDF04FC1A5DC}" dt="2025-10-09T14:07:56.567" v="246"/>
          <ac:spMkLst>
            <pc:docMk/>
            <pc:sldMk cId="2237020349" sldId="380"/>
            <ac:spMk id="2" creationId="{11947845-2B74-57C3-FCE0-28CAFC4810FD}"/>
          </ac:spMkLst>
        </pc:spChg>
      </pc:sldChg>
      <pc:sldChg chg="modSp">
        <pc:chgData name="林俊杰" userId="dcfdc803-95d8-409b-8404-351632be86e2" providerId="ADAL" clId="{E3CB6CDF-8DB8-4DDB-9DF9-FDF04FC1A5DC}" dt="2025-10-09T14:07:56.567" v="246"/>
        <pc:sldMkLst>
          <pc:docMk/>
          <pc:sldMk cId="193578696" sldId="381"/>
        </pc:sldMkLst>
        <pc:spChg chg="mod">
          <ac:chgData name="林俊杰" userId="dcfdc803-95d8-409b-8404-351632be86e2" providerId="ADAL" clId="{E3CB6CDF-8DB8-4DDB-9DF9-FDF04FC1A5DC}" dt="2025-10-09T14:07:56.567" v="246"/>
          <ac:spMkLst>
            <pc:docMk/>
            <pc:sldMk cId="193578696" sldId="381"/>
            <ac:spMk id="2" creationId="{00B8E40B-173C-BE8B-CF6C-EA462C66F73E}"/>
          </ac:spMkLst>
        </pc:spChg>
        <pc:spChg chg="mod">
          <ac:chgData name="林俊杰" userId="dcfdc803-95d8-409b-8404-351632be86e2" providerId="ADAL" clId="{E3CB6CDF-8DB8-4DDB-9DF9-FDF04FC1A5DC}" dt="2025-10-09T14:07:56.567" v="246"/>
          <ac:spMkLst>
            <pc:docMk/>
            <pc:sldMk cId="193578696" sldId="381"/>
            <ac:spMk id="3" creationId="{4EBB60BF-CD6F-9E50-A5D1-B432123A5B19}"/>
          </ac:spMkLst>
        </pc:spChg>
      </pc:sldChg>
      <pc:sldChg chg="add">
        <pc:chgData name="林俊杰" userId="dcfdc803-95d8-409b-8404-351632be86e2" providerId="ADAL" clId="{E3CB6CDF-8DB8-4DDB-9DF9-FDF04FC1A5DC}" dt="2025-10-09T14:26:42.878" v="384"/>
        <pc:sldMkLst>
          <pc:docMk/>
          <pc:sldMk cId="1082581653" sldId="384"/>
        </pc:sldMkLst>
      </pc:sldChg>
      <pc:sldChg chg="add">
        <pc:chgData name="林俊杰" userId="dcfdc803-95d8-409b-8404-351632be86e2" providerId="ADAL" clId="{E3CB6CDF-8DB8-4DDB-9DF9-FDF04FC1A5DC}" dt="2025-10-09T14:26:42.878" v="384"/>
        <pc:sldMkLst>
          <pc:docMk/>
          <pc:sldMk cId="3036878915" sldId="385"/>
        </pc:sldMkLst>
      </pc:sldChg>
      <pc:sldChg chg="modSp">
        <pc:chgData name="林俊杰" userId="dcfdc803-95d8-409b-8404-351632be86e2" providerId="ADAL" clId="{E3CB6CDF-8DB8-4DDB-9DF9-FDF04FC1A5DC}" dt="2025-10-09T14:07:56.567" v="246"/>
        <pc:sldMkLst>
          <pc:docMk/>
          <pc:sldMk cId="2154467243" sldId="388"/>
        </pc:sldMkLst>
        <pc:spChg chg="mod">
          <ac:chgData name="林俊杰" userId="dcfdc803-95d8-409b-8404-351632be86e2" providerId="ADAL" clId="{E3CB6CDF-8DB8-4DDB-9DF9-FDF04FC1A5DC}" dt="2025-10-09T14:07:56.567" v="246"/>
          <ac:spMkLst>
            <pc:docMk/>
            <pc:sldMk cId="2154467243" sldId="388"/>
            <ac:spMk id="2" creationId="{D82A3E59-90F6-B6C4-10F4-E3809A763D13}"/>
          </ac:spMkLst>
        </pc:spChg>
        <pc:spChg chg="mod">
          <ac:chgData name="林俊杰" userId="dcfdc803-95d8-409b-8404-351632be86e2" providerId="ADAL" clId="{E3CB6CDF-8DB8-4DDB-9DF9-FDF04FC1A5DC}" dt="2025-10-09T14:07:56.567" v="246"/>
          <ac:spMkLst>
            <pc:docMk/>
            <pc:sldMk cId="2154467243" sldId="388"/>
            <ac:spMk id="11" creationId="{6BA96B54-9E23-3EC7-4292-ADD8B1E54ED4}"/>
          </ac:spMkLst>
        </pc:spChg>
      </pc:sldChg>
      <pc:sldChg chg="modSp">
        <pc:chgData name="林俊杰" userId="dcfdc803-95d8-409b-8404-351632be86e2" providerId="ADAL" clId="{E3CB6CDF-8DB8-4DDB-9DF9-FDF04FC1A5DC}" dt="2025-10-09T14:07:56.567" v="246"/>
        <pc:sldMkLst>
          <pc:docMk/>
          <pc:sldMk cId="3208244282" sldId="390"/>
        </pc:sldMkLst>
        <pc:spChg chg="mod">
          <ac:chgData name="林俊杰" userId="dcfdc803-95d8-409b-8404-351632be86e2" providerId="ADAL" clId="{E3CB6CDF-8DB8-4DDB-9DF9-FDF04FC1A5DC}" dt="2025-10-09T14:07:56.567" v="246"/>
          <ac:spMkLst>
            <pc:docMk/>
            <pc:sldMk cId="3208244282" sldId="390"/>
            <ac:spMk id="2" creationId="{94FF91DC-D2F3-AF4D-864B-D69AE2265874}"/>
          </ac:spMkLst>
        </pc:spChg>
        <pc:spChg chg="mod">
          <ac:chgData name="林俊杰" userId="dcfdc803-95d8-409b-8404-351632be86e2" providerId="ADAL" clId="{E3CB6CDF-8DB8-4DDB-9DF9-FDF04FC1A5DC}" dt="2025-10-09T14:07:56.567" v="246"/>
          <ac:spMkLst>
            <pc:docMk/>
            <pc:sldMk cId="3208244282" sldId="390"/>
            <ac:spMk id="3" creationId="{8645E290-23CB-7546-B8B2-7F9EE93F8302}"/>
          </ac:spMkLst>
        </pc:spChg>
      </pc:sldChg>
      <pc:sldChg chg="modSp">
        <pc:chgData name="林俊杰" userId="dcfdc803-95d8-409b-8404-351632be86e2" providerId="ADAL" clId="{E3CB6CDF-8DB8-4DDB-9DF9-FDF04FC1A5DC}" dt="2025-10-09T14:07:56.567" v="246"/>
        <pc:sldMkLst>
          <pc:docMk/>
          <pc:sldMk cId="349057563" sldId="391"/>
        </pc:sldMkLst>
        <pc:spChg chg="mod">
          <ac:chgData name="林俊杰" userId="dcfdc803-95d8-409b-8404-351632be86e2" providerId="ADAL" clId="{E3CB6CDF-8DB8-4DDB-9DF9-FDF04FC1A5DC}" dt="2025-10-09T14:07:56.567" v="246"/>
          <ac:spMkLst>
            <pc:docMk/>
            <pc:sldMk cId="349057563" sldId="391"/>
            <ac:spMk id="2" creationId="{78DE8C61-95DD-3845-9B3D-04865D4461D3}"/>
          </ac:spMkLst>
        </pc:spChg>
      </pc:sldChg>
      <pc:sldChg chg="modSp">
        <pc:chgData name="林俊杰" userId="dcfdc803-95d8-409b-8404-351632be86e2" providerId="ADAL" clId="{E3CB6CDF-8DB8-4DDB-9DF9-FDF04FC1A5DC}" dt="2025-10-09T14:07:56.567" v="246"/>
        <pc:sldMkLst>
          <pc:docMk/>
          <pc:sldMk cId="3024419620" sldId="392"/>
        </pc:sldMkLst>
        <pc:spChg chg="mod">
          <ac:chgData name="林俊杰" userId="dcfdc803-95d8-409b-8404-351632be86e2" providerId="ADAL" clId="{E3CB6CDF-8DB8-4DDB-9DF9-FDF04FC1A5DC}" dt="2025-10-09T14:07:56.567" v="246"/>
          <ac:spMkLst>
            <pc:docMk/>
            <pc:sldMk cId="3024419620" sldId="392"/>
            <ac:spMk id="2" creationId="{05BE4896-DDC1-AE49-8B54-D276B7355EBA}"/>
          </ac:spMkLst>
        </pc:spChg>
        <pc:spChg chg="mod">
          <ac:chgData name="林俊杰" userId="dcfdc803-95d8-409b-8404-351632be86e2" providerId="ADAL" clId="{E3CB6CDF-8DB8-4DDB-9DF9-FDF04FC1A5DC}" dt="2025-10-09T14:07:56.567" v="246"/>
          <ac:spMkLst>
            <pc:docMk/>
            <pc:sldMk cId="3024419620" sldId="392"/>
            <ac:spMk id="3" creationId="{9BA84B51-63E2-CE49-98D5-E9BCA4517F0F}"/>
          </ac:spMkLst>
        </pc:spChg>
      </pc:sldChg>
      <pc:sldChg chg="modSp">
        <pc:chgData name="林俊杰" userId="dcfdc803-95d8-409b-8404-351632be86e2" providerId="ADAL" clId="{E3CB6CDF-8DB8-4DDB-9DF9-FDF04FC1A5DC}" dt="2025-10-09T14:07:56.567" v="246"/>
        <pc:sldMkLst>
          <pc:docMk/>
          <pc:sldMk cId="3513656598" sldId="393"/>
        </pc:sldMkLst>
        <pc:spChg chg="mod">
          <ac:chgData name="林俊杰" userId="dcfdc803-95d8-409b-8404-351632be86e2" providerId="ADAL" clId="{E3CB6CDF-8DB8-4DDB-9DF9-FDF04FC1A5DC}" dt="2025-10-09T14:07:56.567" v="246"/>
          <ac:spMkLst>
            <pc:docMk/>
            <pc:sldMk cId="3513656598" sldId="393"/>
            <ac:spMk id="2" creationId="{849F1B21-CCFF-0A4B-B4EF-E30783CFF65E}"/>
          </ac:spMkLst>
        </pc:spChg>
        <pc:spChg chg="mod">
          <ac:chgData name="林俊杰" userId="dcfdc803-95d8-409b-8404-351632be86e2" providerId="ADAL" clId="{E3CB6CDF-8DB8-4DDB-9DF9-FDF04FC1A5DC}" dt="2025-10-09T14:07:56.567" v="246"/>
          <ac:spMkLst>
            <pc:docMk/>
            <pc:sldMk cId="3513656598" sldId="393"/>
            <ac:spMk id="3" creationId="{DF10E0B7-748C-204E-A080-E3DD54E0D1A8}"/>
          </ac:spMkLst>
        </pc:spChg>
      </pc:sldChg>
      <pc:sldChg chg="modSp">
        <pc:chgData name="林俊杰" userId="dcfdc803-95d8-409b-8404-351632be86e2" providerId="ADAL" clId="{E3CB6CDF-8DB8-4DDB-9DF9-FDF04FC1A5DC}" dt="2025-10-09T14:07:56.567" v="246"/>
        <pc:sldMkLst>
          <pc:docMk/>
          <pc:sldMk cId="4288481865" sldId="394"/>
        </pc:sldMkLst>
        <pc:spChg chg="mod">
          <ac:chgData name="林俊杰" userId="dcfdc803-95d8-409b-8404-351632be86e2" providerId="ADAL" clId="{E3CB6CDF-8DB8-4DDB-9DF9-FDF04FC1A5DC}" dt="2025-10-09T14:07:56.567" v="246"/>
          <ac:spMkLst>
            <pc:docMk/>
            <pc:sldMk cId="4288481865" sldId="394"/>
            <ac:spMk id="2" creationId="{3C837B79-C18A-DC40-BE49-5509201F5536}"/>
          </ac:spMkLst>
        </pc:spChg>
        <pc:spChg chg="mod">
          <ac:chgData name="林俊杰" userId="dcfdc803-95d8-409b-8404-351632be86e2" providerId="ADAL" clId="{E3CB6CDF-8DB8-4DDB-9DF9-FDF04FC1A5DC}" dt="2025-10-09T14:07:56.567" v="246"/>
          <ac:spMkLst>
            <pc:docMk/>
            <pc:sldMk cId="4288481865" sldId="394"/>
            <ac:spMk id="3" creationId="{815D16FD-0E71-1040-B0B9-DD58CD16E748}"/>
          </ac:spMkLst>
        </pc:spChg>
      </pc:sldChg>
      <pc:sldChg chg="modSp">
        <pc:chgData name="林俊杰" userId="dcfdc803-95d8-409b-8404-351632be86e2" providerId="ADAL" clId="{E3CB6CDF-8DB8-4DDB-9DF9-FDF04FC1A5DC}" dt="2025-10-09T14:07:56.567" v="246"/>
        <pc:sldMkLst>
          <pc:docMk/>
          <pc:sldMk cId="668079869" sldId="395"/>
        </pc:sldMkLst>
        <pc:spChg chg="mod">
          <ac:chgData name="林俊杰" userId="dcfdc803-95d8-409b-8404-351632be86e2" providerId="ADAL" clId="{E3CB6CDF-8DB8-4DDB-9DF9-FDF04FC1A5DC}" dt="2025-10-09T14:07:56.567" v="246"/>
          <ac:spMkLst>
            <pc:docMk/>
            <pc:sldMk cId="668079869" sldId="395"/>
            <ac:spMk id="2" creationId="{97912F93-EDAE-A947-A8B0-7B908E0539DD}"/>
          </ac:spMkLst>
        </pc:spChg>
        <pc:spChg chg="mod">
          <ac:chgData name="林俊杰" userId="dcfdc803-95d8-409b-8404-351632be86e2" providerId="ADAL" clId="{E3CB6CDF-8DB8-4DDB-9DF9-FDF04FC1A5DC}" dt="2025-10-09T14:07:56.567" v="246"/>
          <ac:spMkLst>
            <pc:docMk/>
            <pc:sldMk cId="668079869" sldId="395"/>
            <ac:spMk id="3" creationId="{41866784-078B-2D44-908B-6384D7985B38}"/>
          </ac:spMkLst>
        </pc:spChg>
      </pc:sldChg>
      <pc:sldChg chg="addSp delSp modSp new mod chgLayout">
        <pc:chgData name="林俊杰" userId="dcfdc803-95d8-409b-8404-351632be86e2" providerId="ADAL" clId="{E3CB6CDF-8DB8-4DDB-9DF9-FDF04FC1A5DC}" dt="2025-10-09T14:07:56.567" v="246"/>
        <pc:sldMkLst>
          <pc:docMk/>
          <pc:sldMk cId="3228313167" sldId="396"/>
        </pc:sldMkLst>
        <pc:spChg chg="mod ord">
          <ac:chgData name="林俊杰" userId="dcfdc803-95d8-409b-8404-351632be86e2" providerId="ADAL" clId="{E3CB6CDF-8DB8-4DDB-9DF9-FDF04FC1A5DC}" dt="2025-10-09T14:07:56.567" v="246"/>
          <ac:spMkLst>
            <pc:docMk/>
            <pc:sldMk cId="3228313167" sldId="396"/>
            <ac:spMk id="2" creationId="{1EB2C344-941E-6ED1-4DB5-DD0224C4FAC0}"/>
          </ac:spMkLst>
        </pc:spChg>
        <pc:spChg chg="add mod">
          <ac:chgData name="林俊杰" userId="dcfdc803-95d8-409b-8404-351632be86e2" providerId="ADAL" clId="{E3CB6CDF-8DB8-4DDB-9DF9-FDF04FC1A5DC}" dt="2025-10-09T13:33:57.609" v="130" actId="1076"/>
          <ac:spMkLst>
            <pc:docMk/>
            <pc:sldMk cId="3228313167" sldId="396"/>
            <ac:spMk id="5" creationId="{ECA8DD50-C88C-670E-606D-95B21A3C630F}"/>
          </ac:spMkLst>
        </pc:spChg>
        <pc:spChg chg="add mod">
          <ac:chgData name="林俊杰" userId="dcfdc803-95d8-409b-8404-351632be86e2" providerId="ADAL" clId="{E3CB6CDF-8DB8-4DDB-9DF9-FDF04FC1A5DC}" dt="2025-10-09T13:35:13.058" v="141" actId="20577"/>
          <ac:spMkLst>
            <pc:docMk/>
            <pc:sldMk cId="3228313167" sldId="396"/>
            <ac:spMk id="9" creationId="{C1AD2887-2D58-73B8-73BD-7D7E57CA63F3}"/>
          </ac:spMkLst>
        </pc:spChg>
        <pc:graphicFrameChg chg="add mod ord modGraphic">
          <ac:chgData name="林俊杰" userId="dcfdc803-95d8-409b-8404-351632be86e2" providerId="ADAL" clId="{E3CB6CDF-8DB8-4DDB-9DF9-FDF04FC1A5DC}" dt="2025-10-09T13:33:53.743" v="129" actId="1076"/>
          <ac:graphicFrameMkLst>
            <pc:docMk/>
            <pc:sldMk cId="3228313167" sldId="396"/>
            <ac:graphicFrameMk id="4" creationId="{65749605-E584-52AB-37D0-84BFEA8182D9}"/>
          </ac:graphicFrameMkLst>
        </pc:graphicFrameChg>
      </pc:sldChg>
      <pc:sldChg chg="addSp delSp modSp new mod">
        <pc:chgData name="林俊杰" userId="dcfdc803-95d8-409b-8404-351632be86e2" providerId="ADAL" clId="{E3CB6CDF-8DB8-4DDB-9DF9-FDF04FC1A5DC}" dt="2025-10-09T14:21:17.648" v="382" actId="1076"/>
        <pc:sldMkLst>
          <pc:docMk/>
          <pc:sldMk cId="538044009" sldId="397"/>
        </pc:sldMkLst>
        <pc:spChg chg="mod">
          <ac:chgData name="林俊杰" userId="dcfdc803-95d8-409b-8404-351632be86e2" providerId="ADAL" clId="{E3CB6CDF-8DB8-4DDB-9DF9-FDF04FC1A5DC}" dt="2025-10-09T14:21:06.837" v="379" actId="20577"/>
          <ac:spMkLst>
            <pc:docMk/>
            <pc:sldMk cId="538044009" sldId="397"/>
            <ac:spMk id="2" creationId="{26BCABEA-2B1C-D633-EFA9-072468C053AD}"/>
          </ac:spMkLst>
        </pc:spChg>
        <pc:spChg chg="mod">
          <ac:chgData name="林俊杰" userId="dcfdc803-95d8-409b-8404-351632be86e2" providerId="ADAL" clId="{E3CB6CDF-8DB8-4DDB-9DF9-FDF04FC1A5DC}" dt="2025-10-09T14:12:21.164" v="296" actId="403"/>
          <ac:spMkLst>
            <pc:docMk/>
            <pc:sldMk cId="538044009" sldId="397"/>
            <ac:spMk id="3" creationId="{AF33782F-E102-5FC1-1E54-B49D9D21FB55}"/>
          </ac:spMkLst>
        </pc:spChg>
        <pc:spChg chg="add mod">
          <ac:chgData name="林俊杰" userId="dcfdc803-95d8-409b-8404-351632be86e2" providerId="ADAL" clId="{E3CB6CDF-8DB8-4DDB-9DF9-FDF04FC1A5DC}" dt="2025-10-09T13:44:48.273" v="221"/>
          <ac:spMkLst>
            <pc:docMk/>
            <pc:sldMk cId="538044009" sldId="397"/>
            <ac:spMk id="7" creationId="{935DDCA5-BA69-D9CB-62BF-D3AE3F9AC691}"/>
          </ac:spMkLst>
        </pc:spChg>
        <pc:spChg chg="add mod">
          <ac:chgData name="林俊杰" userId="dcfdc803-95d8-409b-8404-351632be86e2" providerId="ADAL" clId="{E3CB6CDF-8DB8-4DDB-9DF9-FDF04FC1A5DC}" dt="2025-10-09T14:12:49.212" v="298" actId="21"/>
          <ac:spMkLst>
            <pc:docMk/>
            <pc:sldMk cId="538044009" sldId="397"/>
            <ac:spMk id="9" creationId="{531F799F-6E84-7C88-40D2-365F5C1A4C29}"/>
          </ac:spMkLst>
        </pc:spChg>
        <pc:graphicFrameChg chg="add mod modGraphic">
          <ac:chgData name="林俊杰" userId="dcfdc803-95d8-409b-8404-351632be86e2" providerId="ADAL" clId="{E3CB6CDF-8DB8-4DDB-9DF9-FDF04FC1A5DC}" dt="2025-10-09T14:20:05.286" v="374" actId="20577"/>
          <ac:graphicFrameMkLst>
            <pc:docMk/>
            <pc:sldMk cId="538044009" sldId="397"/>
            <ac:graphicFrameMk id="10" creationId="{EC5FCC77-DF70-34A8-6435-AC21588D536B}"/>
          </ac:graphicFrameMkLst>
        </pc:graphicFrameChg>
        <pc:picChg chg="add mod">
          <ac:chgData name="林俊杰" userId="dcfdc803-95d8-409b-8404-351632be86e2" providerId="ADAL" clId="{E3CB6CDF-8DB8-4DDB-9DF9-FDF04FC1A5DC}" dt="2025-10-09T14:21:17.648" v="382" actId="1076"/>
          <ac:picMkLst>
            <pc:docMk/>
            <pc:sldMk cId="538044009" sldId="397"/>
            <ac:picMk id="4" creationId="{B79C8056-8F11-4E01-BF4E-0F1CC8419359}"/>
          </ac:picMkLst>
        </pc:picChg>
      </pc:sldChg>
    </pc:docChg>
  </pc:docChgLst>
  <pc:docChgLst>
    <pc:chgData name="林俊杰" userId="dcfdc803-95d8-409b-8404-351632be86e2" providerId="ADAL" clId="{8C391C4A-92AA-58F5-9320-38493568155F}"/>
    <pc:docChg chg="custSel addSld delSld modSld">
      <pc:chgData name="林俊杰" userId="dcfdc803-95d8-409b-8404-351632be86e2" providerId="ADAL" clId="{8C391C4A-92AA-58F5-9320-38493568155F}" dt="2025-10-20T05:46:41.421" v="27" actId="20577"/>
      <pc:docMkLst>
        <pc:docMk/>
      </pc:docMkLst>
      <pc:sldChg chg="add">
        <pc:chgData name="林俊杰" userId="dcfdc803-95d8-409b-8404-351632be86e2" providerId="ADAL" clId="{8C391C4A-92AA-58F5-9320-38493568155F}" dt="2025-10-06T15:33:40.626" v="2"/>
        <pc:sldMkLst>
          <pc:docMk/>
          <pc:sldMk cId="998980849" sldId="260"/>
        </pc:sldMkLst>
      </pc:sldChg>
      <pc:sldChg chg="add">
        <pc:chgData name="林俊杰" userId="dcfdc803-95d8-409b-8404-351632be86e2" providerId="ADAL" clId="{8C391C4A-92AA-58F5-9320-38493568155F}" dt="2025-10-06T15:33:40.626" v="2"/>
        <pc:sldMkLst>
          <pc:docMk/>
          <pc:sldMk cId="1714455269" sldId="263"/>
        </pc:sldMkLst>
      </pc:sldChg>
      <pc:sldChg chg="add">
        <pc:chgData name="林俊杰" userId="dcfdc803-95d8-409b-8404-351632be86e2" providerId="ADAL" clId="{8C391C4A-92AA-58F5-9320-38493568155F}" dt="2025-10-06T15:33:40.626" v="2"/>
        <pc:sldMkLst>
          <pc:docMk/>
          <pc:sldMk cId="892866472" sldId="264"/>
        </pc:sldMkLst>
      </pc:sldChg>
      <pc:sldChg chg="add">
        <pc:chgData name="林俊杰" userId="dcfdc803-95d8-409b-8404-351632be86e2" providerId="ADAL" clId="{8C391C4A-92AA-58F5-9320-38493568155F}" dt="2025-10-06T15:33:40.626" v="2"/>
        <pc:sldMkLst>
          <pc:docMk/>
          <pc:sldMk cId="1490137829" sldId="265"/>
        </pc:sldMkLst>
      </pc:sldChg>
      <pc:sldChg chg="add">
        <pc:chgData name="林俊杰" userId="dcfdc803-95d8-409b-8404-351632be86e2" providerId="ADAL" clId="{8C391C4A-92AA-58F5-9320-38493568155F}" dt="2025-10-06T15:33:40.626" v="2"/>
        <pc:sldMkLst>
          <pc:docMk/>
          <pc:sldMk cId="2994537533" sldId="266"/>
        </pc:sldMkLst>
      </pc:sldChg>
      <pc:sldChg chg="add">
        <pc:chgData name="林俊杰" userId="dcfdc803-95d8-409b-8404-351632be86e2" providerId="ADAL" clId="{8C391C4A-92AA-58F5-9320-38493568155F}" dt="2025-10-06T15:33:40.626" v="2"/>
        <pc:sldMkLst>
          <pc:docMk/>
          <pc:sldMk cId="2280584567" sldId="267"/>
        </pc:sldMkLst>
      </pc:sldChg>
      <pc:sldChg chg="modSp add mod">
        <pc:chgData name="林俊杰" userId="dcfdc803-95d8-409b-8404-351632be86e2" providerId="ADAL" clId="{8C391C4A-92AA-58F5-9320-38493568155F}" dt="2025-10-06T15:33:40.680" v="3" actId="27636"/>
        <pc:sldMkLst>
          <pc:docMk/>
          <pc:sldMk cId="2707886788" sldId="268"/>
        </pc:sldMkLst>
        <pc:spChg chg="mod">
          <ac:chgData name="林俊杰" userId="dcfdc803-95d8-409b-8404-351632be86e2" providerId="ADAL" clId="{8C391C4A-92AA-58F5-9320-38493568155F}" dt="2025-10-06T15:33:40.680" v="3" actId="27636"/>
          <ac:spMkLst>
            <pc:docMk/>
            <pc:sldMk cId="2707886788" sldId="268"/>
            <ac:spMk id="3" creationId="{55A0FE42-1E48-2C4F-BE4C-347BD0753D9E}"/>
          </ac:spMkLst>
        </pc:spChg>
      </pc:sldChg>
      <pc:sldChg chg="add">
        <pc:chgData name="林俊杰" userId="dcfdc803-95d8-409b-8404-351632be86e2" providerId="ADAL" clId="{8C391C4A-92AA-58F5-9320-38493568155F}" dt="2025-10-06T15:33:40.626" v="2"/>
        <pc:sldMkLst>
          <pc:docMk/>
          <pc:sldMk cId="336912345" sldId="270"/>
        </pc:sldMkLst>
      </pc:sldChg>
      <pc:sldChg chg="modSp add mod">
        <pc:chgData name="林俊杰" userId="dcfdc803-95d8-409b-8404-351632be86e2" providerId="ADAL" clId="{8C391C4A-92AA-58F5-9320-38493568155F}" dt="2025-10-06T15:33:40.722" v="5" actId="27636"/>
        <pc:sldMkLst>
          <pc:docMk/>
          <pc:sldMk cId="1607522197" sldId="271"/>
        </pc:sldMkLst>
        <pc:spChg chg="mod">
          <ac:chgData name="林俊杰" userId="dcfdc803-95d8-409b-8404-351632be86e2" providerId="ADAL" clId="{8C391C4A-92AA-58F5-9320-38493568155F}" dt="2025-10-06T15:33:40.722" v="5" actId="27636"/>
          <ac:spMkLst>
            <pc:docMk/>
            <pc:sldMk cId="1607522197" sldId="271"/>
            <ac:spMk id="3" creationId="{372B8A34-2767-EA49-9CDF-03D4A94125B8}"/>
          </ac:spMkLst>
        </pc:spChg>
      </pc:sldChg>
      <pc:sldChg chg="addSp modSp add mod">
        <pc:chgData name="林俊杰" userId="dcfdc803-95d8-409b-8404-351632be86e2" providerId="ADAL" clId="{8C391C4A-92AA-58F5-9320-38493568155F}" dt="2025-10-20T05:33:59.283" v="17" actId="11529"/>
        <pc:sldMkLst>
          <pc:docMk/>
          <pc:sldMk cId="1430331003" sldId="273"/>
        </pc:sldMkLst>
        <pc:spChg chg="add">
          <ac:chgData name="林俊杰" userId="dcfdc803-95d8-409b-8404-351632be86e2" providerId="ADAL" clId="{8C391C4A-92AA-58F5-9320-38493568155F}" dt="2025-10-20T05:33:59.283" v="17" actId="11529"/>
          <ac:spMkLst>
            <pc:docMk/>
            <pc:sldMk cId="1430331003" sldId="273"/>
            <ac:spMk id="6" creationId="{79006A10-33DA-2372-C3F4-230BF5B8F77F}"/>
          </ac:spMkLst>
        </pc:spChg>
        <pc:picChg chg="add mod">
          <ac:chgData name="林俊杰" userId="dcfdc803-95d8-409b-8404-351632be86e2" providerId="ADAL" clId="{8C391C4A-92AA-58F5-9320-38493568155F}" dt="2025-10-20T05:33:32.844" v="11" actId="14100"/>
          <ac:picMkLst>
            <pc:docMk/>
            <pc:sldMk cId="1430331003" sldId="273"/>
            <ac:picMk id="4" creationId="{EED6DE83-5A68-465A-B448-5014DB72256B}"/>
          </ac:picMkLst>
        </pc:picChg>
        <pc:picChg chg="add mod">
          <ac:chgData name="林俊杰" userId="dcfdc803-95d8-409b-8404-351632be86e2" providerId="ADAL" clId="{8C391C4A-92AA-58F5-9320-38493568155F}" dt="2025-10-20T05:33:39.601" v="14" actId="1076"/>
          <ac:picMkLst>
            <pc:docMk/>
            <pc:sldMk cId="1430331003" sldId="273"/>
            <ac:picMk id="5" creationId="{967D0E7E-2420-86A9-D44A-C0AE6A8EB624}"/>
          </ac:picMkLst>
        </pc:picChg>
        <pc:picChg chg="mod">
          <ac:chgData name="林俊杰" userId="dcfdc803-95d8-409b-8404-351632be86e2" providerId="ADAL" clId="{8C391C4A-92AA-58F5-9320-38493568155F}" dt="2025-10-20T05:33:44.260" v="15" actId="1076"/>
          <ac:picMkLst>
            <pc:docMk/>
            <pc:sldMk cId="1430331003" sldId="273"/>
            <ac:picMk id="3074" creationId="{2CA7366A-E33B-419A-B83B-262883C5C216}"/>
          </ac:picMkLst>
        </pc:picChg>
      </pc:sldChg>
      <pc:sldChg chg="delSp modSp add mod">
        <pc:chgData name="林俊杰" userId="dcfdc803-95d8-409b-8404-351632be86e2" providerId="ADAL" clId="{8C391C4A-92AA-58F5-9320-38493568155F}" dt="2025-10-20T05:45:02.993" v="20" actId="478"/>
        <pc:sldMkLst>
          <pc:docMk/>
          <pc:sldMk cId="1094908186" sldId="274"/>
        </pc:sldMkLst>
        <pc:spChg chg="del mod">
          <ac:chgData name="林俊杰" userId="dcfdc803-95d8-409b-8404-351632be86e2" providerId="ADAL" clId="{8C391C4A-92AA-58F5-9320-38493568155F}" dt="2025-10-20T05:45:02.993" v="20" actId="478"/>
          <ac:spMkLst>
            <pc:docMk/>
            <pc:sldMk cId="1094908186" sldId="274"/>
            <ac:spMk id="6" creationId="{F691D69E-6E44-4F58-B324-9B43EF6E8B22}"/>
          </ac:spMkLst>
        </pc:spChg>
        <pc:spChg chg="del">
          <ac:chgData name="林俊杰" userId="dcfdc803-95d8-409b-8404-351632be86e2" providerId="ADAL" clId="{8C391C4A-92AA-58F5-9320-38493568155F}" dt="2025-10-20T05:45:00.210" v="18" actId="478"/>
          <ac:spMkLst>
            <pc:docMk/>
            <pc:sldMk cId="1094908186" sldId="274"/>
            <ac:spMk id="8" creationId="{5E6C5B8C-5293-4CF4-8620-6FFFAB5A710B}"/>
          </ac:spMkLst>
        </pc:spChg>
      </pc:sldChg>
      <pc:sldChg chg="add">
        <pc:chgData name="林俊杰" userId="dcfdc803-95d8-409b-8404-351632be86e2" providerId="ADAL" clId="{8C391C4A-92AA-58F5-9320-38493568155F}" dt="2025-10-06T15:33:40.626" v="2"/>
        <pc:sldMkLst>
          <pc:docMk/>
          <pc:sldMk cId="871643811" sldId="276"/>
        </pc:sldMkLst>
      </pc:sldChg>
      <pc:sldChg chg="addSp delSp modSp add mod chgLayout">
        <pc:chgData name="林俊杰" userId="dcfdc803-95d8-409b-8404-351632be86e2" providerId="ADAL" clId="{8C391C4A-92AA-58F5-9320-38493568155F}" dt="2025-10-20T05:46:11.558" v="25" actId="1076"/>
        <pc:sldMkLst>
          <pc:docMk/>
          <pc:sldMk cId="440801972" sldId="277"/>
        </pc:sldMkLst>
        <pc:spChg chg="mod ord">
          <ac:chgData name="林俊杰" userId="dcfdc803-95d8-409b-8404-351632be86e2" providerId="ADAL" clId="{8C391C4A-92AA-58F5-9320-38493568155F}" dt="2025-10-20T05:45:57.087" v="21" actId="6264"/>
          <ac:spMkLst>
            <pc:docMk/>
            <pc:sldMk cId="440801972" sldId="277"/>
            <ac:spMk id="2" creationId="{2BD479E7-5273-85C0-0EF8-5C3003ADDEDD}"/>
          </ac:spMkLst>
        </pc:spChg>
        <pc:spChg chg="mod ord">
          <ac:chgData name="林俊杰" userId="dcfdc803-95d8-409b-8404-351632be86e2" providerId="ADAL" clId="{8C391C4A-92AA-58F5-9320-38493568155F}" dt="2025-10-20T05:46:01.763" v="23" actId="403"/>
          <ac:spMkLst>
            <pc:docMk/>
            <pc:sldMk cId="440801972" sldId="277"/>
            <ac:spMk id="3" creationId="{8CB4D6C2-0119-8E2E-3AF4-E4AE755E7494}"/>
          </ac:spMkLst>
        </pc:spChg>
        <pc:spChg chg="add del mod">
          <ac:chgData name="林俊杰" userId="dcfdc803-95d8-409b-8404-351632be86e2" providerId="ADAL" clId="{8C391C4A-92AA-58F5-9320-38493568155F}" dt="2025-10-20T05:45:57.087" v="21" actId="6264"/>
          <ac:spMkLst>
            <pc:docMk/>
            <pc:sldMk cId="440801972" sldId="277"/>
            <ac:spMk id="4" creationId="{CFB0F66F-F054-ADEB-0A71-0DF22DB34B7F}"/>
          </ac:spMkLst>
        </pc:spChg>
        <pc:spChg chg="add del mod">
          <ac:chgData name="林俊杰" userId="dcfdc803-95d8-409b-8404-351632be86e2" providerId="ADAL" clId="{8C391C4A-92AA-58F5-9320-38493568155F}" dt="2025-10-20T05:45:57.087" v="21" actId="6264"/>
          <ac:spMkLst>
            <pc:docMk/>
            <pc:sldMk cId="440801972" sldId="277"/>
            <ac:spMk id="5" creationId="{B7003B38-0420-0C74-2891-7FF8791655F4}"/>
          </ac:spMkLst>
        </pc:spChg>
        <pc:picChg chg="mod">
          <ac:chgData name="林俊杰" userId="dcfdc803-95d8-409b-8404-351632be86e2" providerId="ADAL" clId="{8C391C4A-92AA-58F5-9320-38493568155F}" dt="2025-10-20T05:46:11.558" v="25" actId="1076"/>
          <ac:picMkLst>
            <pc:docMk/>
            <pc:sldMk cId="440801972" sldId="277"/>
            <ac:picMk id="7170" creationId="{51834774-F189-4D6A-8004-097E3F108FF5}"/>
          </ac:picMkLst>
        </pc:picChg>
      </pc:sldChg>
      <pc:sldChg chg="add">
        <pc:chgData name="林俊杰" userId="dcfdc803-95d8-409b-8404-351632be86e2" providerId="ADAL" clId="{8C391C4A-92AA-58F5-9320-38493568155F}" dt="2025-10-06T15:33:40.626" v="2"/>
        <pc:sldMkLst>
          <pc:docMk/>
          <pc:sldMk cId="3324476296" sldId="278"/>
        </pc:sldMkLst>
      </pc:sldChg>
      <pc:sldChg chg="add">
        <pc:chgData name="林俊杰" userId="dcfdc803-95d8-409b-8404-351632be86e2" providerId="ADAL" clId="{8C391C4A-92AA-58F5-9320-38493568155F}" dt="2025-10-06T15:33:40.626" v="2"/>
        <pc:sldMkLst>
          <pc:docMk/>
          <pc:sldMk cId="1271459515" sldId="279"/>
        </pc:sldMkLst>
      </pc:sldChg>
      <pc:sldChg chg="delSp add del">
        <pc:chgData name="林俊杰" userId="dcfdc803-95d8-409b-8404-351632be86e2" providerId="ADAL" clId="{8C391C4A-92AA-58F5-9320-38493568155F}" dt="2025-10-20T05:33:48.825" v="16" actId="2696"/>
        <pc:sldMkLst>
          <pc:docMk/>
          <pc:sldMk cId="927787154" sldId="280"/>
        </pc:sldMkLst>
        <pc:picChg chg="del">
          <ac:chgData name="林俊杰" userId="dcfdc803-95d8-409b-8404-351632be86e2" providerId="ADAL" clId="{8C391C4A-92AA-58F5-9320-38493568155F}" dt="2025-10-20T05:33:25.848" v="8" actId="21"/>
          <ac:picMkLst>
            <pc:docMk/>
            <pc:sldMk cId="927787154" sldId="280"/>
            <ac:picMk id="4098" creationId="{32384394-1881-4F8A-9FB7-EC53304625E7}"/>
          </ac:picMkLst>
        </pc:picChg>
        <pc:picChg chg="del">
          <ac:chgData name="林俊杰" userId="dcfdc803-95d8-409b-8404-351632be86e2" providerId="ADAL" clId="{8C391C4A-92AA-58F5-9320-38493568155F}" dt="2025-10-20T05:33:35.056" v="12" actId="21"/>
          <ac:picMkLst>
            <pc:docMk/>
            <pc:sldMk cId="927787154" sldId="280"/>
            <ac:picMk id="4102" creationId="{C0BEA211-CCC8-4071-A60B-17C501E68957}"/>
          </ac:picMkLst>
        </pc:picChg>
      </pc:sldChg>
      <pc:sldChg chg="add">
        <pc:chgData name="林俊杰" userId="dcfdc803-95d8-409b-8404-351632be86e2" providerId="ADAL" clId="{8C391C4A-92AA-58F5-9320-38493568155F}" dt="2025-10-06T15:33:40.626" v="2"/>
        <pc:sldMkLst>
          <pc:docMk/>
          <pc:sldMk cId="2258626495" sldId="281"/>
        </pc:sldMkLst>
      </pc:sldChg>
      <pc:sldChg chg="modSp add mod">
        <pc:chgData name="林俊杰" userId="dcfdc803-95d8-409b-8404-351632be86e2" providerId="ADAL" clId="{8C391C4A-92AA-58F5-9320-38493568155F}" dt="2025-10-06T15:33:40.707" v="4" actId="27636"/>
        <pc:sldMkLst>
          <pc:docMk/>
          <pc:sldMk cId="2851328824" sldId="282"/>
        </pc:sldMkLst>
        <pc:spChg chg="mod">
          <ac:chgData name="林俊杰" userId="dcfdc803-95d8-409b-8404-351632be86e2" providerId="ADAL" clId="{8C391C4A-92AA-58F5-9320-38493568155F}" dt="2025-10-06T15:33:40.707" v="4" actId="27636"/>
          <ac:spMkLst>
            <pc:docMk/>
            <pc:sldMk cId="2851328824" sldId="282"/>
            <ac:spMk id="3" creationId="{A9E7B2A3-EF31-3B8E-5A6E-C94F8F7E0B3E}"/>
          </ac:spMkLst>
        </pc:spChg>
      </pc:sldChg>
      <pc:sldChg chg="modSp add mod">
        <pc:chgData name="林俊杰" userId="dcfdc803-95d8-409b-8404-351632be86e2" providerId="ADAL" clId="{8C391C4A-92AA-58F5-9320-38493568155F}" dt="2025-10-20T05:46:41.421" v="27" actId="20577"/>
        <pc:sldMkLst>
          <pc:docMk/>
          <pc:sldMk cId="1735354819" sldId="283"/>
        </pc:sldMkLst>
        <pc:spChg chg="mod">
          <ac:chgData name="林俊杰" userId="dcfdc803-95d8-409b-8404-351632be86e2" providerId="ADAL" clId="{8C391C4A-92AA-58F5-9320-38493568155F}" dt="2025-10-20T05:46:41.421" v="27" actId="20577"/>
          <ac:spMkLst>
            <pc:docMk/>
            <pc:sldMk cId="1735354819" sldId="283"/>
            <ac:spMk id="2" creationId="{A2446749-92A5-425E-B4B7-8F7F8F3C51AE}"/>
          </ac:spMkLst>
        </pc:spChg>
        <pc:spChg chg="mod">
          <ac:chgData name="林俊杰" userId="dcfdc803-95d8-409b-8404-351632be86e2" providerId="ADAL" clId="{8C391C4A-92AA-58F5-9320-38493568155F}" dt="2025-10-06T15:33:40.744" v="6" actId="27636"/>
          <ac:spMkLst>
            <pc:docMk/>
            <pc:sldMk cId="1735354819" sldId="283"/>
            <ac:spMk id="3" creationId="{36D33C86-7A02-4803-9781-62598D66492D}"/>
          </ac:spMkLst>
        </pc:spChg>
      </pc:sldChg>
      <pc:sldChg chg="add">
        <pc:chgData name="林俊杰" userId="dcfdc803-95d8-409b-8404-351632be86e2" providerId="ADAL" clId="{8C391C4A-92AA-58F5-9320-38493568155F}" dt="2025-10-06T15:33:40.626" v="2"/>
        <pc:sldMkLst>
          <pc:docMk/>
          <pc:sldMk cId="3208244282" sldId="390"/>
        </pc:sldMkLst>
      </pc:sldChg>
      <pc:sldChg chg="add">
        <pc:chgData name="林俊杰" userId="dcfdc803-95d8-409b-8404-351632be86e2" providerId="ADAL" clId="{8C391C4A-92AA-58F5-9320-38493568155F}" dt="2025-10-06T15:33:40.626" v="2"/>
        <pc:sldMkLst>
          <pc:docMk/>
          <pc:sldMk cId="349057563" sldId="391"/>
        </pc:sldMkLst>
      </pc:sldChg>
      <pc:sldChg chg="add">
        <pc:chgData name="林俊杰" userId="dcfdc803-95d8-409b-8404-351632be86e2" providerId="ADAL" clId="{8C391C4A-92AA-58F5-9320-38493568155F}" dt="2025-10-06T15:33:40.626" v="2"/>
        <pc:sldMkLst>
          <pc:docMk/>
          <pc:sldMk cId="3024419620" sldId="392"/>
        </pc:sldMkLst>
      </pc:sldChg>
      <pc:sldChg chg="add">
        <pc:chgData name="林俊杰" userId="dcfdc803-95d8-409b-8404-351632be86e2" providerId="ADAL" clId="{8C391C4A-92AA-58F5-9320-38493568155F}" dt="2025-10-06T15:33:40.626" v="2"/>
        <pc:sldMkLst>
          <pc:docMk/>
          <pc:sldMk cId="3513656598" sldId="393"/>
        </pc:sldMkLst>
      </pc:sldChg>
      <pc:sldChg chg="add">
        <pc:chgData name="林俊杰" userId="dcfdc803-95d8-409b-8404-351632be86e2" providerId="ADAL" clId="{8C391C4A-92AA-58F5-9320-38493568155F}" dt="2025-10-06T15:33:40.626" v="2"/>
        <pc:sldMkLst>
          <pc:docMk/>
          <pc:sldMk cId="4288481865" sldId="394"/>
        </pc:sldMkLst>
      </pc:sldChg>
      <pc:sldChg chg="add">
        <pc:chgData name="林俊杰" userId="dcfdc803-95d8-409b-8404-351632be86e2" providerId="ADAL" clId="{8C391C4A-92AA-58F5-9320-38493568155F}" dt="2025-10-06T15:33:40.626" v="2"/>
        <pc:sldMkLst>
          <pc:docMk/>
          <pc:sldMk cId="668079869" sldId="39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D128C2-ED2B-4EA0-B6BB-3DAFD644D011}" type="datetimeFigureOut">
              <a:rPr lang="zh-TW" altLang="en-US" smtClean="0"/>
              <a:t>2025/10/20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BCB641-9E3B-430E-A6CC-4F6AA76559D1}" type="slidenum">
              <a:rPr lang="zh-TW" altLang="en-US" smtClean="0"/>
              <a:t>‹#›</a:t>
            </a:fld>
            <a:endParaRPr lang="zh-TW" altLang="en-US"/>
          </a:p>
        </p:txBody>
      </p:sp>
    </p:spTree>
    <p:extLst>
      <p:ext uri="{BB962C8B-B14F-4D97-AF65-F5344CB8AC3E}">
        <p14:creationId xmlns:p14="http://schemas.microsoft.com/office/powerpoint/2010/main" val="1407228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B6FF745-5A6F-4F49-9910-269364FF6A5D}"/>
              </a:ext>
            </a:extLst>
          </p:cNvPr>
          <p:cNvSpPr>
            <a:spLocks noGrp="1" noChangeArrowheads="1"/>
          </p:cNvSpPr>
          <p:nvPr>
            <p:ph type="sldNum" sz="quarter" idx="5"/>
          </p:nvPr>
        </p:nvSpPr>
        <p:spPr>
          <a:ln/>
        </p:spPr>
        <p:txBody>
          <a:bodyPr/>
          <a:lstStyle/>
          <a:p>
            <a:fld id="{EF4386B5-F674-4241-A464-0B9D5F9797BD}" type="slidenum">
              <a:rPr lang="zh-CN" altLang="en-US"/>
              <a:pPr/>
              <a:t>4</a:t>
            </a:fld>
            <a:endParaRPr lang="en-US" altLang="zh-CN"/>
          </a:p>
        </p:txBody>
      </p:sp>
      <p:sp>
        <p:nvSpPr>
          <p:cNvPr id="291842" name="Rectangle 2">
            <a:extLst>
              <a:ext uri="{FF2B5EF4-FFF2-40B4-BE49-F238E27FC236}">
                <a16:creationId xmlns:a16="http://schemas.microsoft.com/office/drawing/2014/main" id="{C5142B4A-4FEB-465E-875E-1C0F7BF51FEB}"/>
              </a:ext>
            </a:extLst>
          </p:cNvPr>
          <p:cNvSpPr>
            <a:spLocks noGrp="1" noRot="1" noChangeAspect="1" noChangeArrowheads="1" noTextEdit="1"/>
          </p:cNvSpPr>
          <p:nvPr>
            <p:ph type="sldImg"/>
          </p:nvPr>
        </p:nvSpPr>
        <p:spPr>
          <a:ln/>
        </p:spPr>
      </p:sp>
      <p:sp>
        <p:nvSpPr>
          <p:cNvPr id="291843" name="Rectangle 3">
            <a:extLst>
              <a:ext uri="{FF2B5EF4-FFF2-40B4-BE49-F238E27FC236}">
                <a16:creationId xmlns:a16="http://schemas.microsoft.com/office/drawing/2014/main" id="{A4EFC642-BAA3-4A4E-98BE-1158551FCA59}"/>
              </a:ext>
            </a:extLst>
          </p:cNvPr>
          <p:cNvSpPr>
            <a:spLocks noGrp="1" noChangeArrowheads="1"/>
          </p:cNvSpPr>
          <p:nvPr>
            <p:ph type="body" idx="1"/>
          </p:nvPr>
        </p:nvSpPr>
        <p:spPr/>
        <p:txBody>
          <a:bodyPr/>
          <a:lstStyle/>
          <a:p>
            <a:endParaRPr lang="zh-CN" altLang="en-US">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B6FF745-5A6F-4F49-9910-269364FF6A5D}"/>
              </a:ext>
            </a:extLst>
          </p:cNvPr>
          <p:cNvSpPr>
            <a:spLocks noGrp="1" noChangeArrowheads="1"/>
          </p:cNvSpPr>
          <p:nvPr>
            <p:ph type="sldNum" sz="quarter" idx="5"/>
          </p:nvPr>
        </p:nvSpPr>
        <p:spPr>
          <a:ln/>
        </p:spPr>
        <p:txBody>
          <a:bodyPr/>
          <a:lstStyle/>
          <a:p>
            <a:fld id="{EF4386B5-F674-4241-A464-0B9D5F9797BD}" type="slidenum">
              <a:rPr lang="zh-CN" altLang="en-US"/>
              <a:pPr/>
              <a:t>5</a:t>
            </a:fld>
            <a:endParaRPr lang="en-US" altLang="zh-CN"/>
          </a:p>
        </p:txBody>
      </p:sp>
      <p:sp>
        <p:nvSpPr>
          <p:cNvPr id="291842" name="Rectangle 2">
            <a:extLst>
              <a:ext uri="{FF2B5EF4-FFF2-40B4-BE49-F238E27FC236}">
                <a16:creationId xmlns:a16="http://schemas.microsoft.com/office/drawing/2014/main" id="{C5142B4A-4FEB-465E-875E-1C0F7BF51FEB}"/>
              </a:ext>
            </a:extLst>
          </p:cNvPr>
          <p:cNvSpPr>
            <a:spLocks noGrp="1" noRot="1" noChangeAspect="1" noChangeArrowheads="1" noTextEdit="1"/>
          </p:cNvSpPr>
          <p:nvPr>
            <p:ph type="sldImg"/>
          </p:nvPr>
        </p:nvSpPr>
        <p:spPr>
          <a:ln/>
        </p:spPr>
      </p:sp>
      <p:sp>
        <p:nvSpPr>
          <p:cNvPr id="291843" name="Rectangle 3">
            <a:extLst>
              <a:ext uri="{FF2B5EF4-FFF2-40B4-BE49-F238E27FC236}">
                <a16:creationId xmlns:a16="http://schemas.microsoft.com/office/drawing/2014/main" id="{A4EFC642-BAA3-4A4E-98BE-1158551FCA59}"/>
              </a:ext>
            </a:extLst>
          </p:cNvPr>
          <p:cNvSpPr>
            <a:spLocks noGrp="1" noChangeArrowheads="1"/>
          </p:cNvSpPr>
          <p:nvPr>
            <p:ph type="body" idx="1"/>
          </p:nvPr>
        </p:nvSpPr>
        <p:spPr/>
        <p:txBody>
          <a:bodyPr/>
          <a:lstStyle/>
          <a:p>
            <a:endParaRPr lang="zh-CN" altLang="en-US">
              <a:ea typeface="宋体" panose="02010600030101010101" pitchFamily="2" charset="-122"/>
            </a:endParaRPr>
          </a:p>
        </p:txBody>
      </p:sp>
    </p:spTree>
    <p:extLst>
      <p:ext uri="{BB962C8B-B14F-4D97-AF65-F5344CB8AC3E}">
        <p14:creationId xmlns:p14="http://schemas.microsoft.com/office/powerpoint/2010/main" val="4115728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B6FF745-5A6F-4F49-9910-269364FF6A5D}"/>
              </a:ext>
            </a:extLst>
          </p:cNvPr>
          <p:cNvSpPr>
            <a:spLocks noGrp="1" noChangeArrowheads="1"/>
          </p:cNvSpPr>
          <p:nvPr>
            <p:ph type="sldNum" sz="quarter" idx="5"/>
          </p:nvPr>
        </p:nvSpPr>
        <p:spPr>
          <a:ln/>
        </p:spPr>
        <p:txBody>
          <a:bodyPr/>
          <a:lstStyle/>
          <a:p>
            <a:fld id="{EF4386B5-F674-4241-A464-0B9D5F9797BD}" type="slidenum">
              <a:rPr lang="zh-CN" altLang="en-US"/>
              <a:pPr/>
              <a:t>6</a:t>
            </a:fld>
            <a:endParaRPr lang="en-US" altLang="zh-CN"/>
          </a:p>
        </p:txBody>
      </p:sp>
      <p:sp>
        <p:nvSpPr>
          <p:cNvPr id="291842" name="Rectangle 2">
            <a:extLst>
              <a:ext uri="{FF2B5EF4-FFF2-40B4-BE49-F238E27FC236}">
                <a16:creationId xmlns:a16="http://schemas.microsoft.com/office/drawing/2014/main" id="{C5142B4A-4FEB-465E-875E-1C0F7BF51FEB}"/>
              </a:ext>
            </a:extLst>
          </p:cNvPr>
          <p:cNvSpPr>
            <a:spLocks noGrp="1" noRot="1" noChangeAspect="1" noChangeArrowheads="1" noTextEdit="1"/>
          </p:cNvSpPr>
          <p:nvPr>
            <p:ph type="sldImg"/>
          </p:nvPr>
        </p:nvSpPr>
        <p:spPr>
          <a:ln/>
        </p:spPr>
      </p:sp>
      <p:sp>
        <p:nvSpPr>
          <p:cNvPr id="291843" name="Rectangle 3">
            <a:extLst>
              <a:ext uri="{FF2B5EF4-FFF2-40B4-BE49-F238E27FC236}">
                <a16:creationId xmlns:a16="http://schemas.microsoft.com/office/drawing/2014/main" id="{A4EFC642-BAA3-4A4E-98BE-1158551FCA59}"/>
              </a:ext>
            </a:extLst>
          </p:cNvPr>
          <p:cNvSpPr>
            <a:spLocks noGrp="1" noChangeArrowheads="1"/>
          </p:cNvSpPr>
          <p:nvPr>
            <p:ph type="body" idx="1"/>
          </p:nvPr>
        </p:nvSpPr>
        <p:spPr/>
        <p:txBody>
          <a:bodyPr/>
          <a:lstStyle/>
          <a:p>
            <a:endParaRPr lang="zh-CN" altLang="en-US">
              <a:ea typeface="宋体" panose="02010600030101010101" pitchFamily="2" charset="-122"/>
            </a:endParaRPr>
          </a:p>
        </p:txBody>
      </p:sp>
    </p:spTree>
    <p:extLst>
      <p:ext uri="{BB962C8B-B14F-4D97-AF65-F5344CB8AC3E}">
        <p14:creationId xmlns:p14="http://schemas.microsoft.com/office/powerpoint/2010/main" val="39381252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zh-TW" altLang="en-US"/>
              <a:t>按一下以編輯母片標題樣式</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lvl1pPr algn="l">
              <a:defRPr/>
            </a:lvl1pPr>
          </a:lstStyle>
          <a:p>
            <a:fld id="{F42B9490-DE05-2C48-909C-EE1373BDC1D4}" type="datetimeFigureOut">
              <a:rPr kumimoji="1" lang="zh-TW" altLang="en-US" smtClean="0"/>
              <a:t>2025/10/20</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71A4658E-A34F-0648-AAEF-58B53A3FDC55}" type="slidenum">
              <a:rPr kumimoji="1" lang="zh-TW" altLang="en-US" smtClean="0"/>
              <a:t>‹#›</a:t>
            </a:fld>
            <a:endParaRPr kumimoji="1" lang="zh-TW" alt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0313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42B9490-DE05-2C48-909C-EE1373BDC1D4}" type="datetimeFigureOut">
              <a:rPr kumimoji="1" lang="zh-TW" altLang="en-US" smtClean="0"/>
              <a:t>2025/10/20</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71A4658E-A34F-0648-AAEF-58B53A3FDC55}" type="slidenum">
              <a:rPr kumimoji="1" lang="zh-TW" altLang="en-US" smtClean="0"/>
              <a:t>‹#›</a:t>
            </a:fld>
            <a:endParaRPr kumimoji="1" lang="zh-TW" altLang="en-US"/>
          </a:p>
        </p:txBody>
      </p:sp>
    </p:spTree>
    <p:extLst>
      <p:ext uri="{BB962C8B-B14F-4D97-AF65-F5344CB8AC3E}">
        <p14:creationId xmlns:p14="http://schemas.microsoft.com/office/powerpoint/2010/main" val="3814239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zh-TW" altLang="en-US"/>
              <a:t>按一下以編輯母片標題樣式</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F42B9490-DE05-2C48-909C-EE1373BDC1D4}" type="datetimeFigureOut">
              <a:rPr kumimoji="1" lang="zh-TW" altLang="en-US" smtClean="0"/>
              <a:t>2025/10/20</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71A4658E-A34F-0648-AAEF-58B53A3FDC55}" type="slidenum">
              <a:rPr kumimoji="1" lang="zh-TW" altLang="en-US" smtClean="0"/>
              <a:t>‹#›</a:t>
            </a:fld>
            <a:endParaRPr kumimoji="1" lang="zh-TW" alt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4242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42B9490-DE05-2C48-909C-EE1373BDC1D4}" type="datetimeFigureOut">
              <a:rPr kumimoji="1" lang="zh-TW" altLang="en-US" smtClean="0"/>
              <a:t>2025/10/20</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71A4658E-A34F-0648-AAEF-58B53A3FDC55}" type="slidenum">
              <a:rPr kumimoji="1" lang="zh-TW" altLang="en-US" smtClean="0"/>
              <a:t>‹#›</a:t>
            </a:fld>
            <a:endParaRPr kumimoji="1" lang="zh-TW" altLang="en-US"/>
          </a:p>
        </p:txBody>
      </p:sp>
    </p:spTree>
    <p:extLst>
      <p:ext uri="{BB962C8B-B14F-4D97-AF65-F5344CB8AC3E}">
        <p14:creationId xmlns:p14="http://schemas.microsoft.com/office/powerpoint/2010/main" val="3514433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1024128" y="2967788"/>
            <a:ext cx="4754880" cy="3341572"/>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zh-TW" altLang="en-US"/>
              <a:t>按一下以編輯母片文字樣式</a:t>
            </a:r>
          </a:p>
        </p:txBody>
      </p:sp>
      <p:sp>
        <p:nvSpPr>
          <p:cNvPr id="6" name="Content Placeholder 5"/>
          <p:cNvSpPr>
            <a:spLocks noGrp="1"/>
          </p:cNvSpPr>
          <p:nvPr>
            <p:ph sz="quarter" idx="4"/>
          </p:nvPr>
        </p:nvSpPr>
        <p:spPr>
          <a:xfrm>
            <a:off x="5990888" y="2967788"/>
            <a:ext cx="4754880" cy="3341572"/>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42B9490-DE05-2C48-909C-EE1373BDC1D4}" type="datetimeFigureOut">
              <a:rPr kumimoji="1" lang="zh-TW" altLang="en-US" smtClean="0"/>
              <a:t>2025/10/20</a:t>
            </a:fld>
            <a:endParaRPr kumimoji="1" lang="zh-TW" altLang="en-US"/>
          </a:p>
        </p:txBody>
      </p:sp>
      <p:sp>
        <p:nvSpPr>
          <p:cNvPr id="8" name="Footer Placeholder 7"/>
          <p:cNvSpPr>
            <a:spLocks noGrp="1"/>
          </p:cNvSpPr>
          <p:nvPr>
            <p:ph type="ftr" sz="quarter" idx="11"/>
          </p:nvPr>
        </p:nvSpPr>
        <p:spPr/>
        <p:txBody>
          <a:bodyPr/>
          <a:lstStyle/>
          <a:p>
            <a:endParaRPr kumimoji="1" lang="zh-TW" altLang="en-US"/>
          </a:p>
        </p:txBody>
      </p:sp>
      <p:sp>
        <p:nvSpPr>
          <p:cNvPr id="9" name="Slide Number Placeholder 8"/>
          <p:cNvSpPr>
            <a:spLocks noGrp="1"/>
          </p:cNvSpPr>
          <p:nvPr>
            <p:ph type="sldNum" sz="quarter" idx="12"/>
          </p:nvPr>
        </p:nvSpPr>
        <p:spPr/>
        <p:txBody>
          <a:bodyPr/>
          <a:lstStyle/>
          <a:p>
            <a:fld id="{71A4658E-A34F-0648-AAEF-58B53A3FDC55}" type="slidenum">
              <a:rPr kumimoji="1" lang="zh-TW" altLang="en-US" smtClean="0"/>
              <a:t>‹#›</a:t>
            </a:fld>
            <a:endParaRPr kumimoji="1" lang="zh-TW" altLang="en-US"/>
          </a:p>
        </p:txBody>
      </p:sp>
    </p:spTree>
    <p:extLst>
      <p:ext uri="{BB962C8B-B14F-4D97-AF65-F5344CB8AC3E}">
        <p14:creationId xmlns:p14="http://schemas.microsoft.com/office/powerpoint/2010/main" val="762963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42B9490-DE05-2C48-909C-EE1373BDC1D4}" type="datetimeFigureOut">
              <a:rPr kumimoji="1" lang="zh-TW" altLang="en-US" smtClean="0"/>
              <a:t>2025/10/20</a:t>
            </a:fld>
            <a:endParaRPr kumimoji="1" lang="zh-TW" altLang="en-US"/>
          </a:p>
        </p:txBody>
      </p:sp>
      <p:sp>
        <p:nvSpPr>
          <p:cNvPr id="4" name="Footer Placeholder 3"/>
          <p:cNvSpPr>
            <a:spLocks noGrp="1"/>
          </p:cNvSpPr>
          <p:nvPr>
            <p:ph type="ftr" sz="quarter" idx="11"/>
          </p:nvPr>
        </p:nvSpPr>
        <p:spPr/>
        <p:txBody>
          <a:bodyPr/>
          <a:lstStyle/>
          <a:p>
            <a:endParaRPr kumimoji="1" lang="zh-TW" altLang="en-US"/>
          </a:p>
        </p:txBody>
      </p:sp>
      <p:sp>
        <p:nvSpPr>
          <p:cNvPr id="5" name="Slide Number Placeholder 4"/>
          <p:cNvSpPr>
            <a:spLocks noGrp="1"/>
          </p:cNvSpPr>
          <p:nvPr>
            <p:ph type="sldNum" sz="quarter" idx="12"/>
          </p:nvPr>
        </p:nvSpPr>
        <p:spPr/>
        <p:txBody>
          <a:bodyPr/>
          <a:lstStyle/>
          <a:p>
            <a:fld id="{71A4658E-A34F-0648-AAEF-58B53A3FDC55}" type="slidenum">
              <a:rPr kumimoji="1" lang="zh-TW" altLang="en-US" smtClean="0"/>
              <a:t>‹#›</a:t>
            </a:fld>
            <a:endParaRPr kumimoji="1" lang="zh-TW" altLang="en-US"/>
          </a:p>
        </p:txBody>
      </p:sp>
    </p:spTree>
    <p:extLst>
      <p:ext uri="{BB962C8B-B14F-4D97-AF65-F5344CB8AC3E}">
        <p14:creationId xmlns:p14="http://schemas.microsoft.com/office/powerpoint/2010/main" val="3046787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2B9490-DE05-2C48-909C-EE1373BDC1D4}" type="datetimeFigureOut">
              <a:rPr kumimoji="1" lang="zh-TW" altLang="en-US" smtClean="0"/>
              <a:t>2025/10/20</a:t>
            </a:fld>
            <a:endParaRPr kumimoji="1" lang="zh-TW" altLang="en-US"/>
          </a:p>
        </p:txBody>
      </p:sp>
      <p:sp>
        <p:nvSpPr>
          <p:cNvPr id="3" name="Footer Placeholder 2"/>
          <p:cNvSpPr>
            <a:spLocks noGrp="1"/>
          </p:cNvSpPr>
          <p:nvPr>
            <p:ph type="ftr" sz="quarter" idx="11"/>
          </p:nvPr>
        </p:nvSpPr>
        <p:spPr/>
        <p:txBody>
          <a:bodyPr/>
          <a:lstStyle/>
          <a:p>
            <a:endParaRPr kumimoji="1" lang="zh-TW" altLang="en-US"/>
          </a:p>
        </p:txBody>
      </p:sp>
      <p:sp>
        <p:nvSpPr>
          <p:cNvPr id="4" name="Slide Number Placeholder 3"/>
          <p:cNvSpPr>
            <a:spLocks noGrp="1"/>
          </p:cNvSpPr>
          <p:nvPr>
            <p:ph type="sldNum" sz="quarter" idx="12"/>
          </p:nvPr>
        </p:nvSpPr>
        <p:spPr/>
        <p:txBody>
          <a:bodyPr/>
          <a:lstStyle/>
          <a:p>
            <a:fld id="{71A4658E-A34F-0648-AAEF-58B53A3FDC55}" type="slidenum">
              <a:rPr kumimoji="1" lang="zh-TW" altLang="en-US" smtClean="0"/>
              <a:t>‹#›</a:t>
            </a:fld>
            <a:endParaRPr kumimoji="1" lang="zh-TW" altLang="en-US"/>
          </a:p>
        </p:txBody>
      </p:sp>
    </p:spTree>
    <p:extLst>
      <p:ext uri="{BB962C8B-B14F-4D97-AF65-F5344CB8AC3E}">
        <p14:creationId xmlns:p14="http://schemas.microsoft.com/office/powerpoint/2010/main" val="314408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zh-TW" altLang="en-US"/>
              <a:t>按一下以編輯母片標題樣式</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F42B9490-DE05-2C48-909C-EE1373BDC1D4}" type="datetimeFigureOut">
              <a:rPr kumimoji="1" lang="zh-TW" altLang="en-US" smtClean="0"/>
              <a:t>2025/10/20</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71A4658E-A34F-0648-AAEF-58B53A3FDC55}" type="slidenum">
              <a:rPr kumimoji="1" lang="zh-TW" altLang="en-US" smtClean="0"/>
              <a:t>‹#›</a:t>
            </a:fld>
            <a:endParaRPr kumimoji="1" lang="zh-TW" altLang="en-US"/>
          </a:p>
        </p:txBody>
      </p:sp>
    </p:spTree>
    <p:extLst>
      <p:ext uri="{BB962C8B-B14F-4D97-AF65-F5344CB8AC3E}">
        <p14:creationId xmlns:p14="http://schemas.microsoft.com/office/powerpoint/2010/main" val="1663324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F42B9490-DE05-2C48-909C-EE1373BDC1D4}" type="datetimeFigureOut">
              <a:rPr kumimoji="1" lang="zh-TW" altLang="en-US" smtClean="0"/>
              <a:t>2025/10/20</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71A4658E-A34F-0648-AAEF-58B53A3FDC55}" type="slidenum">
              <a:rPr kumimoji="1" lang="zh-TW" altLang="en-US" smtClean="0"/>
              <a:t>‹#›</a:t>
            </a:fld>
            <a:endParaRPr kumimoji="1" lang="zh-TW" alt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3438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42B9490-DE05-2C48-909C-EE1373BDC1D4}" type="datetimeFigureOut">
              <a:rPr kumimoji="1" lang="zh-TW" altLang="en-US" smtClean="0"/>
              <a:t>2025/10/20</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71A4658E-A34F-0648-AAEF-58B53A3FDC55}" type="slidenum">
              <a:rPr kumimoji="1" lang="zh-TW" altLang="en-US" smtClean="0"/>
              <a:t>‹#›</a:t>
            </a:fld>
            <a:endParaRPr kumimoji="1" lang="zh-TW" altLang="en-US"/>
          </a:p>
        </p:txBody>
      </p:sp>
    </p:spTree>
    <p:extLst>
      <p:ext uri="{BB962C8B-B14F-4D97-AF65-F5344CB8AC3E}">
        <p14:creationId xmlns:p14="http://schemas.microsoft.com/office/powerpoint/2010/main" val="3494709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42B9490-DE05-2C48-909C-EE1373BDC1D4}" type="datetimeFigureOut">
              <a:rPr kumimoji="1" lang="zh-TW" altLang="en-US" smtClean="0"/>
              <a:t>2025/10/20</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71A4658E-A34F-0648-AAEF-58B53A3FDC55}" type="slidenum">
              <a:rPr kumimoji="1" lang="zh-TW" altLang="en-US" smtClean="0"/>
              <a:t>‹#›</a:t>
            </a:fld>
            <a:endParaRPr kumimoji="1" lang="zh-TW" alt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6074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42B9490-DE05-2C48-909C-EE1373BDC1D4}" type="datetimeFigureOut">
              <a:rPr kumimoji="1" lang="zh-TW" altLang="en-US" smtClean="0"/>
              <a:t>2025/10/20</a:t>
            </a:fld>
            <a:endParaRPr kumimoji="1" lang="zh-TW" alt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kumimoji="1" lang="zh-TW" alt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1A4658E-A34F-0648-AAEF-58B53A3FDC55}" type="slidenum">
              <a:rPr kumimoji="1" lang="zh-TW" altLang="en-US" smtClean="0"/>
              <a:t>‹#›</a:t>
            </a:fld>
            <a:endParaRPr kumimoji="1" lang="zh-TW" alt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28081"/>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3.xml"/><Relationship Id="rId7" Type="http://schemas.openxmlformats.org/officeDocument/2006/relationships/image" Target="../media/image6.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2.xml"/><Relationship Id="rId11" Type="http://schemas.openxmlformats.org/officeDocument/2006/relationships/image" Target="../media/image10.png"/><Relationship Id="rId5" Type="http://schemas.openxmlformats.org/officeDocument/2006/relationships/tags" Target="../tags/tag5.xml"/><Relationship Id="rId10" Type="http://schemas.openxmlformats.org/officeDocument/2006/relationships/image" Target="../media/image9.png"/><Relationship Id="rId4" Type="http://schemas.openxmlformats.org/officeDocument/2006/relationships/tags" Target="../tags/tag4.xml"/><Relationship Id="rId9"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4.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60.png"/><Relationship Id="rId7" Type="http://schemas.openxmlformats.org/officeDocument/2006/relationships/image" Target="../media/image191.png"/><Relationship Id="rId2"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180.png"/><Relationship Id="rId5" Type="http://schemas.openxmlformats.org/officeDocument/2006/relationships/image" Target="../media/image170.png"/><Relationship Id="rId4" Type="http://schemas.openxmlformats.org/officeDocument/2006/relationships/hyperlink" Target="https://tangshusen.me/2018/10/27/SVM/"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slideLayout" Target="../slideLayouts/slideLayout6.xml"/><Relationship Id="rId1" Type="http://schemas.openxmlformats.org/officeDocument/2006/relationships/video" Target="https://www.youtube.com/embed/OdlNM96sHio?feature=oembed"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tags" Target="../tags/tag13.xml"/><Relationship Id="rId7" Type="http://schemas.openxmlformats.org/officeDocument/2006/relationships/image" Target="../media/image30.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tags" Target="../tags/tag16.xml"/><Relationship Id="rId7" Type="http://schemas.openxmlformats.org/officeDocument/2006/relationships/image" Target="../media/image33.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hyperlink" Target="https://medium.com/jameslearningnote/%E8%B3%87%E6%96%99%E5%88%86%E6%9E%90-%E6%A9%9F%E5%99%A8%E5%AD%B8%E7%BF%92-%E7%AC%AC3-5%E8%AC%9B-%E6%B1%BA%E7%AD%96%E6%A8%B9-decision-tree-%E4%BB%A5%E5%8F%8A%E9%9A%A8%E6%A9%9F%E6%A3%AE%E6%9E%97-random-forest-%E4%BB%8B%E7%B4%B9-7079b0ddfbda" TargetMode="External"/><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http://debussy.im.nuu.edu.tw/sjchen/MachineLearning/final/CLS_DT.pdf" TargetMode="Externa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5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9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401E8B-9B79-EE46-B0E2-11E6782C1C93}"/>
              </a:ext>
            </a:extLst>
          </p:cNvPr>
          <p:cNvSpPr>
            <a:spLocks noGrp="1"/>
          </p:cNvSpPr>
          <p:nvPr>
            <p:ph type="ctrTitle"/>
          </p:nvPr>
        </p:nvSpPr>
        <p:spPr/>
        <p:txBody>
          <a:bodyPr/>
          <a:lstStyle/>
          <a:p>
            <a:r>
              <a:rPr kumimoji="1" lang="en-US" altLang="zh-TW" dirty="0"/>
              <a:t>SVM</a:t>
            </a:r>
            <a:endParaRPr kumimoji="1" lang="zh-TW" altLang="en-US" dirty="0"/>
          </a:p>
        </p:txBody>
      </p:sp>
      <p:sp>
        <p:nvSpPr>
          <p:cNvPr id="3" name="副標題 2">
            <a:extLst>
              <a:ext uri="{FF2B5EF4-FFF2-40B4-BE49-F238E27FC236}">
                <a16:creationId xmlns:a16="http://schemas.microsoft.com/office/drawing/2014/main" id="{CA02E420-DCDB-D54D-9458-1ACA48AB0417}"/>
              </a:ext>
            </a:extLst>
          </p:cNvPr>
          <p:cNvSpPr>
            <a:spLocks noGrp="1"/>
          </p:cNvSpPr>
          <p:nvPr>
            <p:ph type="subTitle" idx="1"/>
          </p:nvPr>
        </p:nvSpPr>
        <p:spPr/>
        <p:txBody>
          <a:bodyPr/>
          <a:lstStyle/>
          <a:p>
            <a:r>
              <a:rPr kumimoji="1" lang="en-US" altLang="zh-TW" dirty="0"/>
              <a:t>Support Vector Machine</a:t>
            </a:r>
            <a:endParaRPr kumimoji="1" lang="zh-TW" altLang="en-US" dirty="0"/>
          </a:p>
        </p:txBody>
      </p:sp>
    </p:spTree>
    <p:extLst>
      <p:ext uri="{BB962C8B-B14F-4D97-AF65-F5344CB8AC3E}">
        <p14:creationId xmlns:p14="http://schemas.microsoft.com/office/powerpoint/2010/main" val="531161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959C6B-6EFB-CA11-DC0B-3830D78A20E5}"/>
              </a:ext>
            </a:extLst>
          </p:cNvPr>
          <p:cNvSpPr>
            <a:spLocks noGrp="1"/>
          </p:cNvSpPr>
          <p:nvPr>
            <p:ph type="title"/>
          </p:nvPr>
        </p:nvSpPr>
        <p:spPr/>
        <p:txBody>
          <a:bodyPr/>
          <a:lstStyle/>
          <a:p>
            <a:r>
              <a:rPr lang="zh-TW" altLang="en-US" dirty="0"/>
              <a:t>線性可分問題</a:t>
            </a:r>
            <a:endParaRPr kumimoji="1" lang="zh-TW" altLang="en-US" dirty="0"/>
          </a:p>
        </p:txBody>
      </p:sp>
      <p:sp>
        <p:nvSpPr>
          <p:cNvPr id="3" name="內容版面配置區 2">
            <a:extLst>
              <a:ext uri="{FF2B5EF4-FFF2-40B4-BE49-F238E27FC236}">
                <a16:creationId xmlns:a16="http://schemas.microsoft.com/office/drawing/2014/main" id="{B8F929F2-5E67-AECA-75DE-D75BC6F7DC5E}"/>
              </a:ext>
            </a:extLst>
          </p:cNvPr>
          <p:cNvSpPr>
            <a:spLocks noGrp="1"/>
          </p:cNvSpPr>
          <p:nvPr>
            <p:ph idx="1"/>
          </p:nvPr>
        </p:nvSpPr>
        <p:spPr/>
        <p:txBody>
          <a:bodyPr/>
          <a:lstStyle/>
          <a:p>
            <a:r>
              <a:rPr lang="zh-TW" altLang="en-US" dirty="0"/>
              <a:t>線性可分問題</a:t>
            </a:r>
            <a:endParaRPr lang="en-US" altLang="zh-TW" dirty="0"/>
          </a:p>
          <a:p>
            <a:r>
              <a:rPr lang="zh-TW" altLang="en-US" dirty="0"/>
              <a:t>什麼是線性可分呢？如果一個線性函式能夠將樣本分開，稱這些資料樣本是線性可分的。</a:t>
            </a:r>
            <a:endParaRPr lang="en-US" altLang="zh-TW" dirty="0"/>
          </a:p>
          <a:p>
            <a:r>
              <a:rPr lang="zh-TW" altLang="en-US" dirty="0"/>
              <a:t>那麼什麼是線性函式呢？</a:t>
            </a:r>
            <a:endParaRPr lang="en-US" altLang="zh-TW" dirty="0"/>
          </a:p>
          <a:p>
            <a:pPr lvl="1"/>
            <a:r>
              <a:rPr lang="zh-TW" altLang="en-US" dirty="0"/>
              <a:t>在二維空間中就是一條直線</a:t>
            </a:r>
            <a:endParaRPr lang="en-US" altLang="zh-TW" dirty="0"/>
          </a:p>
          <a:p>
            <a:pPr lvl="1"/>
            <a:r>
              <a:rPr lang="zh-TW" altLang="en-US" dirty="0"/>
              <a:t>在三維空間中就是一個平面</a:t>
            </a:r>
            <a:endParaRPr lang="en-US" altLang="zh-TW" dirty="0"/>
          </a:p>
          <a:p>
            <a:pPr lvl="1"/>
            <a:r>
              <a:rPr lang="zh-TW" altLang="en-US" dirty="0"/>
              <a:t>依次類推，如果不考慮空位維度，這樣的線性函式就統稱為超平面</a:t>
            </a:r>
            <a:endParaRPr lang="en-US" altLang="zh-TW" dirty="0"/>
          </a:p>
        </p:txBody>
      </p:sp>
    </p:spTree>
    <p:extLst>
      <p:ext uri="{BB962C8B-B14F-4D97-AF65-F5344CB8AC3E}">
        <p14:creationId xmlns:p14="http://schemas.microsoft.com/office/powerpoint/2010/main" val="1055550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634F092-FA1C-49E5-8EB8-5BB2EE4E148E}"/>
              </a:ext>
            </a:extLst>
          </p:cNvPr>
          <p:cNvSpPr>
            <a:spLocks noGrp="1"/>
          </p:cNvSpPr>
          <p:nvPr>
            <p:ph type="title"/>
          </p:nvPr>
        </p:nvSpPr>
        <p:spPr/>
        <p:txBody>
          <a:bodyPr/>
          <a:lstStyle/>
          <a:p>
            <a:r>
              <a:rPr lang="zh-TW" altLang="en-US" dirty="0"/>
              <a:t>線性可分問題</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7DF11751-9744-4D79-B9B4-144BBDA81B92}"/>
                  </a:ext>
                </a:extLst>
              </p:cNvPr>
              <p:cNvSpPr>
                <a:spLocks noGrp="1"/>
              </p:cNvSpPr>
              <p:nvPr>
                <p:ph idx="1"/>
              </p:nvPr>
            </p:nvSpPr>
            <p:spPr/>
            <p:txBody>
              <a:bodyPr/>
              <a:lstStyle/>
              <a:p>
                <a:r>
                  <a:rPr lang="zh-TW" altLang="en-US" dirty="0"/>
                  <a:t>由於這些資料是線性可分的，所以可以用一條直線將這兩類資料分開，這條直線就相當於一個超平面，超平面一邊的資料點所對應的 </a:t>
                </a:r>
                <a:r>
                  <a:rPr lang="en-US" altLang="zh-TW" dirty="0"/>
                  <a:t>y </a:t>
                </a:r>
                <a:r>
                  <a:rPr lang="zh-TW" altLang="en-US" dirty="0"/>
                  <a:t>全是 </a:t>
                </a:r>
                <a:r>
                  <a:rPr lang="en-US" altLang="zh-TW" dirty="0"/>
                  <a:t>-1 </a:t>
                </a:r>
                <a:r>
                  <a:rPr lang="zh-TW" altLang="en-US" dirty="0"/>
                  <a:t>，另一邊所對應的 </a:t>
                </a:r>
                <a:r>
                  <a:rPr lang="en-US" altLang="zh-TW" dirty="0"/>
                  <a:t>y </a:t>
                </a:r>
                <a:r>
                  <a:rPr lang="zh-TW" altLang="en-US" dirty="0"/>
                  <a:t>全是</a:t>
                </a:r>
                <a:r>
                  <a:rPr lang="en-US" altLang="zh-TW" dirty="0"/>
                  <a:t>1</a:t>
                </a:r>
                <a:r>
                  <a:rPr lang="zh-TW" altLang="en-US" dirty="0"/>
                  <a:t>。</a:t>
                </a:r>
                <a:endParaRPr lang="en-US" altLang="zh-TW" dirty="0"/>
              </a:p>
              <a:p>
                <a:pPr marL="0" indent="0">
                  <a:buNone/>
                </a:pPr>
                <a:endParaRPr lang="en-US" altLang="zh-TW" dirty="0"/>
              </a:p>
              <a:p>
                <a:r>
                  <a:rPr lang="zh-TW" altLang="en-US" dirty="0"/>
                  <a:t>                                          這個超平面可以用分類函式 </a:t>
                </a:r>
                <a:r>
                  <a:rPr lang="en-US" altLang="zh-TW" dirty="0"/>
                  <a:t>f(x) </a:t>
                </a:r>
                <a:r>
                  <a:rPr lang="zh-TW" altLang="en-US" dirty="0"/>
                  <a:t>表示</a:t>
                </a:r>
                <a:endParaRPr lang="en-US" altLang="zh-TW" dirty="0"/>
              </a:p>
              <a:p>
                <a:r>
                  <a:rPr lang="en-US" altLang="zh-TW" dirty="0"/>
                  <a:t>                                            </a:t>
                </a:r>
                <a14:m>
                  <m:oMath xmlns:m="http://schemas.openxmlformats.org/officeDocument/2006/math">
                    <m:r>
                      <a:rPr lang="en-US" altLang="zh-TW" b="0" i="1" smtClean="0">
                        <a:latin typeface="Cambria Math" panose="02040503050406030204" pitchFamily="18" charset="0"/>
                      </a:rPr>
                      <m:t>𝑓</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𝑤</m:t>
                        </m:r>
                      </m:e>
                      <m:sup>
                        <m:r>
                          <a:rPr lang="en-US" altLang="zh-TW" b="0" i="1" smtClean="0">
                            <a:latin typeface="Cambria Math" panose="02040503050406030204" pitchFamily="18" charset="0"/>
                          </a:rPr>
                          <m:t>𝑇</m:t>
                        </m:r>
                      </m:sup>
                    </m:sSup>
                    <m:r>
                      <a:rPr lang="en-US" altLang="zh-TW" b="0" i="1" smtClean="0">
                        <a:latin typeface="Cambria Math" panose="02040503050406030204" pitchFamily="18" charset="0"/>
                      </a:rPr>
                      <m:t>+</m:t>
                    </m:r>
                    <m:r>
                      <a:rPr lang="en-US" altLang="zh-TW" b="0" i="1" smtClean="0">
                        <a:latin typeface="Cambria Math" panose="02040503050406030204" pitchFamily="18" charset="0"/>
                      </a:rPr>
                      <m:t>𝑏</m:t>
                    </m:r>
                  </m:oMath>
                </a14:m>
                <a:endParaRPr lang="zh-TW" altLang="en-US" dirty="0"/>
              </a:p>
            </p:txBody>
          </p:sp>
        </mc:Choice>
        <mc:Fallback xmlns="">
          <p:sp>
            <p:nvSpPr>
              <p:cNvPr id="3" name="內容版面配置區 2">
                <a:extLst>
                  <a:ext uri="{FF2B5EF4-FFF2-40B4-BE49-F238E27FC236}">
                    <a16:creationId xmlns:a16="http://schemas.microsoft.com/office/drawing/2014/main" id="{7DF11751-9744-4D79-B9B4-144BBDA81B92}"/>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zh-TW" altLang="en-US">
                    <a:noFill/>
                  </a:rPr>
                  <a:t> </a:t>
                </a:r>
              </a:p>
            </p:txBody>
          </p:sp>
        </mc:Fallback>
      </mc:AlternateContent>
      <p:pic>
        <p:nvPicPr>
          <p:cNvPr id="3074" name="Picture 2" descr="Python機器學習筆記：SVM（1）——SVM概述">
            <a:extLst>
              <a:ext uri="{FF2B5EF4-FFF2-40B4-BE49-F238E27FC236}">
                <a16:creationId xmlns:a16="http://schemas.microsoft.com/office/drawing/2014/main" id="{FCB905BE-247E-48A0-9569-18AC56E7F4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595" y="3215171"/>
            <a:ext cx="3379787" cy="29617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4795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3" name="Rectangle 3">
            <a:extLst>
              <a:ext uri="{FF2B5EF4-FFF2-40B4-BE49-F238E27FC236}">
                <a16:creationId xmlns:a16="http://schemas.microsoft.com/office/drawing/2014/main" id="{ED9618AA-5807-4B8F-94E1-97EAA51F10AD}"/>
              </a:ext>
            </a:extLst>
          </p:cNvPr>
          <p:cNvSpPr>
            <a:spLocks noChangeArrowheads="1"/>
          </p:cNvSpPr>
          <p:nvPr/>
        </p:nvSpPr>
        <p:spPr bwMode="auto">
          <a:xfrm>
            <a:off x="6858000" y="776288"/>
            <a:ext cx="1600200" cy="654050"/>
          </a:xfrm>
          <a:prstGeom prst="rect">
            <a:avLst/>
          </a:prstGeom>
          <a:solidFill>
            <a:srgbClr val="FF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buClr>
                <a:schemeClr val="tx1"/>
              </a:buClr>
            </a:pPr>
            <a:r>
              <a:rPr lang="en-US" altLang="zh-CN" sz="3600" i="1">
                <a:ea typeface="宋体" panose="02010600030101010101" pitchFamily="2" charset="-122"/>
              </a:rPr>
              <a:t>f </a:t>
            </a:r>
            <a:r>
              <a:rPr lang="en-US" altLang="zh-CN" sz="2000">
                <a:ea typeface="宋体" panose="02010600030101010101" pitchFamily="2" charset="-122"/>
              </a:rPr>
              <a:t>        </a:t>
            </a:r>
          </a:p>
        </p:txBody>
      </p:sp>
      <p:sp>
        <p:nvSpPr>
          <p:cNvPr id="276484" name="Line 4">
            <a:extLst>
              <a:ext uri="{FF2B5EF4-FFF2-40B4-BE49-F238E27FC236}">
                <a16:creationId xmlns:a16="http://schemas.microsoft.com/office/drawing/2014/main" id="{B4B9F108-F30C-463D-BD7D-CA801E8507FC}"/>
              </a:ext>
            </a:extLst>
          </p:cNvPr>
          <p:cNvSpPr>
            <a:spLocks noChangeShapeType="1"/>
          </p:cNvSpPr>
          <p:nvPr/>
        </p:nvSpPr>
        <p:spPr bwMode="auto">
          <a:xfrm>
            <a:off x="5486400" y="1066800"/>
            <a:ext cx="1371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TW" altLang="en-US"/>
          </a:p>
        </p:txBody>
      </p:sp>
      <p:sp>
        <p:nvSpPr>
          <p:cNvPr id="276485" name="Text Box 5">
            <a:extLst>
              <a:ext uri="{FF2B5EF4-FFF2-40B4-BE49-F238E27FC236}">
                <a16:creationId xmlns:a16="http://schemas.microsoft.com/office/drawing/2014/main" id="{9F6B145E-E934-47F4-AF69-E1681A9FA119}"/>
              </a:ext>
            </a:extLst>
          </p:cNvPr>
          <p:cNvSpPr txBox="1">
            <a:spLocks noChangeArrowheads="1"/>
          </p:cNvSpPr>
          <p:nvPr/>
        </p:nvSpPr>
        <p:spPr bwMode="auto">
          <a:xfrm>
            <a:off x="5029200" y="762001"/>
            <a:ext cx="60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zh-CN" sz="2800" b="1" i="1">
                <a:ea typeface="宋体" panose="02010600030101010101" pitchFamily="2" charset="-122"/>
              </a:rPr>
              <a:t>x</a:t>
            </a:r>
          </a:p>
        </p:txBody>
      </p:sp>
      <p:sp>
        <p:nvSpPr>
          <p:cNvPr id="276488" name="Line 8">
            <a:extLst>
              <a:ext uri="{FF2B5EF4-FFF2-40B4-BE49-F238E27FC236}">
                <a16:creationId xmlns:a16="http://schemas.microsoft.com/office/drawing/2014/main" id="{EC40806C-4D70-4391-9775-F70A362B09C3}"/>
              </a:ext>
            </a:extLst>
          </p:cNvPr>
          <p:cNvSpPr>
            <a:spLocks noChangeShapeType="1"/>
          </p:cNvSpPr>
          <p:nvPr/>
        </p:nvSpPr>
        <p:spPr bwMode="auto">
          <a:xfrm>
            <a:off x="8458200" y="1066800"/>
            <a:ext cx="1371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TW" altLang="en-US"/>
          </a:p>
        </p:txBody>
      </p:sp>
      <p:sp>
        <p:nvSpPr>
          <p:cNvPr id="276489" name="Text Box 9">
            <a:extLst>
              <a:ext uri="{FF2B5EF4-FFF2-40B4-BE49-F238E27FC236}">
                <a16:creationId xmlns:a16="http://schemas.microsoft.com/office/drawing/2014/main" id="{56212D47-8D95-47FB-9A82-E45DF9D97323}"/>
              </a:ext>
            </a:extLst>
          </p:cNvPr>
          <p:cNvSpPr txBox="1">
            <a:spLocks noChangeArrowheads="1"/>
          </p:cNvSpPr>
          <p:nvPr/>
        </p:nvSpPr>
        <p:spPr bwMode="auto">
          <a:xfrm>
            <a:off x="9829800" y="838200"/>
            <a:ext cx="8382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chemeClr val="tx1"/>
              </a:buClr>
            </a:pPr>
            <a:r>
              <a:rPr lang="en-US" altLang="zh-CN" sz="3200">
                <a:ea typeface="宋体" panose="02010600030101010101" pitchFamily="2" charset="-122"/>
              </a:rPr>
              <a:t>y</a:t>
            </a:r>
            <a:r>
              <a:rPr lang="en-US" altLang="zh-CN" sz="3200" baseline="30000">
                <a:ea typeface="宋体" panose="02010600030101010101" pitchFamily="2" charset="-122"/>
              </a:rPr>
              <a:t>est</a:t>
            </a:r>
          </a:p>
        </p:txBody>
      </p:sp>
      <p:grpSp>
        <p:nvGrpSpPr>
          <p:cNvPr id="4" name="群組 3">
            <a:extLst>
              <a:ext uri="{FF2B5EF4-FFF2-40B4-BE49-F238E27FC236}">
                <a16:creationId xmlns:a16="http://schemas.microsoft.com/office/drawing/2014/main" id="{7B47B7D1-F326-4441-A17A-F76F4ED92AB8}"/>
              </a:ext>
            </a:extLst>
          </p:cNvPr>
          <p:cNvGrpSpPr/>
          <p:nvPr/>
        </p:nvGrpSpPr>
        <p:grpSpPr>
          <a:xfrm>
            <a:off x="920936" y="1905001"/>
            <a:ext cx="1234754" cy="854075"/>
            <a:chOff x="2362200" y="1905001"/>
            <a:chExt cx="1234754" cy="854075"/>
          </a:xfrm>
        </p:grpSpPr>
        <p:sp>
          <p:nvSpPr>
            <p:cNvPr id="276490" name="Text Box 10">
              <a:extLst>
                <a:ext uri="{FF2B5EF4-FFF2-40B4-BE49-F238E27FC236}">
                  <a16:creationId xmlns:a16="http://schemas.microsoft.com/office/drawing/2014/main" id="{36E9C90D-BC59-4EDE-B311-14B7F05370E8}"/>
                </a:ext>
              </a:extLst>
            </p:cNvPr>
            <p:cNvSpPr txBox="1">
              <a:spLocks noChangeArrowheads="1"/>
            </p:cNvSpPr>
            <p:nvPr/>
          </p:nvSpPr>
          <p:spPr bwMode="auto">
            <a:xfrm>
              <a:off x="2362200" y="1905001"/>
              <a:ext cx="1234754"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Clr>
                  <a:schemeClr val="tx1"/>
                </a:buClr>
              </a:pPr>
              <a:r>
                <a:rPr lang="zh-TW" altLang="en-US" sz="2000" dirty="0">
                  <a:latin typeface="思源黑體 Normal" panose="020B0400000000000000" pitchFamily="34" charset="-120"/>
                  <a:ea typeface="思源黑體 Normal" panose="020B0400000000000000" pitchFamily="34" charset="-120"/>
                </a:rPr>
                <a:t>  表示</a:t>
              </a:r>
              <a:r>
                <a:rPr lang="en-US" altLang="zh-CN" sz="2000" dirty="0">
                  <a:latin typeface="思源黑體 Normal" panose="020B0400000000000000" pitchFamily="34" charset="-120"/>
                  <a:ea typeface="思源黑體 Normal" panose="020B0400000000000000" pitchFamily="34" charset="-120"/>
                </a:rPr>
                <a:t> +1</a:t>
              </a:r>
            </a:p>
            <a:p>
              <a:pPr>
                <a:spcBef>
                  <a:spcPct val="50000"/>
                </a:spcBef>
                <a:buClr>
                  <a:schemeClr val="tx1"/>
                </a:buClr>
              </a:pPr>
              <a:r>
                <a:rPr lang="zh-TW" altLang="en-US" sz="2000" dirty="0">
                  <a:latin typeface="思源黑體 Normal" panose="020B0400000000000000" pitchFamily="34" charset="-120"/>
                  <a:ea typeface="思源黑體 Normal" panose="020B0400000000000000" pitchFamily="34" charset="-120"/>
                </a:rPr>
                <a:t>  表示 </a:t>
              </a:r>
              <a:r>
                <a:rPr lang="en-US" altLang="zh-CN" sz="2000" dirty="0">
                  <a:latin typeface="思源黑體 Normal" panose="020B0400000000000000" pitchFamily="34" charset="-120"/>
                  <a:ea typeface="思源黑體 Normal" panose="020B0400000000000000" pitchFamily="34" charset="-120"/>
                </a:rPr>
                <a:t>-1</a:t>
              </a:r>
            </a:p>
          </p:txBody>
        </p:sp>
        <p:sp>
          <p:nvSpPr>
            <p:cNvPr id="276491" name="Oval 11">
              <a:extLst>
                <a:ext uri="{FF2B5EF4-FFF2-40B4-BE49-F238E27FC236}">
                  <a16:creationId xmlns:a16="http://schemas.microsoft.com/office/drawing/2014/main" id="{D894CA6A-45FF-4C93-BDE0-2B7E99E897C0}"/>
                </a:ext>
              </a:extLst>
            </p:cNvPr>
            <p:cNvSpPr>
              <a:spLocks noChangeAspect="1" noChangeArrowheads="1"/>
            </p:cNvSpPr>
            <p:nvPr/>
          </p:nvSpPr>
          <p:spPr bwMode="auto">
            <a:xfrm rot="4777107">
              <a:off x="2439194" y="2056607"/>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492" name="Oval 12">
              <a:extLst>
                <a:ext uri="{FF2B5EF4-FFF2-40B4-BE49-F238E27FC236}">
                  <a16:creationId xmlns:a16="http://schemas.microsoft.com/office/drawing/2014/main" id="{3A107EE4-4316-48EB-A2F3-07199AEEB3E8}"/>
                </a:ext>
              </a:extLst>
            </p:cNvPr>
            <p:cNvSpPr>
              <a:spLocks noChangeAspect="1" noChangeArrowheads="1"/>
            </p:cNvSpPr>
            <p:nvPr/>
          </p:nvSpPr>
          <p:spPr bwMode="auto">
            <a:xfrm rot="5895381">
              <a:off x="2439988" y="2513013"/>
              <a:ext cx="50800"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nvGrpSpPr>
          <p:cNvPr id="5" name="群組 4">
            <a:extLst>
              <a:ext uri="{FF2B5EF4-FFF2-40B4-BE49-F238E27FC236}">
                <a16:creationId xmlns:a16="http://schemas.microsoft.com/office/drawing/2014/main" id="{335E9021-DEBB-4EB4-BBA2-89A3BD9DB6D8}"/>
              </a:ext>
            </a:extLst>
          </p:cNvPr>
          <p:cNvGrpSpPr/>
          <p:nvPr/>
        </p:nvGrpSpPr>
        <p:grpSpPr>
          <a:xfrm>
            <a:off x="2900218" y="2209800"/>
            <a:ext cx="4719782" cy="4080164"/>
            <a:chOff x="3962400" y="2209800"/>
            <a:chExt cx="3657600" cy="3505200"/>
          </a:xfrm>
        </p:grpSpPr>
        <p:sp>
          <p:nvSpPr>
            <p:cNvPr id="276493" name="Line 13">
              <a:extLst>
                <a:ext uri="{FF2B5EF4-FFF2-40B4-BE49-F238E27FC236}">
                  <a16:creationId xmlns:a16="http://schemas.microsoft.com/office/drawing/2014/main" id="{3D6419DB-7937-4CA2-9B94-561EDCCF0ADA}"/>
                </a:ext>
              </a:extLst>
            </p:cNvPr>
            <p:cNvSpPr>
              <a:spLocks noChangeShapeType="1"/>
            </p:cNvSpPr>
            <p:nvPr/>
          </p:nvSpPr>
          <p:spPr bwMode="auto">
            <a:xfrm>
              <a:off x="4114800" y="2209800"/>
              <a:ext cx="0" cy="350520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TW" altLang="en-US"/>
            </a:p>
          </p:txBody>
        </p:sp>
        <p:sp>
          <p:nvSpPr>
            <p:cNvPr id="276494" name="Line 14">
              <a:extLst>
                <a:ext uri="{FF2B5EF4-FFF2-40B4-BE49-F238E27FC236}">
                  <a16:creationId xmlns:a16="http://schemas.microsoft.com/office/drawing/2014/main" id="{0E653673-FD3B-462A-A739-ADB656A2F3FF}"/>
                </a:ext>
              </a:extLst>
            </p:cNvPr>
            <p:cNvSpPr>
              <a:spLocks noChangeShapeType="1"/>
            </p:cNvSpPr>
            <p:nvPr/>
          </p:nvSpPr>
          <p:spPr bwMode="auto">
            <a:xfrm flipV="1">
              <a:off x="3962400" y="5562600"/>
              <a:ext cx="365760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TW" altLang="en-US"/>
            </a:p>
          </p:txBody>
        </p:sp>
        <p:sp>
          <p:nvSpPr>
            <p:cNvPr id="276495" name="Oval 15">
              <a:extLst>
                <a:ext uri="{FF2B5EF4-FFF2-40B4-BE49-F238E27FC236}">
                  <a16:creationId xmlns:a16="http://schemas.microsoft.com/office/drawing/2014/main" id="{FF7B3393-DDCE-494B-AFD8-7C7053749C9D}"/>
                </a:ext>
              </a:extLst>
            </p:cNvPr>
            <p:cNvSpPr>
              <a:spLocks noChangeAspect="1" noChangeArrowheads="1"/>
            </p:cNvSpPr>
            <p:nvPr/>
          </p:nvSpPr>
          <p:spPr bwMode="auto">
            <a:xfrm>
              <a:off x="5241926" y="5032376"/>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496" name="Oval 16">
              <a:extLst>
                <a:ext uri="{FF2B5EF4-FFF2-40B4-BE49-F238E27FC236}">
                  <a16:creationId xmlns:a16="http://schemas.microsoft.com/office/drawing/2014/main" id="{247EB7D1-187B-48A2-9662-D8295D582DED}"/>
                </a:ext>
              </a:extLst>
            </p:cNvPr>
            <p:cNvSpPr>
              <a:spLocks noChangeAspect="1" noChangeArrowheads="1"/>
            </p:cNvSpPr>
            <p:nvPr/>
          </p:nvSpPr>
          <p:spPr bwMode="auto">
            <a:xfrm>
              <a:off x="4010026" y="3903664"/>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497" name="Oval 17">
              <a:extLst>
                <a:ext uri="{FF2B5EF4-FFF2-40B4-BE49-F238E27FC236}">
                  <a16:creationId xmlns:a16="http://schemas.microsoft.com/office/drawing/2014/main" id="{D82FD9C6-5DBB-4B43-A103-2E91FB5609CA}"/>
                </a:ext>
              </a:extLst>
            </p:cNvPr>
            <p:cNvSpPr>
              <a:spLocks noChangeAspect="1" noChangeArrowheads="1"/>
            </p:cNvSpPr>
            <p:nvPr/>
          </p:nvSpPr>
          <p:spPr bwMode="auto">
            <a:xfrm>
              <a:off x="5864226" y="2814639"/>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498" name="Oval 18">
              <a:extLst>
                <a:ext uri="{FF2B5EF4-FFF2-40B4-BE49-F238E27FC236}">
                  <a16:creationId xmlns:a16="http://schemas.microsoft.com/office/drawing/2014/main" id="{3E124EBC-41AA-47A0-8FFD-094446AACD53}"/>
                </a:ext>
              </a:extLst>
            </p:cNvPr>
            <p:cNvSpPr>
              <a:spLocks noChangeAspect="1" noChangeArrowheads="1"/>
            </p:cNvSpPr>
            <p:nvPr/>
          </p:nvSpPr>
          <p:spPr bwMode="auto">
            <a:xfrm>
              <a:off x="5927726" y="3635376"/>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499" name="Oval 19">
              <a:extLst>
                <a:ext uri="{FF2B5EF4-FFF2-40B4-BE49-F238E27FC236}">
                  <a16:creationId xmlns:a16="http://schemas.microsoft.com/office/drawing/2014/main" id="{B9B6EB48-3290-468B-9B4F-039FD28FCD2D}"/>
                </a:ext>
              </a:extLst>
            </p:cNvPr>
            <p:cNvSpPr>
              <a:spLocks noChangeAspect="1" noChangeArrowheads="1"/>
            </p:cNvSpPr>
            <p:nvPr/>
          </p:nvSpPr>
          <p:spPr bwMode="auto">
            <a:xfrm>
              <a:off x="4933951" y="2663825"/>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0" name="Oval 20">
              <a:extLst>
                <a:ext uri="{FF2B5EF4-FFF2-40B4-BE49-F238E27FC236}">
                  <a16:creationId xmlns:a16="http://schemas.microsoft.com/office/drawing/2014/main" id="{86217C1C-E53F-4193-8D8F-F5AA48BB2B7D}"/>
                </a:ext>
              </a:extLst>
            </p:cNvPr>
            <p:cNvSpPr>
              <a:spLocks noChangeAspect="1" noChangeArrowheads="1"/>
            </p:cNvSpPr>
            <p:nvPr/>
          </p:nvSpPr>
          <p:spPr bwMode="auto">
            <a:xfrm>
              <a:off x="5410201" y="3733801"/>
              <a:ext cx="5397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1" name="Oval 21">
              <a:extLst>
                <a:ext uri="{FF2B5EF4-FFF2-40B4-BE49-F238E27FC236}">
                  <a16:creationId xmlns:a16="http://schemas.microsoft.com/office/drawing/2014/main" id="{381DDC4C-917E-4F3B-981E-4FB14A014300}"/>
                </a:ext>
              </a:extLst>
            </p:cNvPr>
            <p:cNvSpPr>
              <a:spLocks noChangeAspect="1" noChangeArrowheads="1"/>
            </p:cNvSpPr>
            <p:nvPr/>
          </p:nvSpPr>
          <p:spPr bwMode="auto">
            <a:xfrm>
              <a:off x="4572001" y="3124200"/>
              <a:ext cx="60325" cy="587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2" name="Oval 22">
              <a:extLst>
                <a:ext uri="{FF2B5EF4-FFF2-40B4-BE49-F238E27FC236}">
                  <a16:creationId xmlns:a16="http://schemas.microsoft.com/office/drawing/2014/main" id="{9C853C1C-4304-499A-8ECE-68D67DA88DB4}"/>
                </a:ext>
              </a:extLst>
            </p:cNvPr>
            <p:cNvSpPr>
              <a:spLocks noChangeAspect="1" noChangeArrowheads="1"/>
            </p:cNvSpPr>
            <p:nvPr/>
          </p:nvSpPr>
          <p:spPr bwMode="auto">
            <a:xfrm>
              <a:off x="6629401" y="4114800"/>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3" name="Oval 23">
              <a:extLst>
                <a:ext uri="{FF2B5EF4-FFF2-40B4-BE49-F238E27FC236}">
                  <a16:creationId xmlns:a16="http://schemas.microsoft.com/office/drawing/2014/main" id="{A04E3AB9-2DDA-431E-9816-7D2645C07D47}"/>
                </a:ext>
              </a:extLst>
            </p:cNvPr>
            <p:cNvSpPr>
              <a:spLocks noChangeAspect="1" noChangeArrowheads="1"/>
            </p:cNvSpPr>
            <p:nvPr/>
          </p:nvSpPr>
          <p:spPr bwMode="auto">
            <a:xfrm rot="20481726">
              <a:off x="5411789" y="4443414"/>
              <a:ext cx="5397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4" name="Oval 24">
              <a:extLst>
                <a:ext uri="{FF2B5EF4-FFF2-40B4-BE49-F238E27FC236}">
                  <a16:creationId xmlns:a16="http://schemas.microsoft.com/office/drawing/2014/main" id="{1F746D79-AB41-4F6B-AB77-A063220BFEE5}"/>
                </a:ext>
              </a:extLst>
            </p:cNvPr>
            <p:cNvSpPr>
              <a:spLocks noChangeAspect="1" noChangeArrowheads="1"/>
            </p:cNvSpPr>
            <p:nvPr/>
          </p:nvSpPr>
          <p:spPr bwMode="auto">
            <a:xfrm rot="20481726">
              <a:off x="7527926" y="32289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5" name="Oval 25">
              <a:extLst>
                <a:ext uri="{FF2B5EF4-FFF2-40B4-BE49-F238E27FC236}">
                  <a16:creationId xmlns:a16="http://schemas.microsoft.com/office/drawing/2014/main" id="{7AD8699A-81B4-4D04-9BDF-8D2DB2FC7E14}"/>
                </a:ext>
              </a:extLst>
            </p:cNvPr>
            <p:cNvSpPr>
              <a:spLocks noChangeAspect="1" noChangeArrowheads="1"/>
            </p:cNvSpPr>
            <p:nvPr/>
          </p:nvSpPr>
          <p:spPr bwMode="auto">
            <a:xfrm rot="20481726">
              <a:off x="6819901" y="4545013"/>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6" name="Oval 26">
              <a:extLst>
                <a:ext uri="{FF2B5EF4-FFF2-40B4-BE49-F238E27FC236}">
                  <a16:creationId xmlns:a16="http://schemas.microsoft.com/office/drawing/2014/main" id="{0A2912C3-953E-4C3D-8D8E-0096E65B5F0C}"/>
                </a:ext>
              </a:extLst>
            </p:cNvPr>
            <p:cNvSpPr>
              <a:spLocks noChangeAspect="1" noChangeArrowheads="1"/>
            </p:cNvSpPr>
            <p:nvPr/>
          </p:nvSpPr>
          <p:spPr bwMode="auto">
            <a:xfrm rot="20481726">
              <a:off x="4648201" y="2667000"/>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7" name="Oval 27">
              <a:extLst>
                <a:ext uri="{FF2B5EF4-FFF2-40B4-BE49-F238E27FC236}">
                  <a16:creationId xmlns:a16="http://schemas.microsoft.com/office/drawing/2014/main" id="{2272770A-0F54-4CFD-A62D-69ECD4BE8F68}"/>
                </a:ext>
              </a:extLst>
            </p:cNvPr>
            <p:cNvSpPr>
              <a:spLocks noChangeAspect="1" noChangeArrowheads="1"/>
            </p:cNvSpPr>
            <p:nvPr/>
          </p:nvSpPr>
          <p:spPr bwMode="auto">
            <a:xfrm rot="20481726">
              <a:off x="6235701" y="35845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8" name="Oval 28">
              <a:extLst>
                <a:ext uri="{FF2B5EF4-FFF2-40B4-BE49-F238E27FC236}">
                  <a16:creationId xmlns:a16="http://schemas.microsoft.com/office/drawing/2014/main" id="{C08ABB33-153E-4198-94F5-55873E126737}"/>
                </a:ext>
              </a:extLst>
            </p:cNvPr>
            <p:cNvSpPr>
              <a:spLocks noChangeAspect="1" noChangeArrowheads="1"/>
            </p:cNvSpPr>
            <p:nvPr/>
          </p:nvSpPr>
          <p:spPr bwMode="auto">
            <a:xfrm rot="20481726">
              <a:off x="7391401" y="4495801"/>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9" name="Oval 29">
              <a:extLst>
                <a:ext uri="{FF2B5EF4-FFF2-40B4-BE49-F238E27FC236}">
                  <a16:creationId xmlns:a16="http://schemas.microsoft.com/office/drawing/2014/main" id="{DEEAA432-4754-468A-99F6-DBAF38EB14B3}"/>
                </a:ext>
              </a:extLst>
            </p:cNvPr>
            <p:cNvSpPr>
              <a:spLocks noChangeAspect="1" noChangeArrowheads="1"/>
            </p:cNvSpPr>
            <p:nvPr/>
          </p:nvSpPr>
          <p:spPr bwMode="auto">
            <a:xfrm rot="20481726">
              <a:off x="4638676" y="3640139"/>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0" name="Oval 30">
              <a:extLst>
                <a:ext uri="{FF2B5EF4-FFF2-40B4-BE49-F238E27FC236}">
                  <a16:creationId xmlns:a16="http://schemas.microsoft.com/office/drawing/2014/main" id="{9414D907-FE63-4741-9E3C-ABF889ABB97A}"/>
                </a:ext>
              </a:extLst>
            </p:cNvPr>
            <p:cNvSpPr>
              <a:spLocks noChangeAspect="1" noChangeArrowheads="1"/>
            </p:cNvSpPr>
            <p:nvPr/>
          </p:nvSpPr>
          <p:spPr bwMode="auto">
            <a:xfrm rot="5895381">
              <a:off x="5391151" y="3057526"/>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1" name="Oval 31">
              <a:extLst>
                <a:ext uri="{FF2B5EF4-FFF2-40B4-BE49-F238E27FC236}">
                  <a16:creationId xmlns:a16="http://schemas.microsoft.com/office/drawing/2014/main" id="{76C14E30-A1B6-423A-BF2C-BAA278882529}"/>
                </a:ext>
              </a:extLst>
            </p:cNvPr>
            <p:cNvSpPr>
              <a:spLocks noChangeAspect="1" noChangeArrowheads="1"/>
            </p:cNvSpPr>
            <p:nvPr/>
          </p:nvSpPr>
          <p:spPr bwMode="auto">
            <a:xfrm rot="5895381">
              <a:off x="5660232" y="5242720"/>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2" name="Oval 32">
              <a:extLst>
                <a:ext uri="{FF2B5EF4-FFF2-40B4-BE49-F238E27FC236}">
                  <a16:creationId xmlns:a16="http://schemas.microsoft.com/office/drawing/2014/main" id="{D774F2CE-5CC4-479C-BCCD-13A669FB7F58}"/>
                </a:ext>
              </a:extLst>
            </p:cNvPr>
            <p:cNvSpPr>
              <a:spLocks noChangeAspect="1" noChangeArrowheads="1"/>
            </p:cNvSpPr>
            <p:nvPr/>
          </p:nvSpPr>
          <p:spPr bwMode="auto">
            <a:xfrm rot="5895381">
              <a:off x="4638676" y="4098926"/>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3" name="Oval 33">
              <a:extLst>
                <a:ext uri="{FF2B5EF4-FFF2-40B4-BE49-F238E27FC236}">
                  <a16:creationId xmlns:a16="http://schemas.microsoft.com/office/drawing/2014/main" id="{21FA68B9-2E9B-4BEC-9800-C58542759BAE}"/>
                </a:ext>
              </a:extLst>
            </p:cNvPr>
            <p:cNvSpPr>
              <a:spLocks noChangeAspect="1" noChangeArrowheads="1"/>
            </p:cNvSpPr>
            <p:nvPr/>
          </p:nvSpPr>
          <p:spPr bwMode="auto">
            <a:xfrm rot="5895381">
              <a:off x="5867401" y="2393951"/>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4" name="Oval 34">
              <a:extLst>
                <a:ext uri="{FF2B5EF4-FFF2-40B4-BE49-F238E27FC236}">
                  <a16:creationId xmlns:a16="http://schemas.microsoft.com/office/drawing/2014/main" id="{79FF2B4C-86CE-4999-A6A6-20666CB5E80C}"/>
                </a:ext>
              </a:extLst>
            </p:cNvPr>
            <p:cNvSpPr>
              <a:spLocks noChangeAspect="1" noChangeArrowheads="1"/>
            </p:cNvSpPr>
            <p:nvPr/>
          </p:nvSpPr>
          <p:spPr bwMode="auto">
            <a:xfrm rot="5895381">
              <a:off x="6828633" y="4144170"/>
              <a:ext cx="58737"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5" name="Oval 35">
              <a:extLst>
                <a:ext uri="{FF2B5EF4-FFF2-40B4-BE49-F238E27FC236}">
                  <a16:creationId xmlns:a16="http://schemas.microsoft.com/office/drawing/2014/main" id="{D907A7D6-B8C3-4969-A024-0F297C2777A5}"/>
                </a:ext>
              </a:extLst>
            </p:cNvPr>
            <p:cNvSpPr>
              <a:spLocks noChangeAspect="1" noChangeArrowheads="1"/>
            </p:cNvSpPr>
            <p:nvPr/>
          </p:nvSpPr>
          <p:spPr bwMode="auto">
            <a:xfrm rot="5895381">
              <a:off x="5894389" y="4079876"/>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6" name="Oval 36">
              <a:extLst>
                <a:ext uri="{FF2B5EF4-FFF2-40B4-BE49-F238E27FC236}">
                  <a16:creationId xmlns:a16="http://schemas.microsoft.com/office/drawing/2014/main" id="{CAA8F282-9E88-4931-8602-BEC83CC81BA6}"/>
                </a:ext>
              </a:extLst>
            </p:cNvPr>
            <p:cNvSpPr>
              <a:spLocks noChangeAspect="1" noChangeArrowheads="1"/>
            </p:cNvSpPr>
            <p:nvPr/>
          </p:nvSpPr>
          <p:spPr bwMode="auto">
            <a:xfrm rot="5895381">
              <a:off x="7143751" y="3365501"/>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7" name="Oval 37">
              <a:extLst>
                <a:ext uri="{FF2B5EF4-FFF2-40B4-BE49-F238E27FC236}">
                  <a16:creationId xmlns:a16="http://schemas.microsoft.com/office/drawing/2014/main" id="{40B30352-0E7F-4973-ACB5-01F07D3C4558}"/>
                </a:ext>
              </a:extLst>
            </p:cNvPr>
            <p:cNvSpPr>
              <a:spLocks noChangeAspect="1" noChangeArrowheads="1"/>
            </p:cNvSpPr>
            <p:nvPr/>
          </p:nvSpPr>
          <p:spPr bwMode="auto">
            <a:xfrm rot="5895381">
              <a:off x="4611689" y="2346326"/>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8" name="Oval 38">
              <a:extLst>
                <a:ext uri="{FF2B5EF4-FFF2-40B4-BE49-F238E27FC236}">
                  <a16:creationId xmlns:a16="http://schemas.microsoft.com/office/drawing/2014/main" id="{EA57FE97-FBF0-4557-A0CE-774E34F3EF5F}"/>
                </a:ext>
              </a:extLst>
            </p:cNvPr>
            <p:cNvSpPr>
              <a:spLocks noChangeAspect="1" noChangeArrowheads="1"/>
            </p:cNvSpPr>
            <p:nvPr/>
          </p:nvSpPr>
          <p:spPr bwMode="auto">
            <a:xfrm rot="5895381">
              <a:off x="6784976" y="3273426"/>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9" name="Oval 39">
              <a:extLst>
                <a:ext uri="{FF2B5EF4-FFF2-40B4-BE49-F238E27FC236}">
                  <a16:creationId xmlns:a16="http://schemas.microsoft.com/office/drawing/2014/main" id="{80AAD648-3AA7-48E2-AE8E-35CC7C1E4ED2}"/>
                </a:ext>
              </a:extLst>
            </p:cNvPr>
            <p:cNvSpPr>
              <a:spLocks noChangeAspect="1" noChangeArrowheads="1"/>
            </p:cNvSpPr>
            <p:nvPr/>
          </p:nvSpPr>
          <p:spPr bwMode="auto">
            <a:xfrm rot="5895381">
              <a:off x="6641308" y="4718845"/>
              <a:ext cx="58737"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0" name="Oval 40">
              <a:extLst>
                <a:ext uri="{FF2B5EF4-FFF2-40B4-BE49-F238E27FC236}">
                  <a16:creationId xmlns:a16="http://schemas.microsoft.com/office/drawing/2014/main" id="{F7C8CAE2-8608-49EF-8EE9-7EB0F58949EE}"/>
                </a:ext>
              </a:extLst>
            </p:cNvPr>
            <p:cNvSpPr>
              <a:spLocks noChangeAspect="1" noChangeArrowheads="1"/>
            </p:cNvSpPr>
            <p:nvPr/>
          </p:nvSpPr>
          <p:spPr bwMode="auto">
            <a:xfrm rot="4777107">
              <a:off x="5022058" y="3534570"/>
              <a:ext cx="58737"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1" name="Oval 41">
              <a:extLst>
                <a:ext uri="{FF2B5EF4-FFF2-40B4-BE49-F238E27FC236}">
                  <a16:creationId xmlns:a16="http://schemas.microsoft.com/office/drawing/2014/main" id="{049E4DAA-2215-46F4-AE3B-A80C168997EC}"/>
                </a:ext>
              </a:extLst>
            </p:cNvPr>
            <p:cNvSpPr>
              <a:spLocks noChangeAspect="1" noChangeArrowheads="1"/>
            </p:cNvSpPr>
            <p:nvPr/>
          </p:nvSpPr>
          <p:spPr bwMode="auto">
            <a:xfrm rot="4777107">
              <a:off x="6175376" y="5254626"/>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2" name="Oval 42">
              <a:extLst>
                <a:ext uri="{FF2B5EF4-FFF2-40B4-BE49-F238E27FC236}">
                  <a16:creationId xmlns:a16="http://schemas.microsoft.com/office/drawing/2014/main" id="{E03DC9C1-A823-45FF-A163-88C2E7DB1DA7}"/>
                </a:ext>
              </a:extLst>
            </p:cNvPr>
            <p:cNvSpPr>
              <a:spLocks noChangeAspect="1" noChangeArrowheads="1"/>
            </p:cNvSpPr>
            <p:nvPr/>
          </p:nvSpPr>
          <p:spPr bwMode="auto">
            <a:xfrm rot="4777107">
              <a:off x="5870576" y="4873626"/>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3" name="Oval 43">
              <a:extLst>
                <a:ext uri="{FF2B5EF4-FFF2-40B4-BE49-F238E27FC236}">
                  <a16:creationId xmlns:a16="http://schemas.microsoft.com/office/drawing/2014/main" id="{7AA84E7F-7751-4026-B5C3-7EF10127D6EE}"/>
                </a:ext>
              </a:extLst>
            </p:cNvPr>
            <p:cNvSpPr>
              <a:spLocks noChangeAspect="1" noChangeArrowheads="1"/>
            </p:cNvSpPr>
            <p:nvPr/>
          </p:nvSpPr>
          <p:spPr bwMode="auto">
            <a:xfrm rot="4777107">
              <a:off x="4341019" y="3736182"/>
              <a:ext cx="58738"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4" name="Oval 44">
              <a:extLst>
                <a:ext uri="{FF2B5EF4-FFF2-40B4-BE49-F238E27FC236}">
                  <a16:creationId xmlns:a16="http://schemas.microsoft.com/office/drawing/2014/main" id="{E9501E61-85A3-4B51-BA7F-56F724C32BD7}"/>
                </a:ext>
              </a:extLst>
            </p:cNvPr>
            <p:cNvSpPr>
              <a:spLocks noChangeAspect="1" noChangeArrowheads="1"/>
            </p:cNvSpPr>
            <p:nvPr/>
          </p:nvSpPr>
          <p:spPr bwMode="auto">
            <a:xfrm rot="4777107">
              <a:off x="5237163" y="2776538"/>
              <a:ext cx="50800"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5" name="Oval 45">
              <a:extLst>
                <a:ext uri="{FF2B5EF4-FFF2-40B4-BE49-F238E27FC236}">
                  <a16:creationId xmlns:a16="http://schemas.microsoft.com/office/drawing/2014/main" id="{757DD27B-6A77-4D4D-9358-E78B9F570035}"/>
                </a:ext>
              </a:extLst>
            </p:cNvPr>
            <p:cNvSpPr>
              <a:spLocks noChangeAspect="1" noChangeArrowheads="1"/>
            </p:cNvSpPr>
            <p:nvPr/>
          </p:nvSpPr>
          <p:spPr bwMode="auto">
            <a:xfrm rot="4777107">
              <a:off x="5880101" y="4364038"/>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6" name="Oval 46">
              <a:extLst>
                <a:ext uri="{FF2B5EF4-FFF2-40B4-BE49-F238E27FC236}">
                  <a16:creationId xmlns:a16="http://schemas.microsoft.com/office/drawing/2014/main" id="{7F6FE8CB-C1AD-4A8F-A457-431B4A8C97BD}"/>
                </a:ext>
              </a:extLst>
            </p:cNvPr>
            <p:cNvSpPr>
              <a:spLocks noChangeAspect="1" noChangeArrowheads="1"/>
            </p:cNvSpPr>
            <p:nvPr/>
          </p:nvSpPr>
          <p:spPr bwMode="auto">
            <a:xfrm rot="4777107">
              <a:off x="4028282" y="3082132"/>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7" name="Oval 47">
              <a:extLst>
                <a:ext uri="{FF2B5EF4-FFF2-40B4-BE49-F238E27FC236}">
                  <a16:creationId xmlns:a16="http://schemas.microsoft.com/office/drawing/2014/main" id="{098278AA-9323-4ADE-8ED5-136FE870598D}"/>
                </a:ext>
              </a:extLst>
            </p:cNvPr>
            <p:cNvSpPr>
              <a:spLocks noChangeAspect="1" noChangeArrowheads="1"/>
            </p:cNvSpPr>
            <p:nvPr/>
          </p:nvSpPr>
          <p:spPr bwMode="auto">
            <a:xfrm rot="4777107">
              <a:off x="5461795" y="5049045"/>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8" name="Oval 48">
              <a:extLst>
                <a:ext uri="{FF2B5EF4-FFF2-40B4-BE49-F238E27FC236}">
                  <a16:creationId xmlns:a16="http://schemas.microsoft.com/office/drawing/2014/main" id="{59459CF3-1A92-4C46-97A8-8433F098C3D4}"/>
                </a:ext>
              </a:extLst>
            </p:cNvPr>
            <p:cNvSpPr>
              <a:spLocks noChangeAspect="1" noChangeArrowheads="1"/>
            </p:cNvSpPr>
            <p:nvPr/>
          </p:nvSpPr>
          <p:spPr bwMode="auto">
            <a:xfrm rot="4777107">
              <a:off x="6827838" y="4756151"/>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
        <p:nvSpPr>
          <p:cNvPr id="276529" name="Text Box 49">
            <a:extLst>
              <a:ext uri="{FF2B5EF4-FFF2-40B4-BE49-F238E27FC236}">
                <a16:creationId xmlns:a16="http://schemas.microsoft.com/office/drawing/2014/main" id="{B7049CA8-B74F-498D-A7B7-E78EE64A8DCB}"/>
              </a:ext>
            </a:extLst>
          </p:cNvPr>
          <p:cNvSpPr txBox="1">
            <a:spLocks noChangeArrowheads="1"/>
          </p:cNvSpPr>
          <p:nvPr/>
        </p:nvSpPr>
        <p:spPr bwMode="auto">
          <a:xfrm>
            <a:off x="7010400" y="1676401"/>
            <a:ext cx="32004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zh-CN" sz="2000" b="1" i="1">
                <a:ea typeface="宋体" panose="02010600030101010101" pitchFamily="2" charset="-122"/>
              </a:rPr>
              <a:t>f</a:t>
            </a:r>
            <a:r>
              <a:rPr lang="en-US" altLang="zh-CN" sz="2000" i="1">
                <a:ea typeface="宋体" panose="02010600030101010101" pitchFamily="2" charset="-122"/>
              </a:rPr>
              <a:t>(</a:t>
            </a:r>
            <a:r>
              <a:rPr lang="en-US" altLang="zh-CN" sz="2000" b="1" i="1">
                <a:ea typeface="宋体" panose="02010600030101010101" pitchFamily="2" charset="-122"/>
              </a:rPr>
              <a:t>x</a:t>
            </a:r>
            <a:r>
              <a:rPr lang="en-US" altLang="zh-CN" sz="2000" i="1">
                <a:ea typeface="宋体" panose="02010600030101010101" pitchFamily="2" charset="-122"/>
              </a:rPr>
              <a:t>,</a:t>
            </a:r>
            <a:r>
              <a:rPr lang="en-US" altLang="zh-CN" sz="2000" b="1" i="1">
                <a:solidFill>
                  <a:srgbClr val="00CC00"/>
                </a:solidFill>
                <a:ea typeface="宋体" panose="02010600030101010101" pitchFamily="2" charset="-122"/>
              </a:rPr>
              <a:t>w</a:t>
            </a:r>
            <a:r>
              <a:rPr lang="en-US" altLang="zh-CN" sz="2000" i="1">
                <a:solidFill>
                  <a:srgbClr val="00CC00"/>
                </a:solidFill>
                <a:ea typeface="宋体" panose="02010600030101010101" pitchFamily="2" charset="-122"/>
              </a:rPr>
              <a:t>,b</a:t>
            </a:r>
            <a:r>
              <a:rPr lang="en-US" altLang="zh-CN" sz="2000" i="1">
                <a:ea typeface="宋体" panose="02010600030101010101" pitchFamily="2" charset="-122"/>
              </a:rPr>
              <a:t>) = sign(</a:t>
            </a:r>
            <a:r>
              <a:rPr lang="en-US" altLang="zh-CN" sz="2000" b="1" i="1">
                <a:solidFill>
                  <a:srgbClr val="00CC00"/>
                </a:solidFill>
                <a:ea typeface="宋体" panose="02010600030101010101" pitchFamily="2" charset="-122"/>
              </a:rPr>
              <a:t>w</a:t>
            </a:r>
            <a:r>
              <a:rPr lang="en-US" altLang="zh-CN" sz="2000" b="1" i="1">
                <a:ea typeface="宋体" panose="02010600030101010101" pitchFamily="2" charset="-122"/>
              </a:rPr>
              <a:t>. x</a:t>
            </a:r>
            <a:r>
              <a:rPr lang="en-US" altLang="zh-CN" sz="2000" i="1">
                <a:solidFill>
                  <a:srgbClr val="00CC00"/>
                </a:solidFill>
                <a:ea typeface="宋体" panose="02010600030101010101" pitchFamily="2" charset="-122"/>
              </a:rPr>
              <a:t> </a:t>
            </a:r>
            <a:r>
              <a:rPr lang="en-US" altLang="zh-CN" sz="2000" i="1">
                <a:ea typeface="宋体" panose="02010600030101010101" pitchFamily="2" charset="-122"/>
              </a:rPr>
              <a:t>- </a:t>
            </a:r>
            <a:r>
              <a:rPr lang="en-US" altLang="zh-CN" sz="2000" i="1">
                <a:solidFill>
                  <a:srgbClr val="00CC00"/>
                </a:solidFill>
                <a:ea typeface="宋体" panose="02010600030101010101" pitchFamily="2" charset="-122"/>
              </a:rPr>
              <a:t>b</a:t>
            </a:r>
            <a:r>
              <a:rPr lang="en-US" altLang="zh-CN" sz="2000" i="1">
                <a:ea typeface="宋体" panose="02010600030101010101" pitchFamily="2" charset="-122"/>
              </a:rPr>
              <a:t>)</a:t>
            </a:r>
          </a:p>
        </p:txBody>
      </p:sp>
      <p:sp>
        <p:nvSpPr>
          <p:cNvPr id="276530" name="Text Box 50">
            <a:extLst>
              <a:ext uri="{FF2B5EF4-FFF2-40B4-BE49-F238E27FC236}">
                <a16:creationId xmlns:a16="http://schemas.microsoft.com/office/drawing/2014/main" id="{E78E5CD1-2F7F-43D2-A9A0-13EFEC068560}"/>
              </a:ext>
            </a:extLst>
          </p:cNvPr>
          <p:cNvSpPr txBox="1">
            <a:spLocks noChangeArrowheads="1"/>
          </p:cNvSpPr>
          <p:nvPr/>
        </p:nvSpPr>
        <p:spPr bwMode="auto">
          <a:xfrm>
            <a:off x="7772400" y="3200401"/>
            <a:ext cx="2438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endParaRPr lang="zh-CN" altLang="en-US" sz="2000">
              <a:ea typeface="宋体" panose="02010600030101010101" pitchFamily="2" charset="-122"/>
            </a:endParaRPr>
          </a:p>
        </p:txBody>
      </p:sp>
      <p:sp>
        <p:nvSpPr>
          <p:cNvPr id="276531" name="Text Box 51">
            <a:extLst>
              <a:ext uri="{FF2B5EF4-FFF2-40B4-BE49-F238E27FC236}">
                <a16:creationId xmlns:a16="http://schemas.microsoft.com/office/drawing/2014/main" id="{A3E4EF06-A31C-4D7D-9DC6-3A28E1BE1201}"/>
              </a:ext>
            </a:extLst>
          </p:cNvPr>
          <p:cNvSpPr txBox="1">
            <a:spLocks noChangeArrowheads="1"/>
          </p:cNvSpPr>
          <p:nvPr/>
        </p:nvSpPr>
        <p:spPr bwMode="auto">
          <a:xfrm>
            <a:off x="8724900" y="2930756"/>
            <a:ext cx="22098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zh-TW" altLang="en-US" sz="2000" dirty="0">
                <a:latin typeface="思源黑體 Normal" panose="020B0400000000000000" pitchFamily="34" charset="-120"/>
                <a:ea typeface="思源黑體 Normal" panose="020B0400000000000000" pitchFamily="34" charset="-120"/>
              </a:rPr>
              <a:t>怎麼分比較好？</a:t>
            </a:r>
            <a:endParaRPr lang="en-US" altLang="zh-CN" sz="2000" dirty="0">
              <a:latin typeface="思源黑體 Normal" panose="020B0400000000000000" pitchFamily="34" charset="-120"/>
              <a:ea typeface="思源黑體 Normal" panose="020B0400000000000000" pitchFamily="34" charset="-120"/>
            </a:endParaRPr>
          </a:p>
        </p:txBody>
      </p:sp>
      <p:sp>
        <p:nvSpPr>
          <p:cNvPr id="276532" name="Text Box 52">
            <a:extLst>
              <a:ext uri="{FF2B5EF4-FFF2-40B4-BE49-F238E27FC236}">
                <a16:creationId xmlns:a16="http://schemas.microsoft.com/office/drawing/2014/main" id="{51CEDE97-3B2A-48E2-B89E-DF72A52157CB}"/>
              </a:ext>
            </a:extLst>
          </p:cNvPr>
          <p:cNvSpPr txBox="1">
            <a:spLocks noChangeArrowheads="1"/>
          </p:cNvSpPr>
          <p:nvPr/>
        </p:nvSpPr>
        <p:spPr bwMode="auto">
          <a:xfrm>
            <a:off x="8975725" y="414338"/>
            <a:ext cx="12427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ea typeface="宋体" panose="02010600030101010101" pitchFamily="2" charset="-122"/>
              </a:rPr>
              <a:t>Estimation:</a:t>
            </a:r>
          </a:p>
        </p:txBody>
      </p:sp>
      <p:sp>
        <p:nvSpPr>
          <p:cNvPr id="276533" name="Text Box 53">
            <a:extLst>
              <a:ext uri="{FF2B5EF4-FFF2-40B4-BE49-F238E27FC236}">
                <a16:creationId xmlns:a16="http://schemas.microsoft.com/office/drawing/2014/main" id="{9DC3E78C-B9E5-48BB-BF11-EF0F4D36D079}"/>
              </a:ext>
            </a:extLst>
          </p:cNvPr>
          <p:cNvSpPr txBox="1">
            <a:spLocks noChangeArrowheads="1"/>
          </p:cNvSpPr>
          <p:nvPr/>
        </p:nvSpPr>
        <p:spPr bwMode="auto">
          <a:xfrm>
            <a:off x="8785608" y="2158664"/>
            <a:ext cx="175336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ea typeface="宋体" panose="02010600030101010101" pitchFamily="2" charset="-122"/>
              </a:rPr>
              <a:t>w</a:t>
            </a:r>
            <a:r>
              <a:rPr lang="en-US" altLang="zh-CN" dirty="0">
                <a:ea typeface="宋体" panose="02010600030101010101" pitchFamily="2" charset="-122"/>
              </a:rPr>
              <a:t>: weight vector</a:t>
            </a:r>
          </a:p>
          <a:p>
            <a:r>
              <a:rPr lang="en-US" altLang="zh-CN" b="1" dirty="0">
                <a:ea typeface="宋体" panose="02010600030101010101" pitchFamily="2" charset="-122"/>
              </a:rPr>
              <a:t>x</a:t>
            </a:r>
            <a:r>
              <a:rPr lang="en-US" altLang="zh-CN" dirty="0">
                <a:ea typeface="宋体" panose="02010600030101010101" pitchFamily="2" charset="-122"/>
              </a:rPr>
              <a:t>: data vector</a:t>
            </a:r>
          </a:p>
        </p:txBody>
      </p:sp>
      <p:sp>
        <p:nvSpPr>
          <p:cNvPr id="3" name="標題 2">
            <a:extLst>
              <a:ext uri="{FF2B5EF4-FFF2-40B4-BE49-F238E27FC236}">
                <a16:creationId xmlns:a16="http://schemas.microsoft.com/office/drawing/2014/main" id="{9B643E8D-0C78-4FCD-8207-5CD71C5930CF}"/>
              </a:ext>
            </a:extLst>
          </p:cNvPr>
          <p:cNvSpPr>
            <a:spLocks noGrp="1"/>
          </p:cNvSpPr>
          <p:nvPr>
            <p:ph type="title"/>
          </p:nvPr>
        </p:nvSpPr>
        <p:spPr/>
        <p:txBody>
          <a:bodyPr/>
          <a:lstStyle/>
          <a:p>
            <a:r>
              <a:rPr lang="zh-TW" altLang="en-US" dirty="0"/>
              <a:t>線性可分問題</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3" name="Rectangle 3">
            <a:extLst>
              <a:ext uri="{FF2B5EF4-FFF2-40B4-BE49-F238E27FC236}">
                <a16:creationId xmlns:a16="http://schemas.microsoft.com/office/drawing/2014/main" id="{ED9618AA-5807-4B8F-94E1-97EAA51F10AD}"/>
              </a:ext>
            </a:extLst>
          </p:cNvPr>
          <p:cNvSpPr>
            <a:spLocks noChangeArrowheads="1"/>
          </p:cNvSpPr>
          <p:nvPr/>
        </p:nvSpPr>
        <p:spPr bwMode="auto">
          <a:xfrm>
            <a:off x="6858000" y="776288"/>
            <a:ext cx="1600200" cy="654050"/>
          </a:xfrm>
          <a:prstGeom prst="rect">
            <a:avLst/>
          </a:prstGeom>
          <a:solidFill>
            <a:srgbClr val="FF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buClr>
                <a:schemeClr val="tx1"/>
              </a:buClr>
            </a:pPr>
            <a:r>
              <a:rPr lang="en-US" altLang="zh-CN" sz="3600" i="1">
                <a:ea typeface="宋体" panose="02010600030101010101" pitchFamily="2" charset="-122"/>
              </a:rPr>
              <a:t>f </a:t>
            </a:r>
            <a:r>
              <a:rPr lang="en-US" altLang="zh-CN" sz="2000">
                <a:ea typeface="宋体" panose="02010600030101010101" pitchFamily="2" charset="-122"/>
              </a:rPr>
              <a:t>        </a:t>
            </a:r>
          </a:p>
        </p:txBody>
      </p:sp>
      <p:sp>
        <p:nvSpPr>
          <p:cNvPr id="276484" name="Line 4">
            <a:extLst>
              <a:ext uri="{FF2B5EF4-FFF2-40B4-BE49-F238E27FC236}">
                <a16:creationId xmlns:a16="http://schemas.microsoft.com/office/drawing/2014/main" id="{B4B9F108-F30C-463D-BD7D-CA801E8507FC}"/>
              </a:ext>
            </a:extLst>
          </p:cNvPr>
          <p:cNvSpPr>
            <a:spLocks noChangeShapeType="1"/>
          </p:cNvSpPr>
          <p:nvPr/>
        </p:nvSpPr>
        <p:spPr bwMode="auto">
          <a:xfrm>
            <a:off x="5486400" y="1066800"/>
            <a:ext cx="1371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TW" altLang="en-US"/>
          </a:p>
        </p:txBody>
      </p:sp>
      <p:sp>
        <p:nvSpPr>
          <p:cNvPr id="276485" name="Text Box 5">
            <a:extLst>
              <a:ext uri="{FF2B5EF4-FFF2-40B4-BE49-F238E27FC236}">
                <a16:creationId xmlns:a16="http://schemas.microsoft.com/office/drawing/2014/main" id="{9F6B145E-E934-47F4-AF69-E1681A9FA119}"/>
              </a:ext>
            </a:extLst>
          </p:cNvPr>
          <p:cNvSpPr txBox="1">
            <a:spLocks noChangeArrowheads="1"/>
          </p:cNvSpPr>
          <p:nvPr/>
        </p:nvSpPr>
        <p:spPr bwMode="auto">
          <a:xfrm>
            <a:off x="5029200" y="762001"/>
            <a:ext cx="60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zh-CN" sz="2800" b="1" i="1">
                <a:ea typeface="宋体" panose="02010600030101010101" pitchFamily="2" charset="-122"/>
              </a:rPr>
              <a:t>x</a:t>
            </a:r>
          </a:p>
        </p:txBody>
      </p:sp>
      <p:sp>
        <p:nvSpPr>
          <p:cNvPr id="276488" name="Line 8">
            <a:extLst>
              <a:ext uri="{FF2B5EF4-FFF2-40B4-BE49-F238E27FC236}">
                <a16:creationId xmlns:a16="http://schemas.microsoft.com/office/drawing/2014/main" id="{EC40806C-4D70-4391-9775-F70A362B09C3}"/>
              </a:ext>
            </a:extLst>
          </p:cNvPr>
          <p:cNvSpPr>
            <a:spLocks noChangeShapeType="1"/>
          </p:cNvSpPr>
          <p:nvPr/>
        </p:nvSpPr>
        <p:spPr bwMode="auto">
          <a:xfrm>
            <a:off x="8458200" y="1066800"/>
            <a:ext cx="1371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TW" altLang="en-US"/>
          </a:p>
        </p:txBody>
      </p:sp>
      <p:sp>
        <p:nvSpPr>
          <p:cNvPr id="276489" name="Text Box 9">
            <a:extLst>
              <a:ext uri="{FF2B5EF4-FFF2-40B4-BE49-F238E27FC236}">
                <a16:creationId xmlns:a16="http://schemas.microsoft.com/office/drawing/2014/main" id="{56212D47-8D95-47FB-9A82-E45DF9D97323}"/>
              </a:ext>
            </a:extLst>
          </p:cNvPr>
          <p:cNvSpPr txBox="1">
            <a:spLocks noChangeArrowheads="1"/>
          </p:cNvSpPr>
          <p:nvPr/>
        </p:nvSpPr>
        <p:spPr bwMode="auto">
          <a:xfrm>
            <a:off x="9829800" y="838200"/>
            <a:ext cx="8382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chemeClr val="tx1"/>
              </a:buClr>
            </a:pPr>
            <a:r>
              <a:rPr lang="en-US" altLang="zh-CN" sz="3200">
                <a:ea typeface="宋体" panose="02010600030101010101" pitchFamily="2" charset="-122"/>
              </a:rPr>
              <a:t>y</a:t>
            </a:r>
            <a:r>
              <a:rPr lang="en-US" altLang="zh-CN" sz="3200" baseline="30000">
                <a:ea typeface="宋体" panose="02010600030101010101" pitchFamily="2" charset="-122"/>
              </a:rPr>
              <a:t>est</a:t>
            </a:r>
          </a:p>
        </p:txBody>
      </p:sp>
      <p:grpSp>
        <p:nvGrpSpPr>
          <p:cNvPr id="4" name="群組 3">
            <a:extLst>
              <a:ext uri="{FF2B5EF4-FFF2-40B4-BE49-F238E27FC236}">
                <a16:creationId xmlns:a16="http://schemas.microsoft.com/office/drawing/2014/main" id="{7B47B7D1-F326-4441-A17A-F76F4ED92AB8}"/>
              </a:ext>
            </a:extLst>
          </p:cNvPr>
          <p:cNvGrpSpPr/>
          <p:nvPr/>
        </p:nvGrpSpPr>
        <p:grpSpPr>
          <a:xfrm>
            <a:off x="920936" y="1905001"/>
            <a:ext cx="1234754" cy="854075"/>
            <a:chOff x="2362200" y="1905001"/>
            <a:chExt cx="1234754" cy="854075"/>
          </a:xfrm>
        </p:grpSpPr>
        <p:sp>
          <p:nvSpPr>
            <p:cNvPr id="276490" name="Text Box 10">
              <a:extLst>
                <a:ext uri="{FF2B5EF4-FFF2-40B4-BE49-F238E27FC236}">
                  <a16:creationId xmlns:a16="http://schemas.microsoft.com/office/drawing/2014/main" id="{36E9C90D-BC59-4EDE-B311-14B7F05370E8}"/>
                </a:ext>
              </a:extLst>
            </p:cNvPr>
            <p:cNvSpPr txBox="1">
              <a:spLocks noChangeArrowheads="1"/>
            </p:cNvSpPr>
            <p:nvPr/>
          </p:nvSpPr>
          <p:spPr bwMode="auto">
            <a:xfrm>
              <a:off x="2362200" y="1905001"/>
              <a:ext cx="1234754"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Clr>
                  <a:schemeClr val="tx1"/>
                </a:buClr>
              </a:pPr>
              <a:r>
                <a:rPr lang="zh-TW" altLang="en-US" sz="2000" dirty="0">
                  <a:latin typeface="思源黑體 Normal" panose="020B0400000000000000" pitchFamily="34" charset="-120"/>
                  <a:ea typeface="思源黑體 Normal" panose="020B0400000000000000" pitchFamily="34" charset="-120"/>
                </a:rPr>
                <a:t>  表示</a:t>
              </a:r>
              <a:r>
                <a:rPr lang="en-US" altLang="zh-CN" sz="2000" dirty="0">
                  <a:latin typeface="思源黑體 Normal" panose="020B0400000000000000" pitchFamily="34" charset="-120"/>
                  <a:ea typeface="思源黑體 Normal" panose="020B0400000000000000" pitchFamily="34" charset="-120"/>
                </a:rPr>
                <a:t> +1</a:t>
              </a:r>
            </a:p>
            <a:p>
              <a:pPr>
                <a:spcBef>
                  <a:spcPct val="50000"/>
                </a:spcBef>
                <a:buClr>
                  <a:schemeClr val="tx1"/>
                </a:buClr>
              </a:pPr>
              <a:r>
                <a:rPr lang="zh-TW" altLang="en-US" sz="2000" dirty="0">
                  <a:latin typeface="思源黑體 Normal" panose="020B0400000000000000" pitchFamily="34" charset="-120"/>
                  <a:ea typeface="思源黑體 Normal" panose="020B0400000000000000" pitchFamily="34" charset="-120"/>
                </a:rPr>
                <a:t>  表示</a:t>
              </a:r>
              <a:r>
                <a:rPr lang="en-US" altLang="zh-CN" sz="2000" dirty="0">
                  <a:latin typeface="思源黑體 Normal" panose="020B0400000000000000" pitchFamily="34" charset="-120"/>
                  <a:ea typeface="思源黑體 Normal" panose="020B0400000000000000" pitchFamily="34" charset="-120"/>
                </a:rPr>
                <a:t>-1</a:t>
              </a:r>
            </a:p>
          </p:txBody>
        </p:sp>
        <p:sp>
          <p:nvSpPr>
            <p:cNvPr id="276491" name="Oval 11">
              <a:extLst>
                <a:ext uri="{FF2B5EF4-FFF2-40B4-BE49-F238E27FC236}">
                  <a16:creationId xmlns:a16="http://schemas.microsoft.com/office/drawing/2014/main" id="{D894CA6A-45FF-4C93-BDE0-2B7E99E897C0}"/>
                </a:ext>
              </a:extLst>
            </p:cNvPr>
            <p:cNvSpPr>
              <a:spLocks noChangeAspect="1" noChangeArrowheads="1"/>
            </p:cNvSpPr>
            <p:nvPr/>
          </p:nvSpPr>
          <p:spPr bwMode="auto">
            <a:xfrm rot="4777107">
              <a:off x="2439194" y="2056607"/>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492" name="Oval 12">
              <a:extLst>
                <a:ext uri="{FF2B5EF4-FFF2-40B4-BE49-F238E27FC236}">
                  <a16:creationId xmlns:a16="http://schemas.microsoft.com/office/drawing/2014/main" id="{3A107EE4-4316-48EB-A2F3-07199AEEB3E8}"/>
                </a:ext>
              </a:extLst>
            </p:cNvPr>
            <p:cNvSpPr>
              <a:spLocks noChangeAspect="1" noChangeArrowheads="1"/>
            </p:cNvSpPr>
            <p:nvPr/>
          </p:nvSpPr>
          <p:spPr bwMode="auto">
            <a:xfrm rot="5895381">
              <a:off x="2439988" y="2513013"/>
              <a:ext cx="50800"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nvGrpSpPr>
          <p:cNvPr id="5" name="群組 4">
            <a:extLst>
              <a:ext uri="{FF2B5EF4-FFF2-40B4-BE49-F238E27FC236}">
                <a16:creationId xmlns:a16="http://schemas.microsoft.com/office/drawing/2014/main" id="{335E9021-DEBB-4EB4-BBA2-89A3BD9DB6D8}"/>
              </a:ext>
            </a:extLst>
          </p:cNvPr>
          <p:cNvGrpSpPr/>
          <p:nvPr/>
        </p:nvGrpSpPr>
        <p:grpSpPr>
          <a:xfrm>
            <a:off x="2900218" y="2209800"/>
            <a:ext cx="4719782" cy="4080164"/>
            <a:chOff x="3962400" y="2209800"/>
            <a:chExt cx="3657600" cy="3505200"/>
          </a:xfrm>
        </p:grpSpPr>
        <p:sp>
          <p:nvSpPr>
            <p:cNvPr id="276493" name="Line 13">
              <a:extLst>
                <a:ext uri="{FF2B5EF4-FFF2-40B4-BE49-F238E27FC236}">
                  <a16:creationId xmlns:a16="http://schemas.microsoft.com/office/drawing/2014/main" id="{3D6419DB-7937-4CA2-9B94-561EDCCF0ADA}"/>
                </a:ext>
              </a:extLst>
            </p:cNvPr>
            <p:cNvSpPr>
              <a:spLocks noChangeShapeType="1"/>
            </p:cNvSpPr>
            <p:nvPr/>
          </p:nvSpPr>
          <p:spPr bwMode="auto">
            <a:xfrm>
              <a:off x="4114800" y="2209800"/>
              <a:ext cx="0" cy="350520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TW" altLang="en-US"/>
            </a:p>
          </p:txBody>
        </p:sp>
        <p:sp>
          <p:nvSpPr>
            <p:cNvPr id="276494" name="Line 14">
              <a:extLst>
                <a:ext uri="{FF2B5EF4-FFF2-40B4-BE49-F238E27FC236}">
                  <a16:creationId xmlns:a16="http://schemas.microsoft.com/office/drawing/2014/main" id="{0E653673-FD3B-462A-A739-ADB656A2F3FF}"/>
                </a:ext>
              </a:extLst>
            </p:cNvPr>
            <p:cNvSpPr>
              <a:spLocks noChangeShapeType="1"/>
            </p:cNvSpPr>
            <p:nvPr/>
          </p:nvSpPr>
          <p:spPr bwMode="auto">
            <a:xfrm flipV="1">
              <a:off x="3962400" y="5562600"/>
              <a:ext cx="365760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TW" altLang="en-US"/>
            </a:p>
          </p:txBody>
        </p:sp>
        <p:sp>
          <p:nvSpPr>
            <p:cNvPr id="276495" name="Oval 15">
              <a:extLst>
                <a:ext uri="{FF2B5EF4-FFF2-40B4-BE49-F238E27FC236}">
                  <a16:creationId xmlns:a16="http://schemas.microsoft.com/office/drawing/2014/main" id="{FF7B3393-DDCE-494B-AFD8-7C7053749C9D}"/>
                </a:ext>
              </a:extLst>
            </p:cNvPr>
            <p:cNvSpPr>
              <a:spLocks noChangeAspect="1" noChangeArrowheads="1"/>
            </p:cNvSpPr>
            <p:nvPr/>
          </p:nvSpPr>
          <p:spPr bwMode="auto">
            <a:xfrm>
              <a:off x="5241926" y="5032376"/>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496" name="Oval 16">
              <a:extLst>
                <a:ext uri="{FF2B5EF4-FFF2-40B4-BE49-F238E27FC236}">
                  <a16:creationId xmlns:a16="http://schemas.microsoft.com/office/drawing/2014/main" id="{247EB7D1-187B-48A2-9662-D8295D582DED}"/>
                </a:ext>
              </a:extLst>
            </p:cNvPr>
            <p:cNvSpPr>
              <a:spLocks noChangeAspect="1" noChangeArrowheads="1"/>
            </p:cNvSpPr>
            <p:nvPr/>
          </p:nvSpPr>
          <p:spPr bwMode="auto">
            <a:xfrm>
              <a:off x="4010026" y="3903664"/>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497" name="Oval 17">
              <a:extLst>
                <a:ext uri="{FF2B5EF4-FFF2-40B4-BE49-F238E27FC236}">
                  <a16:creationId xmlns:a16="http://schemas.microsoft.com/office/drawing/2014/main" id="{D82FD9C6-5DBB-4B43-A103-2E91FB5609CA}"/>
                </a:ext>
              </a:extLst>
            </p:cNvPr>
            <p:cNvSpPr>
              <a:spLocks noChangeAspect="1" noChangeArrowheads="1"/>
            </p:cNvSpPr>
            <p:nvPr/>
          </p:nvSpPr>
          <p:spPr bwMode="auto">
            <a:xfrm>
              <a:off x="5864226" y="2814639"/>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498" name="Oval 18">
              <a:extLst>
                <a:ext uri="{FF2B5EF4-FFF2-40B4-BE49-F238E27FC236}">
                  <a16:creationId xmlns:a16="http://schemas.microsoft.com/office/drawing/2014/main" id="{3E124EBC-41AA-47A0-8FFD-094446AACD53}"/>
                </a:ext>
              </a:extLst>
            </p:cNvPr>
            <p:cNvSpPr>
              <a:spLocks noChangeAspect="1" noChangeArrowheads="1"/>
            </p:cNvSpPr>
            <p:nvPr/>
          </p:nvSpPr>
          <p:spPr bwMode="auto">
            <a:xfrm>
              <a:off x="5927726" y="3635376"/>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499" name="Oval 19">
              <a:extLst>
                <a:ext uri="{FF2B5EF4-FFF2-40B4-BE49-F238E27FC236}">
                  <a16:creationId xmlns:a16="http://schemas.microsoft.com/office/drawing/2014/main" id="{B9B6EB48-3290-468B-9B4F-039FD28FCD2D}"/>
                </a:ext>
              </a:extLst>
            </p:cNvPr>
            <p:cNvSpPr>
              <a:spLocks noChangeAspect="1" noChangeArrowheads="1"/>
            </p:cNvSpPr>
            <p:nvPr/>
          </p:nvSpPr>
          <p:spPr bwMode="auto">
            <a:xfrm>
              <a:off x="4933951" y="2663825"/>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0" name="Oval 20">
              <a:extLst>
                <a:ext uri="{FF2B5EF4-FFF2-40B4-BE49-F238E27FC236}">
                  <a16:creationId xmlns:a16="http://schemas.microsoft.com/office/drawing/2014/main" id="{86217C1C-E53F-4193-8D8F-F5AA48BB2B7D}"/>
                </a:ext>
              </a:extLst>
            </p:cNvPr>
            <p:cNvSpPr>
              <a:spLocks noChangeAspect="1" noChangeArrowheads="1"/>
            </p:cNvSpPr>
            <p:nvPr/>
          </p:nvSpPr>
          <p:spPr bwMode="auto">
            <a:xfrm>
              <a:off x="5410201" y="3733801"/>
              <a:ext cx="5397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1" name="Oval 21">
              <a:extLst>
                <a:ext uri="{FF2B5EF4-FFF2-40B4-BE49-F238E27FC236}">
                  <a16:creationId xmlns:a16="http://schemas.microsoft.com/office/drawing/2014/main" id="{381DDC4C-917E-4F3B-981E-4FB14A014300}"/>
                </a:ext>
              </a:extLst>
            </p:cNvPr>
            <p:cNvSpPr>
              <a:spLocks noChangeAspect="1" noChangeArrowheads="1"/>
            </p:cNvSpPr>
            <p:nvPr/>
          </p:nvSpPr>
          <p:spPr bwMode="auto">
            <a:xfrm>
              <a:off x="4572001" y="3124200"/>
              <a:ext cx="60325" cy="587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2" name="Oval 22">
              <a:extLst>
                <a:ext uri="{FF2B5EF4-FFF2-40B4-BE49-F238E27FC236}">
                  <a16:creationId xmlns:a16="http://schemas.microsoft.com/office/drawing/2014/main" id="{9C853C1C-4304-499A-8ECE-68D67DA88DB4}"/>
                </a:ext>
              </a:extLst>
            </p:cNvPr>
            <p:cNvSpPr>
              <a:spLocks noChangeAspect="1" noChangeArrowheads="1"/>
            </p:cNvSpPr>
            <p:nvPr/>
          </p:nvSpPr>
          <p:spPr bwMode="auto">
            <a:xfrm>
              <a:off x="6629401" y="4114800"/>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3" name="Oval 23">
              <a:extLst>
                <a:ext uri="{FF2B5EF4-FFF2-40B4-BE49-F238E27FC236}">
                  <a16:creationId xmlns:a16="http://schemas.microsoft.com/office/drawing/2014/main" id="{A04E3AB9-2DDA-431E-9816-7D2645C07D47}"/>
                </a:ext>
              </a:extLst>
            </p:cNvPr>
            <p:cNvSpPr>
              <a:spLocks noChangeAspect="1" noChangeArrowheads="1"/>
            </p:cNvSpPr>
            <p:nvPr/>
          </p:nvSpPr>
          <p:spPr bwMode="auto">
            <a:xfrm rot="20481726">
              <a:off x="5411789" y="4443414"/>
              <a:ext cx="5397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4" name="Oval 24">
              <a:extLst>
                <a:ext uri="{FF2B5EF4-FFF2-40B4-BE49-F238E27FC236}">
                  <a16:creationId xmlns:a16="http://schemas.microsoft.com/office/drawing/2014/main" id="{1F746D79-AB41-4F6B-AB77-A063220BFEE5}"/>
                </a:ext>
              </a:extLst>
            </p:cNvPr>
            <p:cNvSpPr>
              <a:spLocks noChangeAspect="1" noChangeArrowheads="1"/>
            </p:cNvSpPr>
            <p:nvPr/>
          </p:nvSpPr>
          <p:spPr bwMode="auto">
            <a:xfrm rot="20481726">
              <a:off x="7527926" y="32289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5" name="Oval 25">
              <a:extLst>
                <a:ext uri="{FF2B5EF4-FFF2-40B4-BE49-F238E27FC236}">
                  <a16:creationId xmlns:a16="http://schemas.microsoft.com/office/drawing/2014/main" id="{7AD8699A-81B4-4D04-9BDF-8D2DB2FC7E14}"/>
                </a:ext>
              </a:extLst>
            </p:cNvPr>
            <p:cNvSpPr>
              <a:spLocks noChangeAspect="1" noChangeArrowheads="1"/>
            </p:cNvSpPr>
            <p:nvPr/>
          </p:nvSpPr>
          <p:spPr bwMode="auto">
            <a:xfrm rot="20481726">
              <a:off x="6819901" y="4545013"/>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6" name="Oval 26">
              <a:extLst>
                <a:ext uri="{FF2B5EF4-FFF2-40B4-BE49-F238E27FC236}">
                  <a16:creationId xmlns:a16="http://schemas.microsoft.com/office/drawing/2014/main" id="{0A2912C3-953E-4C3D-8D8E-0096E65B5F0C}"/>
                </a:ext>
              </a:extLst>
            </p:cNvPr>
            <p:cNvSpPr>
              <a:spLocks noChangeAspect="1" noChangeArrowheads="1"/>
            </p:cNvSpPr>
            <p:nvPr/>
          </p:nvSpPr>
          <p:spPr bwMode="auto">
            <a:xfrm rot="20481726">
              <a:off x="4648201" y="2667000"/>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7" name="Oval 27">
              <a:extLst>
                <a:ext uri="{FF2B5EF4-FFF2-40B4-BE49-F238E27FC236}">
                  <a16:creationId xmlns:a16="http://schemas.microsoft.com/office/drawing/2014/main" id="{2272770A-0F54-4CFD-A62D-69ECD4BE8F68}"/>
                </a:ext>
              </a:extLst>
            </p:cNvPr>
            <p:cNvSpPr>
              <a:spLocks noChangeAspect="1" noChangeArrowheads="1"/>
            </p:cNvSpPr>
            <p:nvPr/>
          </p:nvSpPr>
          <p:spPr bwMode="auto">
            <a:xfrm rot="20481726">
              <a:off x="6235701" y="35845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8" name="Oval 28">
              <a:extLst>
                <a:ext uri="{FF2B5EF4-FFF2-40B4-BE49-F238E27FC236}">
                  <a16:creationId xmlns:a16="http://schemas.microsoft.com/office/drawing/2014/main" id="{C08ABB33-153E-4198-94F5-55873E126737}"/>
                </a:ext>
              </a:extLst>
            </p:cNvPr>
            <p:cNvSpPr>
              <a:spLocks noChangeAspect="1" noChangeArrowheads="1"/>
            </p:cNvSpPr>
            <p:nvPr/>
          </p:nvSpPr>
          <p:spPr bwMode="auto">
            <a:xfrm rot="20481726">
              <a:off x="7391401" y="4495801"/>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9" name="Oval 29">
              <a:extLst>
                <a:ext uri="{FF2B5EF4-FFF2-40B4-BE49-F238E27FC236}">
                  <a16:creationId xmlns:a16="http://schemas.microsoft.com/office/drawing/2014/main" id="{DEEAA432-4754-468A-99F6-DBAF38EB14B3}"/>
                </a:ext>
              </a:extLst>
            </p:cNvPr>
            <p:cNvSpPr>
              <a:spLocks noChangeAspect="1" noChangeArrowheads="1"/>
            </p:cNvSpPr>
            <p:nvPr/>
          </p:nvSpPr>
          <p:spPr bwMode="auto">
            <a:xfrm rot="20481726">
              <a:off x="4638676" y="3640139"/>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0" name="Oval 30">
              <a:extLst>
                <a:ext uri="{FF2B5EF4-FFF2-40B4-BE49-F238E27FC236}">
                  <a16:creationId xmlns:a16="http://schemas.microsoft.com/office/drawing/2014/main" id="{9414D907-FE63-4741-9E3C-ABF889ABB97A}"/>
                </a:ext>
              </a:extLst>
            </p:cNvPr>
            <p:cNvSpPr>
              <a:spLocks noChangeAspect="1" noChangeArrowheads="1"/>
            </p:cNvSpPr>
            <p:nvPr/>
          </p:nvSpPr>
          <p:spPr bwMode="auto">
            <a:xfrm rot="5895381">
              <a:off x="5391151" y="3057526"/>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1" name="Oval 31">
              <a:extLst>
                <a:ext uri="{FF2B5EF4-FFF2-40B4-BE49-F238E27FC236}">
                  <a16:creationId xmlns:a16="http://schemas.microsoft.com/office/drawing/2014/main" id="{76C14E30-A1B6-423A-BF2C-BAA278882529}"/>
                </a:ext>
              </a:extLst>
            </p:cNvPr>
            <p:cNvSpPr>
              <a:spLocks noChangeAspect="1" noChangeArrowheads="1"/>
            </p:cNvSpPr>
            <p:nvPr/>
          </p:nvSpPr>
          <p:spPr bwMode="auto">
            <a:xfrm rot="5895381">
              <a:off x="5660232" y="5242720"/>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2" name="Oval 32">
              <a:extLst>
                <a:ext uri="{FF2B5EF4-FFF2-40B4-BE49-F238E27FC236}">
                  <a16:creationId xmlns:a16="http://schemas.microsoft.com/office/drawing/2014/main" id="{D774F2CE-5CC4-479C-BCCD-13A669FB7F58}"/>
                </a:ext>
              </a:extLst>
            </p:cNvPr>
            <p:cNvSpPr>
              <a:spLocks noChangeAspect="1" noChangeArrowheads="1"/>
            </p:cNvSpPr>
            <p:nvPr/>
          </p:nvSpPr>
          <p:spPr bwMode="auto">
            <a:xfrm rot="5895381">
              <a:off x="4638676" y="4098926"/>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3" name="Oval 33">
              <a:extLst>
                <a:ext uri="{FF2B5EF4-FFF2-40B4-BE49-F238E27FC236}">
                  <a16:creationId xmlns:a16="http://schemas.microsoft.com/office/drawing/2014/main" id="{21FA68B9-2E9B-4BEC-9800-C58542759BAE}"/>
                </a:ext>
              </a:extLst>
            </p:cNvPr>
            <p:cNvSpPr>
              <a:spLocks noChangeAspect="1" noChangeArrowheads="1"/>
            </p:cNvSpPr>
            <p:nvPr/>
          </p:nvSpPr>
          <p:spPr bwMode="auto">
            <a:xfrm rot="5895381">
              <a:off x="5867401" y="2393951"/>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4" name="Oval 34">
              <a:extLst>
                <a:ext uri="{FF2B5EF4-FFF2-40B4-BE49-F238E27FC236}">
                  <a16:creationId xmlns:a16="http://schemas.microsoft.com/office/drawing/2014/main" id="{79FF2B4C-86CE-4999-A6A6-20666CB5E80C}"/>
                </a:ext>
              </a:extLst>
            </p:cNvPr>
            <p:cNvSpPr>
              <a:spLocks noChangeAspect="1" noChangeArrowheads="1"/>
            </p:cNvSpPr>
            <p:nvPr/>
          </p:nvSpPr>
          <p:spPr bwMode="auto">
            <a:xfrm rot="5895381">
              <a:off x="6828633" y="4144170"/>
              <a:ext cx="58737"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5" name="Oval 35">
              <a:extLst>
                <a:ext uri="{FF2B5EF4-FFF2-40B4-BE49-F238E27FC236}">
                  <a16:creationId xmlns:a16="http://schemas.microsoft.com/office/drawing/2014/main" id="{D907A7D6-B8C3-4969-A024-0F297C2777A5}"/>
                </a:ext>
              </a:extLst>
            </p:cNvPr>
            <p:cNvSpPr>
              <a:spLocks noChangeAspect="1" noChangeArrowheads="1"/>
            </p:cNvSpPr>
            <p:nvPr/>
          </p:nvSpPr>
          <p:spPr bwMode="auto">
            <a:xfrm rot="5895381">
              <a:off x="5894389" y="4079876"/>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6" name="Oval 36">
              <a:extLst>
                <a:ext uri="{FF2B5EF4-FFF2-40B4-BE49-F238E27FC236}">
                  <a16:creationId xmlns:a16="http://schemas.microsoft.com/office/drawing/2014/main" id="{CAA8F282-9E88-4931-8602-BEC83CC81BA6}"/>
                </a:ext>
              </a:extLst>
            </p:cNvPr>
            <p:cNvSpPr>
              <a:spLocks noChangeAspect="1" noChangeArrowheads="1"/>
            </p:cNvSpPr>
            <p:nvPr/>
          </p:nvSpPr>
          <p:spPr bwMode="auto">
            <a:xfrm rot="5895381">
              <a:off x="7143751" y="3365501"/>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7" name="Oval 37">
              <a:extLst>
                <a:ext uri="{FF2B5EF4-FFF2-40B4-BE49-F238E27FC236}">
                  <a16:creationId xmlns:a16="http://schemas.microsoft.com/office/drawing/2014/main" id="{40B30352-0E7F-4973-ACB5-01F07D3C4558}"/>
                </a:ext>
              </a:extLst>
            </p:cNvPr>
            <p:cNvSpPr>
              <a:spLocks noChangeAspect="1" noChangeArrowheads="1"/>
            </p:cNvSpPr>
            <p:nvPr/>
          </p:nvSpPr>
          <p:spPr bwMode="auto">
            <a:xfrm rot="5895381">
              <a:off x="4611689" y="2346326"/>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8" name="Oval 38">
              <a:extLst>
                <a:ext uri="{FF2B5EF4-FFF2-40B4-BE49-F238E27FC236}">
                  <a16:creationId xmlns:a16="http://schemas.microsoft.com/office/drawing/2014/main" id="{EA57FE97-FBF0-4557-A0CE-774E34F3EF5F}"/>
                </a:ext>
              </a:extLst>
            </p:cNvPr>
            <p:cNvSpPr>
              <a:spLocks noChangeAspect="1" noChangeArrowheads="1"/>
            </p:cNvSpPr>
            <p:nvPr/>
          </p:nvSpPr>
          <p:spPr bwMode="auto">
            <a:xfrm rot="5895381">
              <a:off x="6784976" y="3273426"/>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9" name="Oval 39">
              <a:extLst>
                <a:ext uri="{FF2B5EF4-FFF2-40B4-BE49-F238E27FC236}">
                  <a16:creationId xmlns:a16="http://schemas.microsoft.com/office/drawing/2014/main" id="{80AAD648-3AA7-48E2-AE8E-35CC7C1E4ED2}"/>
                </a:ext>
              </a:extLst>
            </p:cNvPr>
            <p:cNvSpPr>
              <a:spLocks noChangeAspect="1" noChangeArrowheads="1"/>
            </p:cNvSpPr>
            <p:nvPr/>
          </p:nvSpPr>
          <p:spPr bwMode="auto">
            <a:xfrm rot="5895381">
              <a:off x="6641308" y="4718845"/>
              <a:ext cx="58737"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0" name="Oval 40">
              <a:extLst>
                <a:ext uri="{FF2B5EF4-FFF2-40B4-BE49-F238E27FC236}">
                  <a16:creationId xmlns:a16="http://schemas.microsoft.com/office/drawing/2014/main" id="{F7C8CAE2-8608-49EF-8EE9-7EB0F58949EE}"/>
                </a:ext>
              </a:extLst>
            </p:cNvPr>
            <p:cNvSpPr>
              <a:spLocks noChangeAspect="1" noChangeArrowheads="1"/>
            </p:cNvSpPr>
            <p:nvPr/>
          </p:nvSpPr>
          <p:spPr bwMode="auto">
            <a:xfrm rot="4777107">
              <a:off x="5022058" y="3534570"/>
              <a:ext cx="58737"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1" name="Oval 41">
              <a:extLst>
                <a:ext uri="{FF2B5EF4-FFF2-40B4-BE49-F238E27FC236}">
                  <a16:creationId xmlns:a16="http://schemas.microsoft.com/office/drawing/2014/main" id="{049E4DAA-2215-46F4-AE3B-A80C168997EC}"/>
                </a:ext>
              </a:extLst>
            </p:cNvPr>
            <p:cNvSpPr>
              <a:spLocks noChangeAspect="1" noChangeArrowheads="1"/>
            </p:cNvSpPr>
            <p:nvPr/>
          </p:nvSpPr>
          <p:spPr bwMode="auto">
            <a:xfrm rot="4777107">
              <a:off x="6175376" y="5254626"/>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2" name="Oval 42">
              <a:extLst>
                <a:ext uri="{FF2B5EF4-FFF2-40B4-BE49-F238E27FC236}">
                  <a16:creationId xmlns:a16="http://schemas.microsoft.com/office/drawing/2014/main" id="{E03DC9C1-A823-45FF-A163-88C2E7DB1DA7}"/>
                </a:ext>
              </a:extLst>
            </p:cNvPr>
            <p:cNvSpPr>
              <a:spLocks noChangeAspect="1" noChangeArrowheads="1"/>
            </p:cNvSpPr>
            <p:nvPr/>
          </p:nvSpPr>
          <p:spPr bwMode="auto">
            <a:xfrm rot="4777107">
              <a:off x="5870576" y="4873626"/>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3" name="Oval 43">
              <a:extLst>
                <a:ext uri="{FF2B5EF4-FFF2-40B4-BE49-F238E27FC236}">
                  <a16:creationId xmlns:a16="http://schemas.microsoft.com/office/drawing/2014/main" id="{7AA84E7F-7751-4026-B5C3-7EF10127D6EE}"/>
                </a:ext>
              </a:extLst>
            </p:cNvPr>
            <p:cNvSpPr>
              <a:spLocks noChangeAspect="1" noChangeArrowheads="1"/>
            </p:cNvSpPr>
            <p:nvPr/>
          </p:nvSpPr>
          <p:spPr bwMode="auto">
            <a:xfrm rot="4777107">
              <a:off x="4341019" y="3736182"/>
              <a:ext cx="58738"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4" name="Oval 44">
              <a:extLst>
                <a:ext uri="{FF2B5EF4-FFF2-40B4-BE49-F238E27FC236}">
                  <a16:creationId xmlns:a16="http://schemas.microsoft.com/office/drawing/2014/main" id="{E9501E61-85A3-4B51-BA7F-56F724C32BD7}"/>
                </a:ext>
              </a:extLst>
            </p:cNvPr>
            <p:cNvSpPr>
              <a:spLocks noChangeAspect="1" noChangeArrowheads="1"/>
            </p:cNvSpPr>
            <p:nvPr/>
          </p:nvSpPr>
          <p:spPr bwMode="auto">
            <a:xfrm rot="4777107">
              <a:off x="5237163" y="2776538"/>
              <a:ext cx="50800"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5" name="Oval 45">
              <a:extLst>
                <a:ext uri="{FF2B5EF4-FFF2-40B4-BE49-F238E27FC236}">
                  <a16:creationId xmlns:a16="http://schemas.microsoft.com/office/drawing/2014/main" id="{757DD27B-6A77-4D4D-9358-E78B9F570035}"/>
                </a:ext>
              </a:extLst>
            </p:cNvPr>
            <p:cNvSpPr>
              <a:spLocks noChangeAspect="1" noChangeArrowheads="1"/>
            </p:cNvSpPr>
            <p:nvPr/>
          </p:nvSpPr>
          <p:spPr bwMode="auto">
            <a:xfrm rot="4777107">
              <a:off x="5880101" y="4364038"/>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6" name="Oval 46">
              <a:extLst>
                <a:ext uri="{FF2B5EF4-FFF2-40B4-BE49-F238E27FC236}">
                  <a16:creationId xmlns:a16="http://schemas.microsoft.com/office/drawing/2014/main" id="{7F6FE8CB-C1AD-4A8F-A457-431B4A8C97BD}"/>
                </a:ext>
              </a:extLst>
            </p:cNvPr>
            <p:cNvSpPr>
              <a:spLocks noChangeAspect="1" noChangeArrowheads="1"/>
            </p:cNvSpPr>
            <p:nvPr/>
          </p:nvSpPr>
          <p:spPr bwMode="auto">
            <a:xfrm rot="4777107">
              <a:off x="4028282" y="3082132"/>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7" name="Oval 47">
              <a:extLst>
                <a:ext uri="{FF2B5EF4-FFF2-40B4-BE49-F238E27FC236}">
                  <a16:creationId xmlns:a16="http://schemas.microsoft.com/office/drawing/2014/main" id="{098278AA-9323-4ADE-8ED5-136FE870598D}"/>
                </a:ext>
              </a:extLst>
            </p:cNvPr>
            <p:cNvSpPr>
              <a:spLocks noChangeAspect="1" noChangeArrowheads="1"/>
            </p:cNvSpPr>
            <p:nvPr/>
          </p:nvSpPr>
          <p:spPr bwMode="auto">
            <a:xfrm rot="4777107">
              <a:off x="5461795" y="5049045"/>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8" name="Oval 48">
              <a:extLst>
                <a:ext uri="{FF2B5EF4-FFF2-40B4-BE49-F238E27FC236}">
                  <a16:creationId xmlns:a16="http://schemas.microsoft.com/office/drawing/2014/main" id="{59459CF3-1A92-4C46-97A8-8433F098C3D4}"/>
                </a:ext>
              </a:extLst>
            </p:cNvPr>
            <p:cNvSpPr>
              <a:spLocks noChangeAspect="1" noChangeArrowheads="1"/>
            </p:cNvSpPr>
            <p:nvPr/>
          </p:nvSpPr>
          <p:spPr bwMode="auto">
            <a:xfrm rot="4777107">
              <a:off x="6827838" y="4756151"/>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
        <p:nvSpPr>
          <p:cNvPr id="276529" name="Text Box 49">
            <a:extLst>
              <a:ext uri="{FF2B5EF4-FFF2-40B4-BE49-F238E27FC236}">
                <a16:creationId xmlns:a16="http://schemas.microsoft.com/office/drawing/2014/main" id="{B7049CA8-B74F-498D-A7B7-E78EE64A8DCB}"/>
              </a:ext>
            </a:extLst>
          </p:cNvPr>
          <p:cNvSpPr txBox="1">
            <a:spLocks noChangeArrowheads="1"/>
          </p:cNvSpPr>
          <p:nvPr/>
        </p:nvSpPr>
        <p:spPr bwMode="auto">
          <a:xfrm>
            <a:off x="7010400" y="1676401"/>
            <a:ext cx="32004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zh-CN" sz="2000" b="1" i="1">
                <a:ea typeface="宋体" panose="02010600030101010101" pitchFamily="2" charset="-122"/>
              </a:rPr>
              <a:t>f</a:t>
            </a:r>
            <a:r>
              <a:rPr lang="en-US" altLang="zh-CN" sz="2000" i="1">
                <a:ea typeface="宋体" panose="02010600030101010101" pitchFamily="2" charset="-122"/>
              </a:rPr>
              <a:t>(</a:t>
            </a:r>
            <a:r>
              <a:rPr lang="en-US" altLang="zh-CN" sz="2000" b="1" i="1">
                <a:ea typeface="宋体" panose="02010600030101010101" pitchFamily="2" charset="-122"/>
              </a:rPr>
              <a:t>x</a:t>
            </a:r>
            <a:r>
              <a:rPr lang="en-US" altLang="zh-CN" sz="2000" i="1">
                <a:ea typeface="宋体" panose="02010600030101010101" pitchFamily="2" charset="-122"/>
              </a:rPr>
              <a:t>,</a:t>
            </a:r>
            <a:r>
              <a:rPr lang="en-US" altLang="zh-CN" sz="2000" b="1" i="1">
                <a:solidFill>
                  <a:srgbClr val="00CC00"/>
                </a:solidFill>
                <a:ea typeface="宋体" panose="02010600030101010101" pitchFamily="2" charset="-122"/>
              </a:rPr>
              <a:t>w</a:t>
            </a:r>
            <a:r>
              <a:rPr lang="en-US" altLang="zh-CN" sz="2000" i="1">
                <a:solidFill>
                  <a:srgbClr val="00CC00"/>
                </a:solidFill>
                <a:ea typeface="宋体" panose="02010600030101010101" pitchFamily="2" charset="-122"/>
              </a:rPr>
              <a:t>,b</a:t>
            </a:r>
            <a:r>
              <a:rPr lang="en-US" altLang="zh-CN" sz="2000" i="1">
                <a:ea typeface="宋体" panose="02010600030101010101" pitchFamily="2" charset="-122"/>
              </a:rPr>
              <a:t>) = sign(</a:t>
            </a:r>
            <a:r>
              <a:rPr lang="en-US" altLang="zh-CN" sz="2000" b="1" i="1">
                <a:solidFill>
                  <a:srgbClr val="00CC00"/>
                </a:solidFill>
                <a:ea typeface="宋体" panose="02010600030101010101" pitchFamily="2" charset="-122"/>
              </a:rPr>
              <a:t>w</a:t>
            </a:r>
            <a:r>
              <a:rPr lang="en-US" altLang="zh-CN" sz="2000" b="1" i="1">
                <a:ea typeface="宋体" panose="02010600030101010101" pitchFamily="2" charset="-122"/>
              </a:rPr>
              <a:t>. x</a:t>
            </a:r>
            <a:r>
              <a:rPr lang="en-US" altLang="zh-CN" sz="2000" i="1">
                <a:solidFill>
                  <a:srgbClr val="00CC00"/>
                </a:solidFill>
                <a:ea typeface="宋体" panose="02010600030101010101" pitchFamily="2" charset="-122"/>
              </a:rPr>
              <a:t> </a:t>
            </a:r>
            <a:r>
              <a:rPr lang="en-US" altLang="zh-CN" sz="2000" i="1">
                <a:ea typeface="宋体" panose="02010600030101010101" pitchFamily="2" charset="-122"/>
              </a:rPr>
              <a:t>- </a:t>
            </a:r>
            <a:r>
              <a:rPr lang="en-US" altLang="zh-CN" sz="2000" i="1">
                <a:solidFill>
                  <a:srgbClr val="00CC00"/>
                </a:solidFill>
                <a:ea typeface="宋体" panose="02010600030101010101" pitchFamily="2" charset="-122"/>
              </a:rPr>
              <a:t>b</a:t>
            </a:r>
            <a:r>
              <a:rPr lang="en-US" altLang="zh-CN" sz="2000" i="1">
                <a:ea typeface="宋体" panose="02010600030101010101" pitchFamily="2" charset="-122"/>
              </a:rPr>
              <a:t>)</a:t>
            </a:r>
          </a:p>
        </p:txBody>
      </p:sp>
      <p:sp>
        <p:nvSpPr>
          <p:cNvPr id="276530" name="Text Box 50">
            <a:extLst>
              <a:ext uri="{FF2B5EF4-FFF2-40B4-BE49-F238E27FC236}">
                <a16:creationId xmlns:a16="http://schemas.microsoft.com/office/drawing/2014/main" id="{E78E5CD1-2F7F-43D2-A9A0-13EFEC068560}"/>
              </a:ext>
            </a:extLst>
          </p:cNvPr>
          <p:cNvSpPr txBox="1">
            <a:spLocks noChangeArrowheads="1"/>
          </p:cNvSpPr>
          <p:nvPr/>
        </p:nvSpPr>
        <p:spPr bwMode="auto">
          <a:xfrm>
            <a:off x="7772400" y="3200401"/>
            <a:ext cx="2438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endParaRPr lang="zh-CN" altLang="en-US" sz="2000">
              <a:ea typeface="宋体" panose="02010600030101010101" pitchFamily="2" charset="-122"/>
            </a:endParaRPr>
          </a:p>
        </p:txBody>
      </p:sp>
      <p:sp>
        <p:nvSpPr>
          <p:cNvPr id="276531" name="Text Box 51">
            <a:extLst>
              <a:ext uri="{FF2B5EF4-FFF2-40B4-BE49-F238E27FC236}">
                <a16:creationId xmlns:a16="http://schemas.microsoft.com/office/drawing/2014/main" id="{A3E4EF06-A31C-4D7D-9DC6-3A28E1BE1201}"/>
              </a:ext>
            </a:extLst>
          </p:cNvPr>
          <p:cNvSpPr txBox="1">
            <a:spLocks noChangeArrowheads="1"/>
          </p:cNvSpPr>
          <p:nvPr/>
        </p:nvSpPr>
        <p:spPr bwMode="auto">
          <a:xfrm>
            <a:off x="8724900" y="2930756"/>
            <a:ext cx="22098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zh-TW" altLang="en-US" sz="2000" dirty="0">
                <a:latin typeface="思源黑體 Normal" panose="020B0400000000000000" pitchFamily="34" charset="-120"/>
                <a:ea typeface="思源黑體 Normal" panose="020B0400000000000000" pitchFamily="34" charset="-120"/>
              </a:rPr>
              <a:t>怎麼分比較好？</a:t>
            </a:r>
            <a:endParaRPr lang="en-US" altLang="zh-CN" sz="2000" dirty="0">
              <a:latin typeface="思源黑體 Normal" panose="020B0400000000000000" pitchFamily="34" charset="-120"/>
              <a:ea typeface="思源黑體 Normal" panose="020B0400000000000000" pitchFamily="34" charset="-120"/>
            </a:endParaRPr>
          </a:p>
        </p:txBody>
      </p:sp>
      <p:sp>
        <p:nvSpPr>
          <p:cNvPr id="276532" name="Text Box 52">
            <a:extLst>
              <a:ext uri="{FF2B5EF4-FFF2-40B4-BE49-F238E27FC236}">
                <a16:creationId xmlns:a16="http://schemas.microsoft.com/office/drawing/2014/main" id="{51CEDE97-3B2A-48E2-B89E-DF72A52157CB}"/>
              </a:ext>
            </a:extLst>
          </p:cNvPr>
          <p:cNvSpPr txBox="1">
            <a:spLocks noChangeArrowheads="1"/>
          </p:cNvSpPr>
          <p:nvPr/>
        </p:nvSpPr>
        <p:spPr bwMode="auto">
          <a:xfrm>
            <a:off x="8975725" y="414338"/>
            <a:ext cx="12427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ea typeface="宋体" panose="02010600030101010101" pitchFamily="2" charset="-122"/>
              </a:rPr>
              <a:t>Estimation:</a:t>
            </a:r>
          </a:p>
        </p:txBody>
      </p:sp>
      <p:sp>
        <p:nvSpPr>
          <p:cNvPr id="276533" name="Text Box 53">
            <a:extLst>
              <a:ext uri="{FF2B5EF4-FFF2-40B4-BE49-F238E27FC236}">
                <a16:creationId xmlns:a16="http://schemas.microsoft.com/office/drawing/2014/main" id="{9DC3E78C-B9E5-48BB-BF11-EF0F4D36D079}"/>
              </a:ext>
            </a:extLst>
          </p:cNvPr>
          <p:cNvSpPr txBox="1">
            <a:spLocks noChangeArrowheads="1"/>
          </p:cNvSpPr>
          <p:nvPr/>
        </p:nvSpPr>
        <p:spPr bwMode="auto">
          <a:xfrm>
            <a:off x="8785608" y="2158664"/>
            <a:ext cx="175336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ea typeface="宋体" panose="02010600030101010101" pitchFamily="2" charset="-122"/>
              </a:rPr>
              <a:t>w</a:t>
            </a:r>
            <a:r>
              <a:rPr lang="en-US" altLang="zh-CN" dirty="0">
                <a:ea typeface="宋体" panose="02010600030101010101" pitchFamily="2" charset="-122"/>
              </a:rPr>
              <a:t>: weight vector</a:t>
            </a:r>
          </a:p>
          <a:p>
            <a:r>
              <a:rPr lang="en-US" altLang="zh-CN" b="1" dirty="0">
                <a:ea typeface="宋体" panose="02010600030101010101" pitchFamily="2" charset="-122"/>
              </a:rPr>
              <a:t>x</a:t>
            </a:r>
            <a:r>
              <a:rPr lang="en-US" altLang="zh-CN" dirty="0">
                <a:ea typeface="宋体" panose="02010600030101010101" pitchFamily="2" charset="-122"/>
              </a:rPr>
              <a:t>: data vector</a:t>
            </a:r>
          </a:p>
        </p:txBody>
      </p:sp>
      <p:sp>
        <p:nvSpPr>
          <p:cNvPr id="3" name="標題 2">
            <a:extLst>
              <a:ext uri="{FF2B5EF4-FFF2-40B4-BE49-F238E27FC236}">
                <a16:creationId xmlns:a16="http://schemas.microsoft.com/office/drawing/2014/main" id="{9B643E8D-0C78-4FCD-8207-5CD71C5930CF}"/>
              </a:ext>
            </a:extLst>
          </p:cNvPr>
          <p:cNvSpPr>
            <a:spLocks noGrp="1"/>
          </p:cNvSpPr>
          <p:nvPr>
            <p:ph type="title"/>
          </p:nvPr>
        </p:nvSpPr>
        <p:spPr/>
        <p:txBody>
          <a:bodyPr/>
          <a:lstStyle/>
          <a:p>
            <a:r>
              <a:rPr lang="zh-TW" altLang="en-US" dirty="0"/>
              <a:t>線性可分問題</a:t>
            </a:r>
          </a:p>
        </p:txBody>
      </p:sp>
      <p:sp>
        <p:nvSpPr>
          <p:cNvPr id="54" name="Line 50">
            <a:extLst>
              <a:ext uri="{FF2B5EF4-FFF2-40B4-BE49-F238E27FC236}">
                <a16:creationId xmlns:a16="http://schemas.microsoft.com/office/drawing/2014/main" id="{114481E1-00D9-457D-8550-397EFDD68648}"/>
              </a:ext>
            </a:extLst>
          </p:cNvPr>
          <p:cNvSpPr>
            <a:spLocks noChangeShapeType="1"/>
          </p:cNvSpPr>
          <p:nvPr/>
        </p:nvSpPr>
        <p:spPr bwMode="auto">
          <a:xfrm flipV="1">
            <a:off x="2961674" y="2549164"/>
            <a:ext cx="3808199" cy="361931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TW" altLang="en-US"/>
          </a:p>
        </p:txBody>
      </p:sp>
      <p:sp>
        <p:nvSpPr>
          <p:cNvPr id="55" name="Line 50">
            <a:extLst>
              <a:ext uri="{FF2B5EF4-FFF2-40B4-BE49-F238E27FC236}">
                <a16:creationId xmlns:a16="http://schemas.microsoft.com/office/drawing/2014/main" id="{75095EAD-0785-45B4-93EF-C15E37967C65}"/>
              </a:ext>
            </a:extLst>
          </p:cNvPr>
          <p:cNvSpPr>
            <a:spLocks noChangeShapeType="1"/>
          </p:cNvSpPr>
          <p:nvPr/>
        </p:nvSpPr>
        <p:spPr bwMode="auto">
          <a:xfrm flipV="1">
            <a:off x="2613005" y="2470148"/>
            <a:ext cx="4719783" cy="3194143"/>
          </a:xfrm>
          <a:prstGeom prst="line">
            <a:avLst/>
          </a:prstGeom>
          <a:ln w="28575">
            <a:solidFill>
              <a:srgbClr val="FF0000"/>
            </a:solidFill>
            <a:headEnd/>
            <a:tailEn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0">
            <a:schemeClr val="accent2"/>
          </a:fillRef>
          <a:effectRef idx="0">
            <a:schemeClr val="accent2"/>
          </a:effectRef>
          <a:fontRef idx="minor">
            <a:schemeClr val="tx1"/>
          </a:fontRef>
        </p:style>
        <p:txBody>
          <a:bodyPr wrap="square" anchor="ctr">
            <a:spAutoFit/>
          </a:bodyPr>
          <a:lstStyle/>
          <a:p>
            <a:endParaRPr lang="zh-TW" altLang="en-US"/>
          </a:p>
        </p:txBody>
      </p:sp>
      <p:sp>
        <p:nvSpPr>
          <p:cNvPr id="56" name="Line 50">
            <a:extLst>
              <a:ext uri="{FF2B5EF4-FFF2-40B4-BE49-F238E27FC236}">
                <a16:creationId xmlns:a16="http://schemas.microsoft.com/office/drawing/2014/main" id="{612A3539-DC97-4450-9D00-37C2342FDF24}"/>
              </a:ext>
            </a:extLst>
          </p:cNvPr>
          <p:cNvSpPr>
            <a:spLocks noChangeShapeType="1"/>
          </p:cNvSpPr>
          <p:nvPr/>
        </p:nvSpPr>
        <p:spPr bwMode="auto">
          <a:xfrm flipV="1">
            <a:off x="3777770" y="2087563"/>
            <a:ext cx="2260994" cy="4202399"/>
          </a:xfrm>
          <a:prstGeom prst="line">
            <a:avLst/>
          </a:prstGeom>
          <a:ln w="28575">
            <a:solidFill>
              <a:srgbClr val="00B050"/>
            </a:solidFill>
            <a:headEnd/>
            <a:tailEn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0">
            <a:schemeClr val="accent2"/>
          </a:fillRef>
          <a:effectRef idx="0">
            <a:schemeClr val="accent2"/>
          </a:effectRef>
          <a:fontRef idx="minor">
            <a:schemeClr val="tx1"/>
          </a:fontRef>
        </p:style>
        <p:txBody>
          <a:bodyPr wrap="square" anchor="ctr">
            <a:spAutoFit/>
          </a:bodyPr>
          <a:lstStyle/>
          <a:p>
            <a:endParaRPr lang="zh-TW" altLang="en-US"/>
          </a:p>
        </p:txBody>
      </p:sp>
    </p:spTree>
    <p:extLst>
      <p:ext uri="{BB962C8B-B14F-4D97-AF65-F5344CB8AC3E}">
        <p14:creationId xmlns:p14="http://schemas.microsoft.com/office/powerpoint/2010/main" val="15612271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circle(in)">
                                      <p:cBhvr>
                                        <p:cTn id="7" dur="20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54"/>
                                        </p:tgtEl>
                                        <p:attrNameLst>
                                          <p:attrName>style.visibility</p:attrName>
                                        </p:attrNameLst>
                                      </p:cBhvr>
                                      <p:to>
                                        <p:strVal val="hidden"/>
                                      </p:to>
                                    </p:set>
                                  </p:childTnLst>
                                </p:cTn>
                              </p:par>
                            </p:childTnLst>
                          </p:cTn>
                        </p:par>
                        <p:par>
                          <p:cTn id="12" fill="hold">
                            <p:stCondLst>
                              <p:cond delay="0"/>
                            </p:stCondLst>
                            <p:childTnLst>
                              <p:par>
                                <p:cTn id="13" presetID="14" presetClass="entr" presetSubtype="10" fill="hold" grpId="0" nodeType="afterEffect">
                                  <p:stCondLst>
                                    <p:cond delay="500"/>
                                  </p:stCondLst>
                                  <p:childTnLst>
                                    <p:set>
                                      <p:cBhvr>
                                        <p:cTn id="14" dur="1" fill="hold">
                                          <p:stCondLst>
                                            <p:cond delay="0"/>
                                          </p:stCondLst>
                                        </p:cTn>
                                        <p:tgtEl>
                                          <p:spTgt spid="55"/>
                                        </p:tgtEl>
                                        <p:attrNameLst>
                                          <p:attrName>style.visibility</p:attrName>
                                        </p:attrNameLst>
                                      </p:cBhvr>
                                      <p:to>
                                        <p:strVal val="visible"/>
                                      </p:to>
                                    </p:set>
                                    <p:animEffect transition="in" filter="randombar(horizontal)">
                                      <p:cBhvr>
                                        <p:cTn id="15" dur="500"/>
                                        <p:tgtEl>
                                          <p:spTgt spid="5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xit" presetSubtype="4" fill="hold" grpId="1" nodeType="clickEffect">
                                  <p:stCondLst>
                                    <p:cond delay="0"/>
                                  </p:stCondLst>
                                  <p:childTnLst>
                                    <p:animEffect transition="out" filter="wipe(down)">
                                      <p:cBhvr>
                                        <p:cTn id="19" dur="500"/>
                                        <p:tgtEl>
                                          <p:spTgt spid="55"/>
                                        </p:tgtEl>
                                      </p:cBhvr>
                                    </p:animEffect>
                                    <p:set>
                                      <p:cBhvr>
                                        <p:cTn id="20" dur="1" fill="hold">
                                          <p:stCondLst>
                                            <p:cond delay="499"/>
                                          </p:stCondLst>
                                        </p:cTn>
                                        <p:tgtEl>
                                          <p:spTgt spid="55"/>
                                        </p:tgtEl>
                                        <p:attrNameLst>
                                          <p:attrName>style.visibility</p:attrName>
                                        </p:attrNameLst>
                                      </p:cBhvr>
                                      <p:to>
                                        <p:strVal val="hidden"/>
                                      </p:to>
                                    </p:set>
                                  </p:childTnLst>
                                </p:cTn>
                              </p:par>
                            </p:childTnLst>
                          </p:cTn>
                        </p:par>
                        <p:par>
                          <p:cTn id="21" fill="hold">
                            <p:stCondLst>
                              <p:cond delay="500"/>
                            </p:stCondLst>
                            <p:childTnLst>
                              <p:par>
                                <p:cTn id="22" presetID="45" presetClass="entr" presetSubtype="0" fill="hold" grpId="0" nodeType="afterEffect">
                                  <p:stCondLst>
                                    <p:cond delay="500"/>
                                  </p:stCondLst>
                                  <p:childTnLst>
                                    <p:set>
                                      <p:cBhvr>
                                        <p:cTn id="23" dur="1" fill="hold">
                                          <p:stCondLst>
                                            <p:cond delay="0"/>
                                          </p:stCondLst>
                                        </p:cTn>
                                        <p:tgtEl>
                                          <p:spTgt spid="56"/>
                                        </p:tgtEl>
                                        <p:attrNameLst>
                                          <p:attrName>style.visibility</p:attrName>
                                        </p:attrNameLst>
                                      </p:cBhvr>
                                      <p:to>
                                        <p:strVal val="visible"/>
                                      </p:to>
                                    </p:set>
                                    <p:animEffect transition="in" filter="fade">
                                      <p:cBhvr>
                                        <p:cTn id="24" dur="2000"/>
                                        <p:tgtEl>
                                          <p:spTgt spid="56"/>
                                        </p:tgtEl>
                                      </p:cBhvr>
                                    </p:animEffect>
                                    <p:anim calcmode="lin" valueType="num">
                                      <p:cBhvr>
                                        <p:cTn id="25" dur="2000" fill="hold"/>
                                        <p:tgtEl>
                                          <p:spTgt spid="56"/>
                                        </p:tgtEl>
                                        <p:attrNameLst>
                                          <p:attrName>ppt_w</p:attrName>
                                        </p:attrNameLst>
                                      </p:cBhvr>
                                      <p:tavLst>
                                        <p:tav tm="0" fmla="#ppt_w*sin(2.5*pi*$)">
                                          <p:val>
                                            <p:fltVal val="0"/>
                                          </p:val>
                                        </p:tav>
                                        <p:tav tm="100000">
                                          <p:val>
                                            <p:fltVal val="1"/>
                                          </p:val>
                                        </p:tav>
                                      </p:tavLst>
                                    </p:anim>
                                    <p:anim calcmode="lin" valueType="num">
                                      <p:cBhvr>
                                        <p:cTn id="26" dur="2000" fill="hold"/>
                                        <p:tgtEl>
                                          <p:spTgt spid="5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4" grpId="1" animBg="1"/>
      <p:bldP spid="55" grpId="0" animBg="1"/>
      <p:bldP spid="55" grpId="1" animBg="1"/>
      <p:bldP spid="5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3" name="Rectangle 3">
            <a:extLst>
              <a:ext uri="{FF2B5EF4-FFF2-40B4-BE49-F238E27FC236}">
                <a16:creationId xmlns:a16="http://schemas.microsoft.com/office/drawing/2014/main" id="{ED9618AA-5807-4B8F-94E1-97EAA51F10AD}"/>
              </a:ext>
            </a:extLst>
          </p:cNvPr>
          <p:cNvSpPr>
            <a:spLocks noChangeArrowheads="1"/>
          </p:cNvSpPr>
          <p:nvPr/>
        </p:nvSpPr>
        <p:spPr bwMode="auto">
          <a:xfrm>
            <a:off x="6858000" y="776288"/>
            <a:ext cx="1600200" cy="654050"/>
          </a:xfrm>
          <a:prstGeom prst="rect">
            <a:avLst/>
          </a:prstGeom>
          <a:solidFill>
            <a:srgbClr val="FF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buClr>
                <a:schemeClr val="tx1"/>
              </a:buClr>
            </a:pPr>
            <a:r>
              <a:rPr lang="en-US" altLang="zh-CN" sz="3600" i="1">
                <a:ea typeface="宋体" panose="02010600030101010101" pitchFamily="2" charset="-122"/>
              </a:rPr>
              <a:t>f </a:t>
            </a:r>
            <a:r>
              <a:rPr lang="en-US" altLang="zh-CN" sz="2000">
                <a:ea typeface="宋体" panose="02010600030101010101" pitchFamily="2" charset="-122"/>
              </a:rPr>
              <a:t>        </a:t>
            </a:r>
          </a:p>
        </p:txBody>
      </p:sp>
      <p:sp>
        <p:nvSpPr>
          <p:cNvPr id="276484" name="Line 4">
            <a:extLst>
              <a:ext uri="{FF2B5EF4-FFF2-40B4-BE49-F238E27FC236}">
                <a16:creationId xmlns:a16="http://schemas.microsoft.com/office/drawing/2014/main" id="{B4B9F108-F30C-463D-BD7D-CA801E8507FC}"/>
              </a:ext>
            </a:extLst>
          </p:cNvPr>
          <p:cNvSpPr>
            <a:spLocks noChangeShapeType="1"/>
          </p:cNvSpPr>
          <p:nvPr/>
        </p:nvSpPr>
        <p:spPr bwMode="auto">
          <a:xfrm>
            <a:off x="5486400" y="1066800"/>
            <a:ext cx="1371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TW" altLang="en-US"/>
          </a:p>
        </p:txBody>
      </p:sp>
      <p:sp>
        <p:nvSpPr>
          <p:cNvPr id="276485" name="Text Box 5">
            <a:extLst>
              <a:ext uri="{FF2B5EF4-FFF2-40B4-BE49-F238E27FC236}">
                <a16:creationId xmlns:a16="http://schemas.microsoft.com/office/drawing/2014/main" id="{9F6B145E-E934-47F4-AF69-E1681A9FA119}"/>
              </a:ext>
            </a:extLst>
          </p:cNvPr>
          <p:cNvSpPr txBox="1">
            <a:spLocks noChangeArrowheads="1"/>
          </p:cNvSpPr>
          <p:nvPr/>
        </p:nvSpPr>
        <p:spPr bwMode="auto">
          <a:xfrm>
            <a:off x="5029200" y="762001"/>
            <a:ext cx="60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zh-CN" sz="2800" b="1" i="1">
                <a:ea typeface="宋体" panose="02010600030101010101" pitchFamily="2" charset="-122"/>
              </a:rPr>
              <a:t>x</a:t>
            </a:r>
          </a:p>
        </p:txBody>
      </p:sp>
      <p:sp>
        <p:nvSpPr>
          <p:cNvPr id="276488" name="Line 8">
            <a:extLst>
              <a:ext uri="{FF2B5EF4-FFF2-40B4-BE49-F238E27FC236}">
                <a16:creationId xmlns:a16="http://schemas.microsoft.com/office/drawing/2014/main" id="{EC40806C-4D70-4391-9775-F70A362B09C3}"/>
              </a:ext>
            </a:extLst>
          </p:cNvPr>
          <p:cNvSpPr>
            <a:spLocks noChangeShapeType="1"/>
          </p:cNvSpPr>
          <p:nvPr/>
        </p:nvSpPr>
        <p:spPr bwMode="auto">
          <a:xfrm>
            <a:off x="8458200" y="1066800"/>
            <a:ext cx="1371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TW" altLang="en-US"/>
          </a:p>
        </p:txBody>
      </p:sp>
      <p:sp>
        <p:nvSpPr>
          <p:cNvPr id="276489" name="Text Box 9">
            <a:extLst>
              <a:ext uri="{FF2B5EF4-FFF2-40B4-BE49-F238E27FC236}">
                <a16:creationId xmlns:a16="http://schemas.microsoft.com/office/drawing/2014/main" id="{56212D47-8D95-47FB-9A82-E45DF9D97323}"/>
              </a:ext>
            </a:extLst>
          </p:cNvPr>
          <p:cNvSpPr txBox="1">
            <a:spLocks noChangeArrowheads="1"/>
          </p:cNvSpPr>
          <p:nvPr/>
        </p:nvSpPr>
        <p:spPr bwMode="auto">
          <a:xfrm>
            <a:off x="9829800" y="838200"/>
            <a:ext cx="8382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chemeClr val="tx1"/>
              </a:buClr>
            </a:pPr>
            <a:r>
              <a:rPr lang="en-US" altLang="zh-CN" sz="3200">
                <a:ea typeface="宋体" panose="02010600030101010101" pitchFamily="2" charset="-122"/>
              </a:rPr>
              <a:t>y</a:t>
            </a:r>
            <a:r>
              <a:rPr lang="en-US" altLang="zh-CN" sz="3200" baseline="30000">
                <a:ea typeface="宋体" panose="02010600030101010101" pitchFamily="2" charset="-122"/>
              </a:rPr>
              <a:t>est</a:t>
            </a:r>
          </a:p>
        </p:txBody>
      </p:sp>
      <p:grpSp>
        <p:nvGrpSpPr>
          <p:cNvPr id="4" name="群組 3">
            <a:extLst>
              <a:ext uri="{FF2B5EF4-FFF2-40B4-BE49-F238E27FC236}">
                <a16:creationId xmlns:a16="http://schemas.microsoft.com/office/drawing/2014/main" id="{7B47B7D1-F326-4441-A17A-F76F4ED92AB8}"/>
              </a:ext>
            </a:extLst>
          </p:cNvPr>
          <p:cNvGrpSpPr/>
          <p:nvPr/>
        </p:nvGrpSpPr>
        <p:grpSpPr>
          <a:xfrm>
            <a:off x="920936" y="1905001"/>
            <a:ext cx="1234754" cy="854075"/>
            <a:chOff x="2362200" y="1905001"/>
            <a:chExt cx="1234754" cy="854075"/>
          </a:xfrm>
        </p:grpSpPr>
        <p:sp>
          <p:nvSpPr>
            <p:cNvPr id="276490" name="Text Box 10">
              <a:extLst>
                <a:ext uri="{FF2B5EF4-FFF2-40B4-BE49-F238E27FC236}">
                  <a16:creationId xmlns:a16="http://schemas.microsoft.com/office/drawing/2014/main" id="{36E9C90D-BC59-4EDE-B311-14B7F05370E8}"/>
                </a:ext>
              </a:extLst>
            </p:cNvPr>
            <p:cNvSpPr txBox="1">
              <a:spLocks noChangeArrowheads="1"/>
            </p:cNvSpPr>
            <p:nvPr/>
          </p:nvSpPr>
          <p:spPr bwMode="auto">
            <a:xfrm>
              <a:off x="2362200" y="1905001"/>
              <a:ext cx="1234754"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Clr>
                  <a:schemeClr val="tx1"/>
                </a:buClr>
              </a:pPr>
              <a:r>
                <a:rPr lang="zh-TW" altLang="en-US" sz="2000" dirty="0">
                  <a:latin typeface="思源黑體 Normal" panose="020B0400000000000000" pitchFamily="34" charset="-120"/>
                  <a:ea typeface="思源黑體 Normal" panose="020B0400000000000000" pitchFamily="34" charset="-120"/>
                </a:rPr>
                <a:t>  表示</a:t>
              </a:r>
              <a:r>
                <a:rPr lang="en-US" altLang="zh-CN" sz="2000" dirty="0">
                  <a:latin typeface="思源黑體 Normal" panose="020B0400000000000000" pitchFamily="34" charset="-120"/>
                  <a:ea typeface="思源黑體 Normal" panose="020B0400000000000000" pitchFamily="34" charset="-120"/>
                </a:rPr>
                <a:t> +1</a:t>
              </a:r>
            </a:p>
            <a:p>
              <a:pPr>
                <a:spcBef>
                  <a:spcPct val="50000"/>
                </a:spcBef>
                <a:buClr>
                  <a:schemeClr val="tx1"/>
                </a:buClr>
              </a:pPr>
              <a:r>
                <a:rPr lang="zh-TW" altLang="en-US" sz="2000" dirty="0">
                  <a:latin typeface="思源黑體 Normal" panose="020B0400000000000000" pitchFamily="34" charset="-120"/>
                  <a:ea typeface="思源黑體 Normal" panose="020B0400000000000000" pitchFamily="34" charset="-120"/>
                </a:rPr>
                <a:t>  表示</a:t>
              </a:r>
              <a:r>
                <a:rPr lang="en-US" altLang="zh-CN" sz="2000" dirty="0">
                  <a:latin typeface="思源黑體 Normal" panose="020B0400000000000000" pitchFamily="34" charset="-120"/>
                  <a:ea typeface="思源黑體 Normal" panose="020B0400000000000000" pitchFamily="34" charset="-120"/>
                </a:rPr>
                <a:t>-1</a:t>
              </a:r>
            </a:p>
          </p:txBody>
        </p:sp>
        <p:sp>
          <p:nvSpPr>
            <p:cNvPr id="276491" name="Oval 11">
              <a:extLst>
                <a:ext uri="{FF2B5EF4-FFF2-40B4-BE49-F238E27FC236}">
                  <a16:creationId xmlns:a16="http://schemas.microsoft.com/office/drawing/2014/main" id="{D894CA6A-45FF-4C93-BDE0-2B7E99E897C0}"/>
                </a:ext>
              </a:extLst>
            </p:cNvPr>
            <p:cNvSpPr>
              <a:spLocks noChangeAspect="1" noChangeArrowheads="1"/>
            </p:cNvSpPr>
            <p:nvPr/>
          </p:nvSpPr>
          <p:spPr bwMode="auto">
            <a:xfrm rot="4777107">
              <a:off x="2439194" y="2056607"/>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492" name="Oval 12">
              <a:extLst>
                <a:ext uri="{FF2B5EF4-FFF2-40B4-BE49-F238E27FC236}">
                  <a16:creationId xmlns:a16="http://schemas.microsoft.com/office/drawing/2014/main" id="{3A107EE4-4316-48EB-A2F3-07199AEEB3E8}"/>
                </a:ext>
              </a:extLst>
            </p:cNvPr>
            <p:cNvSpPr>
              <a:spLocks noChangeAspect="1" noChangeArrowheads="1"/>
            </p:cNvSpPr>
            <p:nvPr/>
          </p:nvSpPr>
          <p:spPr bwMode="auto">
            <a:xfrm rot="5895381">
              <a:off x="2439988" y="2513013"/>
              <a:ext cx="50800"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nvGrpSpPr>
          <p:cNvPr id="5" name="群組 4">
            <a:extLst>
              <a:ext uri="{FF2B5EF4-FFF2-40B4-BE49-F238E27FC236}">
                <a16:creationId xmlns:a16="http://schemas.microsoft.com/office/drawing/2014/main" id="{335E9021-DEBB-4EB4-BBA2-89A3BD9DB6D8}"/>
              </a:ext>
            </a:extLst>
          </p:cNvPr>
          <p:cNvGrpSpPr/>
          <p:nvPr/>
        </p:nvGrpSpPr>
        <p:grpSpPr>
          <a:xfrm>
            <a:off x="2900218" y="2209800"/>
            <a:ext cx="4719782" cy="4080164"/>
            <a:chOff x="3962400" y="2209800"/>
            <a:chExt cx="3657600" cy="3505200"/>
          </a:xfrm>
        </p:grpSpPr>
        <p:sp>
          <p:nvSpPr>
            <p:cNvPr id="276493" name="Line 13">
              <a:extLst>
                <a:ext uri="{FF2B5EF4-FFF2-40B4-BE49-F238E27FC236}">
                  <a16:creationId xmlns:a16="http://schemas.microsoft.com/office/drawing/2014/main" id="{3D6419DB-7937-4CA2-9B94-561EDCCF0ADA}"/>
                </a:ext>
              </a:extLst>
            </p:cNvPr>
            <p:cNvSpPr>
              <a:spLocks noChangeShapeType="1"/>
            </p:cNvSpPr>
            <p:nvPr/>
          </p:nvSpPr>
          <p:spPr bwMode="auto">
            <a:xfrm>
              <a:off x="4114800" y="2209800"/>
              <a:ext cx="0" cy="350520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TW" altLang="en-US"/>
            </a:p>
          </p:txBody>
        </p:sp>
        <p:sp>
          <p:nvSpPr>
            <p:cNvPr id="276494" name="Line 14">
              <a:extLst>
                <a:ext uri="{FF2B5EF4-FFF2-40B4-BE49-F238E27FC236}">
                  <a16:creationId xmlns:a16="http://schemas.microsoft.com/office/drawing/2014/main" id="{0E653673-FD3B-462A-A739-ADB656A2F3FF}"/>
                </a:ext>
              </a:extLst>
            </p:cNvPr>
            <p:cNvSpPr>
              <a:spLocks noChangeShapeType="1"/>
            </p:cNvSpPr>
            <p:nvPr/>
          </p:nvSpPr>
          <p:spPr bwMode="auto">
            <a:xfrm flipV="1">
              <a:off x="3962400" y="5562600"/>
              <a:ext cx="365760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TW" altLang="en-US"/>
            </a:p>
          </p:txBody>
        </p:sp>
        <p:sp>
          <p:nvSpPr>
            <p:cNvPr id="276495" name="Oval 15">
              <a:extLst>
                <a:ext uri="{FF2B5EF4-FFF2-40B4-BE49-F238E27FC236}">
                  <a16:creationId xmlns:a16="http://schemas.microsoft.com/office/drawing/2014/main" id="{FF7B3393-DDCE-494B-AFD8-7C7053749C9D}"/>
                </a:ext>
              </a:extLst>
            </p:cNvPr>
            <p:cNvSpPr>
              <a:spLocks noChangeAspect="1" noChangeArrowheads="1"/>
            </p:cNvSpPr>
            <p:nvPr/>
          </p:nvSpPr>
          <p:spPr bwMode="auto">
            <a:xfrm>
              <a:off x="5241926" y="5032376"/>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496" name="Oval 16">
              <a:extLst>
                <a:ext uri="{FF2B5EF4-FFF2-40B4-BE49-F238E27FC236}">
                  <a16:creationId xmlns:a16="http://schemas.microsoft.com/office/drawing/2014/main" id="{247EB7D1-187B-48A2-9662-D8295D582DED}"/>
                </a:ext>
              </a:extLst>
            </p:cNvPr>
            <p:cNvSpPr>
              <a:spLocks noChangeAspect="1" noChangeArrowheads="1"/>
            </p:cNvSpPr>
            <p:nvPr/>
          </p:nvSpPr>
          <p:spPr bwMode="auto">
            <a:xfrm>
              <a:off x="4010026" y="3903664"/>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497" name="Oval 17">
              <a:extLst>
                <a:ext uri="{FF2B5EF4-FFF2-40B4-BE49-F238E27FC236}">
                  <a16:creationId xmlns:a16="http://schemas.microsoft.com/office/drawing/2014/main" id="{D82FD9C6-5DBB-4B43-A103-2E91FB5609CA}"/>
                </a:ext>
              </a:extLst>
            </p:cNvPr>
            <p:cNvSpPr>
              <a:spLocks noChangeAspect="1" noChangeArrowheads="1"/>
            </p:cNvSpPr>
            <p:nvPr/>
          </p:nvSpPr>
          <p:spPr bwMode="auto">
            <a:xfrm>
              <a:off x="5864226" y="2814639"/>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498" name="Oval 18">
              <a:extLst>
                <a:ext uri="{FF2B5EF4-FFF2-40B4-BE49-F238E27FC236}">
                  <a16:creationId xmlns:a16="http://schemas.microsoft.com/office/drawing/2014/main" id="{3E124EBC-41AA-47A0-8FFD-094446AACD53}"/>
                </a:ext>
              </a:extLst>
            </p:cNvPr>
            <p:cNvSpPr>
              <a:spLocks noChangeAspect="1" noChangeArrowheads="1"/>
            </p:cNvSpPr>
            <p:nvPr/>
          </p:nvSpPr>
          <p:spPr bwMode="auto">
            <a:xfrm>
              <a:off x="5927726" y="3635376"/>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499" name="Oval 19">
              <a:extLst>
                <a:ext uri="{FF2B5EF4-FFF2-40B4-BE49-F238E27FC236}">
                  <a16:creationId xmlns:a16="http://schemas.microsoft.com/office/drawing/2014/main" id="{B9B6EB48-3290-468B-9B4F-039FD28FCD2D}"/>
                </a:ext>
              </a:extLst>
            </p:cNvPr>
            <p:cNvSpPr>
              <a:spLocks noChangeAspect="1" noChangeArrowheads="1"/>
            </p:cNvSpPr>
            <p:nvPr/>
          </p:nvSpPr>
          <p:spPr bwMode="auto">
            <a:xfrm>
              <a:off x="4933951" y="2663825"/>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0" name="Oval 20">
              <a:extLst>
                <a:ext uri="{FF2B5EF4-FFF2-40B4-BE49-F238E27FC236}">
                  <a16:creationId xmlns:a16="http://schemas.microsoft.com/office/drawing/2014/main" id="{86217C1C-E53F-4193-8D8F-F5AA48BB2B7D}"/>
                </a:ext>
              </a:extLst>
            </p:cNvPr>
            <p:cNvSpPr>
              <a:spLocks noChangeAspect="1" noChangeArrowheads="1"/>
            </p:cNvSpPr>
            <p:nvPr/>
          </p:nvSpPr>
          <p:spPr bwMode="auto">
            <a:xfrm>
              <a:off x="5410201" y="3733801"/>
              <a:ext cx="5397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1" name="Oval 21">
              <a:extLst>
                <a:ext uri="{FF2B5EF4-FFF2-40B4-BE49-F238E27FC236}">
                  <a16:creationId xmlns:a16="http://schemas.microsoft.com/office/drawing/2014/main" id="{381DDC4C-917E-4F3B-981E-4FB14A014300}"/>
                </a:ext>
              </a:extLst>
            </p:cNvPr>
            <p:cNvSpPr>
              <a:spLocks noChangeAspect="1" noChangeArrowheads="1"/>
            </p:cNvSpPr>
            <p:nvPr/>
          </p:nvSpPr>
          <p:spPr bwMode="auto">
            <a:xfrm>
              <a:off x="4572001" y="3124200"/>
              <a:ext cx="60325" cy="587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2" name="Oval 22">
              <a:extLst>
                <a:ext uri="{FF2B5EF4-FFF2-40B4-BE49-F238E27FC236}">
                  <a16:creationId xmlns:a16="http://schemas.microsoft.com/office/drawing/2014/main" id="{9C853C1C-4304-499A-8ECE-68D67DA88DB4}"/>
                </a:ext>
              </a:extLst>
            </p:cNvPr>
            <p:cNvSpPr>
              <a:spLocks noChangeAspect="1" noChangeArrowheads="1"/>
            </p:cNvSpPr>
            <p:nvPr/>
          </p:nvSpPr>
          <p:spPr bwMode="auto">
            <a:xfrm>
              <a:off x="6629401" y="4114800"/>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3" name="Oval 23">
              <a:extLst>
                <a:ext uri="{FF2B5EF4-FFF2-40B4-BE49-F238E27FC236}">
                  <a16:creationId xmlns:a16="http://schemas.microsoft.com/office/drawing/2014/main" id="{A04E3AB9-2DDA-431E-9816-7D2645C07D47}"/>
                </a:ext>
              </a:extLst>
            </p:cNvPr>
            <p:cNvSpPr>
              <a:spLocks noChangeAspect="1" noChangeArrowheads="1"/>
            </p:cNvSpPr>
            <p:nvPr/>
          </p:nvSpPr>
          <p:spPr bwMode="auto">
            <a:xfrm rot="20481726">
              <a:off x="5411789" y="4443414"/>
              <a:ext cx="5397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4" name="Oval 24">
              <a:extLst>
                <a:ext uri="{FF2B5EF4-FFF2-40B4-BE49-F238E27FC236}">
                  <a16:creationId xmlns:a16="http://schemas.microsoft.com/office/drawing/2014/main" id="{1F746D79-AB41-4F6B-AB77-A063220BFEE5}"/>
                </a:ext>
              </a:extLst>
            </p:cNvPr>
            <p:cNvSpPr>
              <a:spLocks noChangeAspect="1" noChangeArrowheads="1"/>
            </p:cNvSpPr>
            <p:nvPr/>
          </p:nvSpPr>
          <p:spPr bwMode="auto">
            <a:xfrm rot="20481726">
              <a:off x="7527926" y="32289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5" name="Oval 25">
              <a:extLst>
                <a:ext uri="{FF2B5EF4-FFF2-40B4-BE49-F238E27FC236}">
                  <a16:creationId xmlns:a16="http://schemas.microsoft.com/office/drawing/2014/main" id="{7AD8699A-81B4-4D04-9BDF-8D2DB2FC7E14}"/>
                </a:ext>
              </a:extLst>
            </p:cNvPr>
            <p:cNvSpPr>
              <a:spLocks noChangeAspect="1" noChangeArrowheads="1"/>
            </p:cNvSpPr>
            <p:nvPr/>
          </p:nvSpPr>
          <p:spPr bwMode="auto">
            <a:xfrm rot="20481726">
              <a:off x="6819901" y="4545013"/>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6" name="Oval 26">
              <a:extLst>
                <a:ext uri="{FF2B5EF4-FFF2-40B4-BE49-F238E27FC236}">
                  <a16:creationId xmlns:a16="http://schemas.microsoft.com/office/drawing/2014/main" id="{0A2912C3-953E-4C3D-8D8E-0096E65B5F0C}"/>
                </a:ext>
              </a:extLst>
            </p:cNvPr>
            <p:cNvSpPr>
              <a:spLocks noChangeAspect="1" noChangeArrowheads="1"/>
            </p:cNvSpPr>
            <p:nvPr/>
          </p:nvSpPr>
          <p:spPr bwMode="auto">
            <a:xfrm rot="20481726">
              <a:off x="4648201" y="2667000"/>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7" name="Oval 27">
              <a:extLst>
                <a:ext uri="{FF2B5EF4-FFF2-40B4-BE49-F238E27FC236}">
                  <a16:creationId xmlns:a16="http://schemas.microsoft.com/office/drawing/2014/main" id="{2272770A-0F54-4CFD-A62D-69ECD4BE8F68}"/>
                </a:ext>
              </a:extLst>
            </p:cNvPr>
            <p:cNvSpPr>
              <a:spLocks noChangeAspect="1" noChangeArrowheads="1"/>
            </p:cNvSpPr>
            <p:nvPr/>
          </p:nvSpPr>
          <p:spPr bwMode="auto">
            <a:xfrm rot="20481726">
              <a:off x="6235701" y="35845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8" name="Oval 28">
              <a:extLst>
                <a:ext uri="{FF2B5EF4-FFF2-40B4-BE49-F238E27FC236}">
                  <a16:creationId xmlns:a16="http://schemas.microsoft.com/office/drawing/2014/main" id="{C08ABB33-153E-4198-94F5-55873E126737}"/>
                </a:ext>
              </a:extLst>
            </p:cNvPr>
            <p:cNvSpPr>
              <a:spLocks noChangeAspect="1" noChangeArrowheads="1"/>
            </p:cNvSpPr>
            <p:nvPr/>
          </p:nvSpPr>
          <p:spPr bwMode="auto">
            <a:xfrm rot="20481726">
              <a:off x="7391401" y="4495801"/>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09" name="Oval 29">
              <a:extLst>
                <a:ext uri="{FF2B5EF4-FFF2-40B4-BE49-F238E27FC236}">
                  <a16:creationId xmlns:a16="http://schemas.microsoft.com/office/drawing/2014/main" id="{DEEAA432-4754-468A-99F6-DBAF38EB14B3}"/>
                </a:ext>
              </a:extLst>
            </p:cNvPr>
            <p:cNvSpPr>
              <a:spLocks noChangeAspect="1" noChangeArrowheads="1"/>
            </p:cNvSpPr>
            <p:nvPr/>
          </p:nvSpPr>
          <p:spPr bwMode="auto">
            <a:xfrm rot="20481726">
              <a:off x="4638676" y="3640139"/>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0" name="Oval 30">
              <a:extLst>
                <a:ext uri="{FF2B5EF4-FFF2-40B4-BE49-F238E27FC236}">
                  <a16:creationId xmlns:a16="http://schemas.microsoft.com/office/drawing/2014/main" id="{9414D907-FE63-4741-9E3C-ABF889ABB97A}"/>
                </a:ext>
              </a:extLst>
            </p:cNvPr>
            <p:cNvSpPr>
              <a:spLocks noChangeAspect="1" noChangeArrowheads="1"/>
            </p:cNvSpPr>
            <p:nvPr/>
          </p:nvSpPr>
          <p:spPr bwMode="auto">
            <a:xfrm rot="5895381">
              <a:off x="5391151" y="3057526"/>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1" name="Oval 31">
              <a:extLst>
                <a:ext uri="{FF2B5EF4-FFF2-40B4-BE49-F238E27FC236}">
                  <a16:creationId xmlns:a16="http://schemas.microsoft.com/office/drawing/2014/main" id="{76C14E30-A1B6-423A-BF2C-BAA278882529}"/>
                </a:ext>
              </a:extLst>
            </p:cNvPr>
            <p:cNvSpPr>
              <a:spLocks noChangeAspect="1" noChangeArrowheads="1"/>
            </p:cNvSpPr>
            <p:nvPr/>
          </p:nvSpPr>
          <p:spPr bwMode="auto">
            <a:xfrm rot="5895381">
              <a:off x="5660232" y="5242720"/>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2" name="Oval 32">
              <a:extLst>
                <a:ext uri="{FF2B5EF4-FFF2-40B4-BE49-F238E27FC236}">
                  <a16:creationId xmlns:a16="http://schemas.microsoft.com/office/drawing/2014/main" id="{D774F2CE-5CC4-479C-BCCD-13A669FB7F58}"/>
                </a:ext>
              </a:extLst>
            </p:cNvPr>
            <p:cNvSpPr>
              <a:spLocks noChangeAspect="1" noChangeArrowheads="1"/>
            </p:cNvSpPr>
            <p:nvPr/>
          </p:nvSpPr>
          <p:spPr bwMode="auto">
            <a:xfrm rot="5895381">
              <a:off x="4638676" y="4098926"/>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3" name="Oval 33">
              <a:extLst>
                <a:ext uri="{FF2B5EF4-FFF2-40B4-BE49-F238E27FC236}">
                  <a16:creationId xmlns:a16="http://schemas.microsoft.com/office/drawing/2014/main" id="{21FA68B9-2E9B-4BEC-9800-C58542759BAE}"/>
                </a:ext>
              </a:extLst>
            </p:cNvPr>
            <p:cNvSpPr>
              <a:spLocks noChangeAspect="1" noChangeArrowheads="1"/>
            </p:cNvSpPr>
            <p:nvPr/>
          </p:nvSpPr>
          <p:spPr bwMode="auto">
            <a:xfrm rot="5895381">
              <a:off x="5867401" y="2393951"/>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4" name="Oval 34">
              <a:extLst>
                <a:ext uri="{FF2B5EF4-FFF2-40B4-BE49-F238E27FC236}">
                  <a16:creationId xmlns:a16="http://schemas.microsoft.com/office/drawing/2014/main" id="{79FF2B4C-86CE-4999-A6A6-20666CB5E80C}"/>
                </a:ext>
              </a:extLst>
            </p:cNvPr>
            <p:cNvSpPr>
              <a:spLocks noChangeAspect="1" noChangeArrowheads="1"/>
            </p:cNvSpPr>
            <p:nvPr/>
          </p:nvSpPr>
          <p:spPr bwMode="auto">
            <a:xfrm rot="5895381">
              <a:off x="6828633" y="4144170"/>
              <a:ext cx="58737"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5" name="Oval 35">
              <a:extLst>
                <a:ext uri="{FF2B5EF4-FFF2-40B4-BE49-F238E27FC236}">
                  <a16:creationId xmlns:a16="http://schemas.microsoft.com/office/drawing/2014/main" id="{D907A7D6-B8C3-4969-A024-0F297C2777A5}"/>
                </a:ext>
              </a:extLst>
            </p:cNvPr>
            <p:cNvSpPr>
              <a:spLocks noChangeAspect="1" noChangeArrowheads="1"/>
            </p:cNvSpPr>
            <p:nvPr/>
          </p:nvSpPr>
          <p:spPr bwMode="auto">
            <a:xfrm rot="5895381">
              <a:off x="5894389" y="4079876"/>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6" name="Oval 36">
              <a:extLst>
                <a:ext uri="{FF2B5EF4-FFF2-40B4-BE49-F238E27FC236}">
                  <a16:creationId xmlns:a16="http://schemas.microsoft.com/office/drawing/2014/main" id="{CAA8F282-9E88-4931-8602-BEC83CC81BA6}"/>
                </a:ext>
              </a:extLst>
            </p:cNvPr>
            <p:cNvSpPr>
              <a:spLocks noChangeAspect="1" noChangeArrowheads="1"/>
            </p:cNvSpPr>
            <p:nvPr/>
          </p:nvSpPr>
          <p:spPr bwMode="auto">
            <a:xfrm rot="5895381">
              <a:off x="7143751" y="3365501"/>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7" name="Oval 37">
              <a:extLst>
                <a:ext uri="{FF2B5EF4-FFF2-40B4-BE49-F238E27FC236}">
                  <a16:creationId xmlns:a16="http://schemas.microsoft.com/office/drawing/2014/main" id="{40B30352-0E7F-4973-ACB5-01F07D3C4558}"/>
                </a:ext>
              </a:extLst>
            </p:cNvPr>
            <p:cNvSpPr>
              <a:spLocks noChangeAspect="1" noChangeArrowheads="1"/>
            </p:cNvSpPr>
            <p:nvPr/>
          </p:nvSpPr>
          <p:spPr bwMode="auto">
            <a:xfrm rot="5895381">
              <a:off x="4611689" y="2346326"/>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8" name="Oval 38">
              <a:extLst>
                <a:ext uri="{FF2B5EF4-FFF2-40B4-BE49-F238E27FC236}">
                  <a16:creationId xmlns:a16="http://schemas.microsoft.com/office/drawing/2014/main" id="{EA57FE97-FBF0-4557-A0CE-774E34F3EF5F}"/>
                </a:ext>
              </a:extLst>
            </p:cNvPr>
            <p:cNvSpPr>
              <a:spLocks noChangeAspect="1" noChangeArrowheads="1"/>
            </p:cNvSpPr>
            <p:nvPr/>
          </p:nvSpPr>
          <p:spPr bwMode="auto">
            <a:xfrm rot="5895381">
              <a:off x="6784976" y="3273426"/>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19" name="Oval 39">
              <a:extLst>
                <a:ext uri="{FF2B5EF4-FFF2-40B4-BE49-F238E27FC236}">
                  <a16:creationId xmlns:a16="http://schemas.microsoft.com/office/drawing/2014/main" id="{80AAD648-3AA7-48E2-AE8E-35CC7C1E4ED2}"/>
                </a:ext>
              </a:extLst>
            </p:cNvPr>
            <p:cNvSpPr>
              <a:spLocks noChangeAspect="1" noChangeArrowheads="1"/>
            </p:cNvSpPr>
            <p:nvPr/>
          </p:nvSpPr>
          <p:spPr bwMode="auto">
            <a:xfrm rot="5895381">
              <a:off x="6641308" y="4718845"/>
              <a:ext cx="58737"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0" name="Oval 40">
              <a:extLst>
                <a:ext uri="{FF2B5EF4-FFF2-40B4-BE49-F238E27FC236}">
                  <a16:creationId xmlns:a16="http://schemas.microsoft.com/office/drawing/2014/main" id="{F7C8CAE2-8608-49EF-8EE9-7EB0F58949EE}"/>
                </a:ext>
              </a:extLst>
            </p:cNvPr>
            <p:cNvSpPr>
              <a:spLocks noChangeAspect="1" noChangeArrowheads="1"/>
            </p:cNvSpPr>
            <p:nvPr/>
          </p:nvSpPr>
          <p:spPr bwMode="auto">
            <a:xfrm rot="4777107">
              <a:off x="5022058" y="3534570"/>
              <a:ext cx="58737"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1" name="Oval 41">
              <a:extLst>
                <a:ext uri="{FF2B5EF4-FFF2-40B4-BE49-F238E27FC236}">
                  <a16:creationId xmlns:a16="http://schemas.microsoft.com/office/drawing/2014/main" id="{049E4DAA-2215-46F4-AE3B-A80C168997EC}"/>
                </a:ext>
              </a:extLst>
            </p:cNvPr>
            <p:cNvSpPr>
              <a:spLocks noChangeAspect="1" noChangeArrowheads="1"/>
            </p:cNvSpPr>
            <p:nvPr/>
          </p:nvSpPr>
          <p:spPr bwMode="auto">
            <a:xfrm rot="4777107">
              <a:off x="6175376" y="5254626"/>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2" name="Oval 42">
              <a:extLst>
                <a:ext uri="{FF2B5EF4-FFF2-40B4-BE49-F238E27FC236}">
                  <a16:creationId xmlns:a16="http://schemas.microsoft.com/office/drawing/2014/main" id="{E03DC9C1-A823-45FF-A163-88C2E7DB1DA7}"/>
                </a:ext>
              </a:extLst>
            </p:cNvPr>
            <p:cNvSpPr>
              <a:spLocks noChangeAspect="1" noChangeArrowheads="1"/>
            </p:cNvSpPr>
            <p:nvPr/>
          </p:nvSpPr>
          <p:spPr bwMode="auto">
            <a:xfrm rot="4777107">
              <a:off x="5870576" y="4873626"/>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3" name="Oval 43">
              <a:extLst>
                <a:ext uri="{FF2B5EF4-FFF2-40B4-BE49-F238E27FC236}">
                  <a16:creationId xmlns:a16="http://schemas.microsoft.com/office/drawing/2014/main" id="{7AA84E7F-7751-4026-B5C3-7EF10127D6EE}"/>
                </a:ext>
              </a:extLst>
            </p:cNvPr>
            <p:cNvSpPr>
              <a:spLocks noChangeAspect="1" noChangeArrowheads="1"/>
            </p:cNvSpPr>
            <p:nvPr/>
          </p:nvSpPr>
          <p:spPr bwMode="auto">
            <a:xfrm rot="4777107">
              <a:off x="4341019" y="3736182"/>
              <a:ext cx="58738"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4" name="Oval 44">
              <a:extLst>
                <a:ext uri="{FF2B5EF4-FFF2-40B4-BE49-F238E27FC236}">
                  <a16:creationId xmlns:a16="http://schemas.microsoft.com/office/drawing/2014/main" id="{E9501E61-85A3-4B51-BA7F-56F724C32BD7}"/>
                </a:ext>
              </a:extLst>
            </p:cNvPr>
            <p:cNvSpPr>
              <a:spLocks noChangeAspect="1" noChangeArrowheads="1"/>
            </p:cNvSpPr>
            <p:nvPr/>
          </p:nvSpPr>
          <p:spPr bwMode="auto">
            <a:xfrm rot="4777107">
              <a:off x="5237163" y="2776538"/>
              <a:ext cx="50800"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5" name="Oval 45">
              <a:extLst>
                <a:ext uri="{FF2B5EF4-FFF2-40B4-BE49-F238E27FC236}">
                  <a16:creationId xmlns:a16="http://schemas.microsoft.com/office/drawing/2014/main" id="{757DD27B-6A77-4D4D-9358-E78B9F570035}"/>
                </a:ext>
              </a:extLst>
            </p:cNvPr>
            <p:cNvSpPr>
              <a:spLocks noChangeAspect="1" noChangeArrowheads="1"/>
            </p:cNvSpPr>
            <p:nvPr/>
          </p:nvSpPr>
          <p:spPr bwMode="auto">
            <a:xfrm rot="4777107">
              <a:off x="5880101" y="4364038"/>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6" name="Oval 46">
              <a:extLst>
                <a:ext uri="{FF2B5EF4-FFF2-40B4-BE49-F238E27FC236}">
                  <a16:creationId xmlns:a16="http://schemas.microsoft.com/office/drawing/2014/main" id="{7F6FE8CB-C1AD-4A8F-A457-431B4A8C97BD}"/>
                </a:ext>
              </a:extLst>
            </p:cNvPr>
            <p:cNvSpPr>
              <a:spLocks noChangeAspect="1" noChangeArrowheads="1"/>
            </p:cNvSpPr>
            <p:nvPr/>
          </p:nvSpPr>
          <p:spPr bwMode="auto">
            <a:xfrm rot="4777107">
              <a:off x="4028282" y="3082132"/>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7" name="Oval 47">
              <a:extLst>
                <a:ext uri="{FF2B5EF4-FFF2-40B4-BE49-F238E27FC236}">
                  <a16:creationId xmlns:a16="http://schemas.microsoft.com/office/drawing/2014/main" id="{098278AA-9323-4ADE-8ED5-136FE870598D}"/>
                </a:ext>
              </a:extLst>
            </p:cNvPr>
            <p:cNvSpPr>
              <a:spLocks noChangeAspect="1" noChangeArrowheads="1"/>
            </p:cNvSpPr>
            <p:nvPr/>
          </p:nvSpPr>
          <p:spPr bwMode="auto">
            <a:xfrm rot="4777107">
              <a:off x="5461795" y="5049045"/>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528" name="Oval 48">
              <a:extLst>
                <a:ext uri="{FF2B5EF4-FFF2-40B4-BE49-F238E27FC236}">
                  <a16:creationId xmlns:a16="http://schemas.microsoft.com/office/drawing/2014/main" id="{59459CF3-1A92-4C46-97A8-8433F098C3D4}"/>
                </a:ext>
              </a:extLst>
            </p:cNvPr>
            <p:cNvSpPr>
              <a:spLocks noChangeAspect="1" noChangeArrowheads="1"/>
            </p:cNvSpPr>
            <p:nvPr/>
          </p:nvSpPr>
          <p:spPr bwMode="auto">
            <a:xfrm rot="4777107">
              <a:off x="6827838" y="4756151"/>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
        <p:nvSpPr>
          <p:cNvPr id="276529" name="Text Box 49">
            <a:extLst>
              <a:ext uri="{FF2B5EF4-FFF2-40B4-BE49-F238E27FC236}">
                <a16:creationId xmlns:a16="http://schemas.microsoft.com/office/drawing/2014/main" id="{B7049CA8-B74F-498D-A7B7-E78EE64A8DCB}"/>
              </a:ext>
            </a:extLst>
          </p:cNvPr>
          <p:cNvSpPr txBox="1">
            <a:spLocks noChangeArrowheads="1"/>
          </p:cNvSpPr>
          <p:nvPr/>
        </p:nvSpPr>
        <p:spPr bwMode="auto">
          <a:xfrm>
            <a:off x="7010400" y="1676401"/>
            <a:ext cx="32004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zh-CN" sz="2000" b="1" i="1">
                <a:ea typeface="宋体" panose="02010600030101010101" pitchFamily="2" charset="-122"/>
              </a:rPr>
              <a:t>f</a:t>
            </a:r>
            <a:r>
              <a:rPr lang="en-US" altLang="zh-CN" sz="2000" i="1">
                <a:ea typeface="宋体" panose="02010600030101010101" pitchFamily="2" charset="-122"/>
              </a:rPr>
              <a:t>(</a:t>
            </a:r>
            <a:r>
              <a:rPr lang="en-US" altLang="zh-CN" sz="2000" b="1" i="1">
                <a:ea typeface="宋体" panose="02010600030101010101" pitchFamily="2" charset="-122"/>
              </a:rPr>
              <a:t>x</a:t>
            </a:r>
            <a:r>
              <a:rPr lang="en-US" altLang="zh-CN" sz="2000" i="1">
                <a:ea typeface="宋体" panose="02010600030101010101" pitchFamily="2" charset="-122"/>
              </a:rPr>
              <a:t>,</a:t>
            </a:r>
            <a:r>
              <a:rPr lang="en-US" altLang="zh-CN" sz="2000" b="1" i="1">
                <a:solidFill>
                  <a:srgbClr val="00CC00"/>
                </a:solidFill>
                <a:ea typeface="宋体" panose="02010600030101010101" pitchFamily="2" charset="-122"/>
              </a:rPr>
              <a:t>w</a:t>
            </a:r>
            <a:r>
              <a:rPr lang="en-US" altLang="zh-CN" sz="2000" i="1">
                <a:solidFill>
                  <a:srgbClr val="00CC00"/>
                </a:solidFill>
                <a:ea typeface="宋体" panose="02010600030101010101" pitchFamily="2" charset="-122"/>
              </a:rPr>
              <a:t>,b</a:t>
            </a:r>
            <a:r>
              <a:rPr lang="en-US" altLang="zh-CN" sz="2000" i="1">
                <a:ea typeface="宋体" panose="02010600030101010101" pitchFamily="2" charset="-122"/>
              </a:rPr>
              <a:t>) = sign(</a:t>
            </a:r>
            <a:r>
              <a:rPr lang="en-US" altLang="zh-CN" sz="2000" b="1" i="1">
                <a:solidFill>
                  <a:srgbClr val="00CC00"/>
                </a:solidFill>
                <a:ea typeface="宋体" panose="02010600030101010101" pitchFamily="2" charset="-122"/>
              </a:rPr>
              <a:t>w</a:t>
            </a:r>
            <a:r>
              <a:rPr lang="en-US" altLang="zh-CN" sz="2000" b="1" i="1">
                <a:ea typeface="宋体" panose="02010600030101010101" pitchFamily="2" charset="-122"/>
              </a:rPr>
              <a:t>. x</a:t>
            </a:r>
            <a:r>
              <a:rPr lang="en-US" altLang="zh-CN" sz="2000" i="1">
                <a:solidFill>
                  <a:srgbClr val="00CC00"/>
                </a:solidFill>
                <a:ea typeface="宋体" panose="02010600030101010101" pitchFamily="2" charset="-122"/>
              </a:rPr>
              <a:t> </a:t>
            </a:r>
            <a:r>
              <a:rPr lang="en-US" altLang="zh-CN" sz="2000" i="1">
                <a:ea typeface="宋体" panose="02010600030101010101" pitchFamily="2" charset="-122"/>
              </a:rPr>
              <a:t>- </a:t>
            </a:r>
            <a:r>
              <a:rPr lang="en-US" altLang="zh-CN" sz="2000" i="1">
                <a:solidFill>
                  <a:srgbClr val="00CC00"/>
                </a:solidFill>
                <a:ea typeface="宋体" panose="02010600030101010101" pitchFamily="2" charset="-122"/>
              </a:rPr>
              <a:t>b</a:t>
            </a:r>
            <a:r>
              <a:rPr lang="en-US" altLang="zh-CN" sz="2000" i="1">
                <a:ea typeface="宋体" panose="02010600030101010101" pitchFamily="2" charset="-122"/>
              </a:rPr>
              <a:t>)</a:t>
            </a:r>
          </a:p>
        </p:txBody>
      </p:sp>
      <p:sp>
        <p:nvSpPr>
          <p:cNvPr id="276530" name="Text Box 50">
            <a:extLst>
              <a:ext uri="{FF2B5EF4-FFF2-40B4-BE49-F238E27FC236}">
                <a16:creationId xmlns:a16="http://schemas.microsoft.com/office/drawing/2014/main" id="{E78E5CD1-2F7F-43D2-A9A0-13EFEC068560}"/>
              </a:ext>
            </a:extLst>
          </p:cNvPr>
          <p:cNvSpPr txBox="1">
            <a:spLocks noChangeArrowheads="1"/>
          </p:cNvSpPr>
          <p:nvPr/>
        </p:nvSpPr>
        <p:spPr bwMode="auto">
          <a:xfrm>
            <a:off x="7772400" y="3200401"/>
            <a:ext cx="2438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endParaRPr lang="zh-CN" altLang="en-US" sz="2000">
              <a:ea typeface="宋体" panose="02010600030101010101" pitchFamily="2" charset="-122"/>
            </a:endParaRPr>
          </a:p>
        </p:txBody>
      </p:sp>
      <p:sp>
        <p:nvSpPr>
          <p:cNvPr id="276531" name="Text Box 51">
            <a:extLst>
              <a:ext uri="{FF2B5EF4-FFF2-40B4-BE49-F238E27FC236}">
                <a16:creationId xmlns:a16="http://schemas.microsoft.com/office/drawing/2014/main" id="{A3E4EF06-A31C-4D7D-9DC6-3A28E1BE1201}"/>
              </a:ext>
            </a:extLst>
          </p:cNvPr>
          <p:cNvSpPr txBox="1">
            <a:spLocks noChangeArrowheads="1"/>
          </p:cNvSpPr>
          <p:nvPr/>
        </p:nvSpPr>
        <p:spPr bwMode="auto">
          <a:xfrm>
            <a:off x="8724900" y="2930756"/>
            <a:ext cx="22098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zh-TW" altLang="en-US" sz="2000" dirty="0">
                <a:latin typeface="思源黑體 Normal" panose="020B0400000000000000" pitchFamily="34" charset="-120"/>
                <a:ea typeface="思源黑體 Normal" panose="020B0400000000000000" pitchFamily="34" charset="-120"/>
              </a:rPr>
              <a:t>怎麼分比較好？</a:t>
            </a:r>
            <a:endParaRPr lang="en-US" altLang="zh-CN" sz="2000" dirty="0">
              <a:latin typeface="思源黑體 Normal" panose="020B0400000000000000" pitchFamily="34" charset="-120"/>
              <a:ea typeface="思源黑體 Normal" panose="020B0400000000000000" pitchFamily="34" charset="-120"/>
            </a:endParaRPr>
          </a:p>
        </p:txBody>
      </p:sp>
      <p:sp>
        <p:nvSpPr>
          <p:cNvPr id="276532" name="Text Box 52">
            <a:extLst>
              <a:ext uri="{FF2B5EF4-FFF2-40B4-BE49-F238E27FC236}">
                <a16:creationId xmlns:a16="http://schemas.microsoft.com/office/drawing/2014/main" id="{51CEDE97-3B2A-48E2-B89E-DF72A52157CB}"/>
              </a:ext>
            </a:extLst>
          </p:cNvPr>
          <p:cNvSpPr txBox="1">
            <a:spLocks noChangeArrowheads="1"/>
          </p:cNvSpPr>
          <p:nvPr/>
        </p:nvSpPr>
        <p:spPr bwMode="auto">
          <a:xfrm>
            <a:off x="8975725" y="414338"/>
            <a:ext cx="12427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ea typeface="宋体" panose="02010600030101010101" pitchFamily="2" charset="-122"/>
              </a:rPr>
              <a:t>Estimation:</a:t>
            </a:r>
          </a:p>
        </p:txBody>
      </p:sp>
      <p:sp>
        <p:nvSpPr>
          <p:cNvPr id="276533" name="Text Box 53">
            <a:extLst>
              <a:ext uri="{FF2B5EF4-FFF2-40B4-BE49-F238E27FC236}">
                <a16:creationId xmlns:a16="http://schemas.microsoft.com/office/drawing/2014/main" id="{9DC3E78C-B9E5-48BB-BF11-EF0F4D36D079}"/>
              </a:ext>
            </a:extLst>
          </p:cNvPr>
          <p:cNvSpPr txBox="1">
            <a:spLocks noChangeArrowheads="1"/>
          </p:cNvSpPr>
          <p:nvPr/>
        </p:nvSpPr>
        <p:spPr bwMode="auto">
          <a:xfrm>
            <a:off x="8785608" y="2158664"/>
            <a:ext cx="175336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ea typeface="宋体" panose="02010600030101010101" pitchFamily="2" charset="-122"/>
              </a:rPr>
              <a:t>w</a:t>
            </a:r>
            <a:r>
              <a:rPr lang="en-US" altLang="zh-CN" dirty="0">
                <a:ea typeface="宋体" panose="02010600030101010101" pitchFamily="2" charset="-122"/>
              </a:rPr>
              <a:t>: weight vector</a:t>
            </a:r>
          </a:p>
          <a:p>
            <a:r>
              <a:rPr lang="en-US" altLang="zh-CN" b="1" dirty="0">
                <a:ea typeface="宋体" panose="02010600030101010101" pitchFamily="2" charset="-122"/>
              </a:rPr>
              <a:t>x</a:t>
            </a:r>
            <a:r>
              <a:rPr lang="en-US" altLang="zh-CN" dirty="0">
                <a:ea typeface="宋体" panose="02010600030101010101" pitchFamily="2" charset="-122"/>
              </a:rPr>
              <a:t>: data vector</a:t>
            </a:r>
          </a:p>
        </p:txBody>
      </p:sp>
      <p:sp>
        <p:nvSpPr>
          <p:cNvPr id="3" name="標題 2">
            <a:extLst>
              <a:ext uri="{FF2B5EF4-FFF2-40B4-BE49-F238E27FC236}">
                <a16:creationId xmlns:a16="http://schemas.microsoft.com/office/drawing/2014/main" id="{9B643E8D-0C78-4FCD-8207-5CD71C5930CF}"/>
              </a:ext>
            </a:extLst>
          </p:cNvPr>
          <p:cNvSpPr>
            <a:spLocks noGrp="1"/>
          </p:cNvSpPr>
          <p:nvPr>
            <p:ph type="title"/>
          </p:nvPr>
        </p:nvSpPr>
        <p:spPr/>
        <p:txBody>
          <a:bodyPr/>
          <a:lstStyle/>
          <a:p>
            <a:r>
              <a:rPr lang="zh-TW" altLang="en-US" dirty="0"/>
              <a:t>線性可分問題</a:t>
            </a:r>
          </a:p>
        </p:txBody>
      </p:sp>
      <p:sp>
        <p:nvSpPr>
          <p:cNvPr id="54" name="Line 50">
            <a:extLst>
              <a:ext uri="{FF2B5EF4-FFF2-40B4-BE49-F238E27FC236}">
                <a16:creationId xmlns:a16="http://schemas.microsoft.com/office/drawing/2014/main" id="{114481E1-00D9-457D-8550-397EFDD68648}"/>
              </a:ext>
            </a:extLst>
          </p:cNvPr>
          <p:cNvSpPr>
            <a:spLocks noChangeShapeType="1"/>
          </p:cNvSpPr>
          <p:nvPr/>
        </p:nvSpPr>
        <p:spPr bwMode="auto">
          <a:xfrm flipV="1">
            <a:off x="2961674" y="2549164"/>
            <a:ext cx="3808199" cy="361931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TW" altLang="en-US"/>
          </a:p>
        </p:txBody>
      </p:sp>
      <p:sp>
        <p:nvSpPr>
          <p:cNvPr id="55" name="Line 50">
            <a:extLst>
              <a:ext uri="{FF2B5EF4-FFF2-40B4-BE49-F238E27FC236}">
                <a16:creationId xmlns:a16="http://schemas.microsoft.com/office/drawing/2014/main" id="{75095EAD-0785-45B4-93EF-C15E37967C65}"/>
              </a:ext>
            </a:extLst>
          </p:cNvPr>
          <p:cNvSpPr>
            <a:spLocks noChangeShapeType="1"/>
          </p:cNvSpPr>
          <p:nvPr/>
        </p:nvSpPr>
        <p:spPr bwMode="auto">
          <a:xfrm flipV="1">
            <a:off x="2613005" y="2470148"/>
            <a:ext cx="4719783" cy="3194143"/>
          </a:xfrm>
          <a:prstGeom prst="line">
            <a:avLst/>
          </a:prstGeom>
          <a:ln w="28575">
            <a:solidFill>
              <a:srgbClr val="FF0000"/>
            </a:solidFill>
            <a:headEnd/>
            <a:tailEn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0">
            <a:schemeClr val="accent2"/>
          </a:fillRef>
          <a:effectRef idx="0">
            <a:schemeClr val="accent2"/>
          </a:effectRef>
          <a:fontRef idx="minor">
            <a:schemeClr val="tx1"/>
          </a:fontRef>
        </p:style>
        <p:txBody>
          <a:bodyPr wrap="square" anchor="ctr">
            <a:spAutoFit/>
          </a:bodyPr>
          <a:lstStyle/>
          <a:p>
            <a:endParaRPr lang="zh-TW" altLang="en-US"/>
          </a:p>
        </p:txBody>
      </p:sp>
      <p:sp>
        <p:nvSpPr>
          <p:cNvPr id="56" name="Line 50">
            <a:extLst>
              <a:ext uri="{FF2B5EF4-FFF2-40B4-BE49-F238E27FC236}">
                <a16:creationId xmlns:a16="http://schemas.microsoft.com/office/drawing/2014/main" id="{612A3539-DC97-4450-9D00-37C2342FDF24}"/>
              </a:ext>
            </a:extLst>
          </p:cNvPr>
          <p:cNvSpPr>
            <a:spLocks noChangeShapeType="1"/>
          </p:cNvSpPr>
          <p:nvPr/>
        </p:nvSpPr>
        <p:spPr bwMode="auto">
          <a:xfrm flipV="1">
            <a:off x="3777770" y="2087563"/>
            <a:ext cx="2260994" cy="4202399"/>
          </a:xfrm>
          <a:prstGeom prst="line">
            <a:avLst/>
          </a:prstGeom>
          <a:ln w="28575">
            <a:solidFill>
              <a:srgbClr val="00B050"/>
            </a:solidFill>
            <a:headEnd/>
            <a:tailEnd/>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2"/>
          </a:lnRef>
          <a:fillRef idx="0">
            <a:schemeClr val="accent2"/>
          </a:fillRef>
          <a:effectRef idx="0">
            <a:schemeClr val="accent2"/>
          </a:effectRef>
          <a:fontRef idx="minor">
            <a:schemeClr val="tx1"/>
          </a:fontRef>
        </p:style>
        <p:txBody>
          <a:bodyPr wrap="square" anchor="ctr">
            <a:spAutoFit/>
          </a:bodyPr>
          <a:lstStyle/>
          <a:p>
            <a:endParaRPr lang="zh-TW" altLang="en-US"/>
          </a:p>
        </p:txBody>
      </p:sp>
    </p:spTree>
    <p:extLst>
      <p:ext uri="{BB962C8B-B14F-4D97-AF65-F5344CB8AC3E}">
        <p14:creationId xmlns:p14="http://schemas.microsoft.com/office/powerpoint/2010/main" val="153873282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AA77BD-7C70-A441-BB68-BD24E4E28F2F}"/>
              </a:ext>
            </a:extLst>
          </p:cNvPr>
          <p:cNvSpPr>
            <a:spLocks noGrp="1"/>
          </p:cNvSpPr>
          <p:nvPr>
            <p:ph type="title"/>
          </p:nvPr>
        </p:nvSpPr>
        <p:spPr/>
        <p:txBody>
          <a:bodyPr/>
          <a:lstStyle/>
          <a:p>
            <a:r>
              <a:rPr kumimoji="1" lang="en-US" altLang="zh-TW" dirty="0"/>
              <a:t>SVM</a:t>
            </a:r>
            <a:endParaRPr kumimoji="1" lang="zh-TW" altLang="en-US" dirty="0"/>
          </a:p>
        </p:txBody>
      </p:sp>
      <p:sp>
        <p:nvSpPr>
          <p:cNvPr id="3" name="內容版面配置區 2">
            <a:extLst>
              <a:ext uri="{FF2B5EF4-FFF2-40B4-BE49-F238E27FC236}">
                <a16:creationId xmlns:a16="http://schemas.microsoft.com/office/drawing/2014/main" id="{4757F6E3-8D5B-8C47-A71A-489852D90913}"/>
              </a:ext>
            </a:extLst>
          </p:cNvPr>
          <p:cNvSpPr>
            <a:spLocks noGrp="1"/>
          </p:cNvSpPr>
          <p:nvPr>
            <p:ph idx="1"/>
          </p:nvPr>
        </p:nvSpPr>
        <p:spPr/>
        <p:txBody>
          <a:bodyPr/>
          <a:lstStyle/>
          <a:p>
            <a:pPr>
              <a:lnSpc>
                <a:spcPct val="100000"/>
              </a:lnSpc>
            </a:pPr>
            <a:r>
              <a:rPr lang="zh-TW" altLang="en-US" dirty="0"/>
              <a:t>支援向量機</a:t>
            </a:r>
            <a:r>
              <a:rPr lang="en-US" altLang="zh-TW" dirty="0"/>
              <a:t>(</a:t>
            </a:r>
            <a:r>
              <a:rPr lang="en" altLang="zh-TW" dirty="0"/>
              <a:t>support vector machine</a:t>
            </a:r>
            <a:r>
              <a:rPr lang="zh-TW" altLang="en" dirty="0"/>
              <a:t>，</a:t>
            </a:r>
            <a:r>
              <a:rPr lang="en" altLang="zh-TW" dirty="0"/>
              <a:t>SVM)</a:t>
            </a:r>
            <a:endParaRPr lang="en-US" altLang="zh-TW" dirty="0"/>
          </a:p>
          <a:p>
            <a:pPr>
              <a:lnSpc>
                <a:spcPct val="100000"/>
              </a:lnSpc>
            </a:pPr>
            <a:r>
              <a:rPr lang="zh-TW" altLang="en-US" dirty="0"/>
              <a:t>一種常用的分類方法，在機器學習領域是一個監督的學習模式，通常用來進行模型識別，分類，迴歸分析以及異常值檢測。</a:t>
            </a:r>
          </a:p>
          <a:p>
            <a:pPr>
              <a:lnSpc>
                <a:spcPct val="100000"/>
              </a:lnSpc>
            </a:pPr>
            <a:r>
              <a:rPr lang="zh-TW" altLang="en-US" b="1" dirty="0"/>
              <a:t>支援向量機是一種兩元分類模型，其基本模型定義為特徵空間上的間隔最大的線性分類器，其學習策略（分割原則）便是</a:t>
            </a:r>
            <a:r>
              <a:rPr lang="zh-TW" altLang="en-US" b="1" dirty="0">
                <a:solidFill>
                  <a:srgbClr val="FF0000"/>
                </a:solidFill>
              </a:rPr>
              <a:t>間隔最大化</a:t>
            </a:r>
            <a:r>
              <a:rPr lang="zh-TW" altLang="en-US" dirty="0"/>
              <a:t>。</a:t>
            </a:r>
            <a:endParaRPr lang="en-US" altLang="zh-TW" dirty="0"/>
          </a:p>
          <a:p>
            <a:pPr>
              <a:lnSpc>
                <a:spcPct val="100000"/>
              </a:lnSpc>
            </a:pPr>
            <a:r>
              <a:rPr lang="zh-TW" altLang="en-US" dirty="0"/>
              <a:t>一般所說的線性可分支援向量機就對應著能將資料正確劃分並且</a:t>
            </a:r>
            <a:r>
              <a:rPr lang="zh-TW" altLang="en-US" b="1" dirty="0"/>
              <a:t>間隔最大</a:t>
            </a:r>
            <a:r>
              <a:rPr lang="zh-TW" altLang="en-US" dirty="0"/>
              <a:t>的直線。</a:t>
            </a:r>
          </a:p>
        </p:txBody>
      </p:sp>
    </p:spTree>
    <p:extLst>
      <p:ext uri="{BB962C8B-B14F-4D97-AF65-F5344CB8AC3E}">
        <p14:creationId xmlns:p14="http://schemas.microsoft.com/office/powerpoint/2010/main" val="3432277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5D52C7-531C-4742-9C06-97E203C870AE}"/>
              </a:ext>
            </a:extLst>
          </p:cNvPr>
          <p:cNvSpPr>
            <a:spLocks noGrp="1"/>
          </p:cNvSpPr>
          <p:nvPr>
            <p:ph type="title"/>
          </p:nvPr>
        </p:nvSpPr>
        <p:spPr/>
        <p:txBody>
          <a:bodyPr/>
          <a:lstStyle/>
          <a:p>
            <a:r>
              <a:rPr lang="zh-TW" altLang="en-US" dirty="0"/>
              <a:t>什麼是間隔最大化？</a:t>
            </a:r>
          </a:p>
        </p:txBody>
      </p:sp>
      <p:sp>
        <p:nvSpPr>
          <p:cNvPr id="3" name="內容版面配置區 2">
            <a:extLst>
              <a:ext uri="{FF2B5EF4-FFF2-40B4-BE49-F238E27FC236}">
                <a16:creationId xmlns:a16="http://schemas.microsoft.com/office/drawing/2014/main" id="{323B765C-08C9-457A-8D33-3BAFB66F5760}"/>
              </a:ext>
            </a:extLst>
          </p:cNvPr>
          <p:cNvSpPr>
            <a:spLocks noGrp="1"/>
          </p:cNvSpPr>
          <p:nvPr>
            <p:ph idx="1"/>
          </p:nvPr>
        </p:nvSpPr>
        <p:spPr>
          <a:xfrm>
            <a:off x="838200" y="1825625"/>
            <a:ext cx="4214091" cy="4351338"/>
          </a:xfrm>
        </p:spPr>
        <p:txBody>
          <a:bodyPr/>
          <a:lstStyle/>
          <a:p>
            <a:r>
              <a:rPr lang="zh-TW" altLang="en-US" dirty="0"/>
              <a:t>假設有兩類的資料，那一條的分隔線是最好的？</a:t>
            </a:r>
            <a:endParaRPr lang="en-US" altLang="zh-TW" dirty="0"/>
          </a:p>
          <a:p>
            <a:r>
              <a:rPr lang="zh-TW" altLang="en-US" dirty="0"/>
              <a:t>對</a:t>
            </a:r>
            <a:r>
              <a:rPr lang="en-US" altLang="zh-TW" dirty="0"/>
              <a:t>SVM</a:t>
            </a:r>
            <a:r>
              <a:rPr lang="zh-TW" altLang="en-US" dirty="0"/>
              <a:t>而言，指的是那一個決策邊界是最好的</a:t>
            </a:r>
            <a:endParaRPr lang="en-US" altLang="zh-TW" dirty="0"/>
          </a:p>
          <a:p>
            <a:endParaRPr lang="zh-TW" altLang="en-US" dirty="0"/>
          </a:p>
        </p:txBody>
      </p:sp>
      <p:pic>
        <p:nvPicPr>
          <p:cNvPr id="1026" name="Picture 2" descr="Python機器學習筆記：SVM（1）——SVM概述">
            <a:extLst>
              <a:ext uri="{FF2B5EF4-FFF2-40B4-BE49-F238E27FC236}">
                <a16:creationId xmlns:a16="http://schemas.microsoft.com/office/drawing/2014/main" id="{9C1FD781-4F29-4A40-8CF9-CE3B1BEC6B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7448" y="1825625"/>
            <a:ext cx="6056352"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4878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6488F5-3F77-483F-8B4C-BC03736E5CF1}"/>
              </a:ext>
            </a:extLst>
          </p:cNvPr>
          <p:cNvSpPr>
            <a:spLocks noGrp="1"/>
          </p:cNvSpPr>
          <p:nvPr>
            <p:ph type="title"/>
          </p:nvPr>
        </p:nvSpPr>
        <p:spPr/>
        <p:txBody>
          <a:bodyPr/>
          <a:lstStyle/>
          <a:p>
            <a:r>
              <a:rPr lang="zh-TW" altLang="en-US" dirty="0"/>
              <a:t>線性可分問題</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B36F801B-4A99-47B8-B5E6-F84EF89237DF}"/>
                  </a:ext>
                </a:extLst>
              </p:cNvPr>
              <p:cNvSpPr>
                <a:spLocks noGrp="1"/>
              </p:cNvSpPr>
              <p:nvPr>
                <p:ph idx="1"/>
              </p:nvPr>
            </p:nvSpPr>
            <p:spPr>
              <a:xfrm>
                <a:off x="1024128" y="2286000"/>
                <a:ext cx="9562910" cy="4171950"/>
              </a:xfrm>
            </p:spPr>
            <p:txBody>
              <a:bodyPr>
                <a:normAutofit/>
              </a:bodyPr>
              <a:lstStyle/>
              <a:p>
                <a:r>
                  <a:rPr lang="zh-TW" altLang="en-US" dirty="0"/>
                  <a:t>定理</a:t>
                </a:r>
                <a:r>
                  <a:rPr lang="en-US" altLang="zh-TW" dirty="0"/>
                  <a:t>1</a:t>
                </a:r>
                <a:r>
                  <a:rPr lang="zh-TW" altLang="en-US" dirty="0"/>
                  <a:t>：線性二分類模型的目標就是找到一組合適的引數（</a:t>
                </a:r>
                <a:r>
                  <a:rPr lang="en-US" altLang="zh-TW" dirty="0"/>
                  <a:t>w,  b</a:t>
                </a:r>
                <a:r>
                  <a:rPr lang="zh-TW" altLang="en-US" dirty="0"/>
                  <a:t>），使得：</a:t>
                </a:r>
                <a:endParaRPr lang="en-US" altLang="zh-TW" dirty="0"/>
              </a:p>
              <a:p>
                <a:pPr marL="0" indent="0">
                  <a:buNone/>
                </a:pPr>
                <a:endParaRPr lang="en-US" altLang="zh-TW"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𝑦</m:t>
                          </m:r>
                        </m:e>
                        <m:sub>
                          <m:r>
                            <a:rPr lang="en-US" altLang="zh-TW" b="0" i="1" smtClean="0">
                              <a:latin typeface="Cambria Math" panose="02040503050406030204" pitchFamily="18" charset="0"/>
                            </a:rPr>
                            <m:t>𝑖</m:t>
                          </m:r>
                        </m:sub>
                      </m:sSub>
                      <m:d>
                        <m:dPr>
                          <m:ctrlPr>
                            <a:rPr lang="en-US" altLang="zh-TW" b="0" i="1" smtClean="0">
                              <a:latin typeface="Cambria Math" panose="02040503050406030204" pitchFamily="18" charset="0"/>
                            </a:rPr>
                          </m:ctrlPr>
                        </m:dPr>
                        <m:e>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𝑤</m:t>
                              </m:r>
                            </m:e>
                            <m:sup>
                              <m:r>
                                <a:rPr lang="en-US" altLang="zh-TW" b="0" i="1" smtClean="0">
                                  <a:latin typeface="Cambria Math" panose="02040503050406030204" pitchFamily="18" charset="0"/>
                                </a:rPr>
                                <m:t>𝑇</m:t>
                              </m:r>
                            </m:sup>
                          </m:sSup>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𝑋</m:t>
                              </m:r>
                            </m:e>
                            <m:sub>
                              <m:r>
                                <a:rPr lang="en-US" altLang="zh-TW" b="0" i="1" smtClean="0">
                                  <a:latin typeface="Cambria Math" panose="02040503050406030204" pitchFamily="18" charset="0"/>
                                </a:rPr>
                                <m:t>𝑖</m:t>
                              </m:r>
                            </m:sub>
                          </m:sSub>
                        </m:e>
                      </m:d>
                      <m:r>
                        <a:rPr lang="en-US" altLang="zh-TW" b="0" i="1" smtClean="0">
                          <a:latin typeface="Cambria Math" panose="02040503050406030204" pitchFamily="18" charset="0"/>
                        </a:rPr>
                        <m:t>+</m:t>
                      </m:r>
                      <m:r>
                        <a:rPr lang="en-US" altLang="zh-TW" b="0" i="1" smtClean="0">
                          <a:latin typeface="Cambria Math" panose="02040503050406030204" pitchFamily="18" charset="0"/>
                        </a:rPr>
                        <m:t>𝑏</m:t>
                      </m:r>
                      <m:r>
                        <a:rPr lang="en-US" altLang="zh-TW" b="0" i="1" smtClean="0">
                          <a:latin typeface="Cambria Math" panose="02040503050406030204" pitchFamily="18" charset="0"/>
                        </a:rPr>
                        <m:t>&gt;0</m:t>
                      </m:r>
                    </m:oMath>
                  </m:oMathPara>
                </a14:m>
                <a:endParaRPr lang="zh-TW" altLang="en-US" dirty="0"/>
              </a:p>
              <a:p>
                <a:endParaRPr lang="zh-TW" altLang="en-US" dirty="0"/>
              </a:p>
              <a:p>
                <a:r>
                  <a:rPr lang="zh-TW" altLang="en-US" dirty="0"/>
                  <a:t>即：線性二分類模型希望在特徵空間找到一個劃分超平面，將屬於不同標記的樣本分開</a:t>
                </a:r>
                <a:endParaRPr lang="en-US" altLang="zh-TW" dirty="0"/>
              </a:p>
              <a:p>
                <a:r>
                  <a:rPr lang="zh-TW" altLang="en-US" dirty="0"/>
                  <a:t>現在有一個二維平面，平面上有兩種不同的資料，分別用實心點和空心點表示。</a:t>
                </a:r>
              </a:p>
            </p:txBody>
          </p:sp>
        </mc:Choice>
        <mc:Fallback xmlns="">
          <p:sp>
            <p:nvSpPr>
              <p:cNvPr id="3" name="內容版面配置區 2">
                <a:extLst>
                  <a:ext uri="{FF2B5EF4-FFF2-40B4-BE49-F238E27FC236}">
                    <a16:creationId xmlns:a16="http://schemas.microsoft.com/office/drawing/2014/main" id="{B36F801B-4A99-47B8-B5E6-F84EF89237DF}"/>
                  </a:ext>
                </a:extLst>
              </p:cNvPr>
              <p:cNvSpPr>
                <a:spLocks noGrp="1" noRot="1" noChangeAspect="1" noMove="1" noResize="1" noEditPoints="1" noAdjustHandles="1" noChangeArrowheads="1" noChangeShapeType="1" noTextEdit="1"/>
              </p:cNvSpPr>
              <p:nvPr>
                <p:ph idx="1"/>
              </p:nvPr>
            </p:nvSpPr>
            <p:spPr>
              <a:xfrm>
                <a:off x="1024128" y="2286000"/>
                <a:ext cx="9562910" cy="4171950"/>
              </a:xfrm>
              <a:blipFill>
                <a:blip r:embed="rId2"/>
                <a:stretch>
                  <a:fillRect l="-265" t="-212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99497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群組 45">
            <a:extLst>
              <a:ext uri="{FF2B5EF4-FFF2-40B4-BE49-F238E27FC236}">
                <a16:creationId xmlns:a16="http://schemas.microsoft.com/office/drawing/2014/main" id="{61B445DD-9C3C-44C1-8B79-52D45F3BC455}"/>
              </a:ext>
            </a:extLst>
          </p:cNvPr>
          <p:cNvGrpSpPr/>
          <p:nvPr/>
        </p:nvGrpSpPr>
        <p:grpSpPr>
          <a:xfrm>
            <a:off x="2219216" y="1264428"/>
            <a:ext cx="5404900" cy="5228447"/>
            <a:chOff x="4015272" y="1295400"/>
            <a:chExt cx="3657600" cy="5562600"/>
          </a:xfrm>
        </p:grpSpPr>
        <p:sp>
          <p:nvSpPr>
            <p:cNvPr id="4" name="Line 2">
              <a:extLst>
                <a:ext uri="{FF2B5EF4-FFF2-40B4-BE49-F238E27FC236}">
                  <a16:creationId xmlns:a16="http://schemas.microsoft.com/office/drawing/2014/main" id="{417C4163-1AB2-41F8-A44A-3CF55159B902}"/>
                </a:ext>
              </a:extLst>
            </p:cNvPr>
            <p:cNvSpPr>
              <a:spLocks noChangeShapeType="1"/>
            </p:cNvSpPr>
            <p:nvPr/>
          </p:nvSpPr>
          <p:spPr bwMode="auto">
            <a:xfrm rot="18127581">
              <a:off x="2816710" y="4076700"/>
              <a:ext cx="5410200" cy="0"/>
            </a:xfrm>
            <a:prstGeom prst="line">
              <a:avLst/>
            </a:prstGeom>
            <a:noFill/>
            <a:ln w="3619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TW" altLang="en-US"/>
            </a:p>
          </p:txBody>
        </p:sp>
        <p:sp>
          <p:nvSpPr>
            <p:cNvPr id="5" name="Line 3">
              <a:extLst>
                <a:ext uri="{FF2B5EF4-FFF2-40B4-BE49-F238E27FC236}">
                  <a16:creationId xmlns:a16="http://schemas.microsoft.com/office/drawing/2014/main" id="{DFFE2566-158F-4270-9BCA-E8E05A70690A}"/>
                </a:ext>
              </a:extLst>
            </p:cNvPr>
            <p:cNvSpPr>
              <a:spLocks noChangeShapeType="1"/>
            </p:cNvSpPr>
            <p:nvPr/>
          </p:nvSpPr>
          <p:spPr bwMode="auto">
            <a:xfrm rot="18127581">
              <a:off x="2740510" y="4076700"/>
              <a:ext cx="5562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TW" altLang="en-US"/>
            </a:p>
          </p:txBody>
        </p:sp>
        <p:sp>
          <p:nvSpPr>
            <p:cNvPr id="6" name="Line 15">
              <a:extLst>
                <a:ext uri="{FF2B5EF4-FFF2-40B4-BE49-F238E27FC236}">
                  <a16:creationId xmlns:a16="http://schemas.microsoft.com/office/drawing/2014/main" id="{763FB406-4FD9-4F5A-8ED4-B6A98A9409CD}"/>
                </a:ext>
              </a:extLst>
            </p:cNvPr>
            <p:cNvSpPr>
              <a:spLocks noChangeShapeType="1"/>
            </p:cNvSpPr>
            <p:nvPr/>
          </p:nvSpPr>
          <p:spPr bwMode="auto">
            <a:xfrm>
              <a:off x="4167672" y="2209800"/>
              <a:ext cx="0" cy="350520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TW" altLang="en-US"/>
            </a:p>
          </p:txBody>
        </p:sp>
        <p:sp>
          <p:nvSpPr>
            <p:cNvPr id="7" name="Line 16">
              <a:extLst>
                <a:ext uri="{FF2B5EF4-FFF2-40B4-BE49-F238E27FC236}">
                  <a16:creationId xmlns:a16="http://schemas.microsoft.com/office/drawing/2014/main" id="{C01435A4-B97F-4F7B-B148-64F9F9AE6E45}"/>
                </a:ext>
              </a:extLst>
            </p:cNvPr>
            <p:cNvSpPr>
              <a:spLocks noChangeShapeType="1"/>
            </p:cNvSpPr>
            <p:nvPr/>
          </p:nvSpPr>
          <p:spPr bwMode="auto">
            <a:xfrm flipV="1">
              <a:off x="4015272" y="5562600"/>
              <a:ext cx="365760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TW" altLang="en-US"/>
            </a:p>
          </p:txBody>
        </p:sp>
        <p:sp>
          <p:nvSpPr>
            <p:cNvPr id="8" name="Oval 17">
              <a:extLst>
                <a:ext uri="{FF2B5EF4-FFF2-40B4-BE49-F238E27FC236}">
                  <a16:creationId xmlns:a16="http://schemas.microsoft.com/office/drawing/2014/main" id="{140A57C4-1A5E-4EC9-BAF4-3C087D323577}"/>
                </a:ext>
              </a:extLst>
            </p:cNvPr>
            <p:cNvSpPr>
              <a:spLocks noChangeAspect="1" noChangeArrowheads="1"/>
            </p:cNvSpPr>
            <p:nvPr/>
          </p:nvSpPr>
          <p:spPr bwMode="auto">
            <a:xfrm>
              <a:off x="5294797" y="50323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 name="Oval 18">
              <a:extLst>
                <a:ext uri="{FF2B5EF4-FFF2-40B4-BE49-F238E27FC236}">
                  <a16:creationId xmlns:a16="http://schemas.microsoft.com/office/drawing/2014/main" id="{34CA1AF0-E909-44FB-9FB1-0B4D85019FD2}"/>
                </a:ext>
              </a:extLst>
            </p:cNvPr>
            <p:cNvSpPr>
              <a:spLocks noChangeAspect="1" noChangeArrowheads="1"/>
            </p:cNvSpPr>
            <p:nvPr/>
          </p:nvSpPr>
          <p:spPr bwMode="auto">
            <a:xfrm>
              <a:off x="4062897" y="3903663"/>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 name="Oval 19">
              <a:extLst>
                <a:ext uri="{FF2B5EF4-FFF2-40B4-BE49-F238E27FC236}">
                  <a16:creationId xmlns:a16="http://schemas.microsoft.com/office/drawing/2014/main" id="{5861AAD4-0672-4801-B08F-1876D145E47A}"/>
                </a:ext>
              </a:extLst>
            </p:cNvPr>
            <p:cNvSpPr>
              <a:spLocks noChangeAspect="1" noChangeArrowheads="1"/>
            </p:cNvSpPr>
            <p:nvPr/>
          </p:nvSpPr>
          <p:spPr bwMode="auto">
            <a:xfrm>
              <a:off x="5917097" y="28146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1" name="Oval 20">
              <a:extLst>
                <a:ext uri="{FF2B5EF4-FFF2-40B4-BE49-F238E27FC236}">
                  <a16:creationId xmlns:a16="http://schemas.microsoft.com/office/drawing/2014/main" id="{A21ACA7D-3DB5-4761-A54D-1934B4B82090}"/>
                </a:ext>
              </a:extLst>
            </p:cNvPr>
            <p:cNvSpPr>
              <a:spLocks noChangeAspect="1" noChangeArrowheads="1"/>
            </p:cNvSpPr>
            <p:nvPr/>
          </p:nvSpPr>
          <p:spPr bwMode="auto">
            <a:xfrm>
              <a:off x="5980597" y="36353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2" name="Oval 21">
              <a:extLst>
                <a:ext uri="{FF2B5EF4-FFF2-40B4-BE49-F238E27FC236}">
                  <a16:creationId xmlns:a16="http://schemas.microsoft.com/office/drawing/2014/main" id="{DF970684-1368-4CE3-8C19-C2A9EEAD4D94}"/>
                </a:ext>
              </a:extLst>
            </p:cNvPr>
            <p:cNvSpPr>
              <a:spLocks noChangeAspect="1" noChangeArrowheads="1"/>
            </p:cNvSpPr>
            <p:nvPr/>
          </p:nvSpPr>
          <p:spPr bwMode="auto">
            <a:xfrm>
              <a:off x="4986822" y="2663825"/>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3" name="Oval 22">
              <a:extLst>
                <a:ext uri="{FF2B5EF4-FFF2-40B4-BE49-F238E27FC236}">
                  <a16:creationId xmlns:a16="http://schemas.microsoft.com/office/drawing/2014/main" id="{AC0F2860-EB41-4C1A-942A-3E3C7C74402E}"/>
                </a:ext>
              </a:extLst>
            </p:cNvPr>
            <p:cNvSpPr>
              <a:spLocks noChangeAspect="1" noChangeArrowheads="1"/>
            </p:cNvSpPr>
            <p:nvPr/>
          </p:nvSpPr>
          <p:spPr bwMode="auto">
            <a:xfrm>
              <a:off x="5463072" y="3733800"/>
              <a:ext cx="5397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4" name="Oval 23">
              <a:extLst>
                <a:ext uri="{FF2B5EF4-FFF2-40B4-BE49-F238E27FC236}">
                  <a16:creationId xmlns:a16="http://schemas.microsoft.com/office/drawing/2014/main" id="{EC59CD42-DFDD-401D-9318-6FB9E20B1204}"/>
                </a:ext>
              </a:extLst>
            </p:cNvPr>
            <p:cNvSpPr>
              <a:spLocks noChangeAspect="1" noChangeArrowheads="1"/>
            </p:cNvSpPr>
            <p:nvPr/>
          </p:nvSpPr>
          <p:spPr bwMode="auto">
            <a:xfrm>
              <a:off x="4624872" y="3124200"/>
              <a:ext cx="60325" cy="587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5" name="Oval 24">
              <a:extLst>
                <a:ext uri="{FF2B5EF4-FFF2-40B4-BE49-F238E27FC236}">
                  <a16:creationId xmlns:a16="http://schemas.microsoft.com/office/drawing/2014/main" id="{DF649F38-D0FD-49C7-8323-9A383837D27A}"/>
                </a:ext>
              </a:extLst>
            </p:cNvPr>
            <p:cNvSpPr>
              <a:spLocks noChangeAspect="1" noChangeArrowheads="1"/>
            </p:cNvSpPr>
            <p:nvPr/>
          </p:nvSpPr>
          <p:spPr bwMode="auto">
            <a:xfrm>
              <a:off x="6682272" y="4114800"/>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6" name="Oval 25">
              <a:extLst>
                <a:ext uri="{FF2B5EF4-FFF2-40B4-BE49-F238E27FC236}">
                  <a16:creationId xmlns:a16="http://schemas.microsoft.com/office/drawing/2014/main" id="{2C319AEE-4192-4E6A-910E-A315417FBC23}"/>
                </a:ext>
              </a:extLst>
            </p:cNvPr>
            <p:cNvSpPr>
              <a:spLocks noChangeAspect="1" noChangeArrowheads="1"/>
            </p:cNvSpPr>
            <p:nvPr/>
          </p:nvSpPr>
          <p:spPr bwMode="auto">
            <a:xfrm rot="20481726">
              <a:off x="5464660" y="4443413"/>
              <a:ext cx="5397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7" name="Oval 26">
              <a:extLst>
                <a:ext uri="{FF2B5EF4-FFF2-40B4-BE49-F238E27FC236}">
                  <a16:creationId xmlns:a16="http://schemas.microsoft.com/office/drawing/2014/main" id="{85C458B9-58E4-49EF-8347-0B27FACF7C1B}"/>
                </a:ext>
              </a:extLst>
            </p:cNvPr>
            <p:cNvSpPr>
              <a:spLocks noChangeAspect="1" noChangeArrowheads="1"/>
            </p:cNvSpPr>
            <p:nvPr/>
          </p:nvSpPr>
          <p:spPr bwMode="auto">
            <a:xfrm rot="20481726">
              <a:off x="7580797" y="32289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8" name="Oval 27">
              <a:extLst>
                <a:ext uri="{FF2B5EF4-FFF2-40B4-BE49-F238E27FC236}">
                  <a16:creationId xmlns:a16="http://schemas.microsoft.com/office/drawing/2014/main" id="{340BDADB-5DA9-4660-9C00-73F2D4360780}"/>
                </a:ext>
              </a:extLst>
            </p:cNvPr>
            <p:cNvSpPr>
              <a:spLocks noChangeAspect="1" noChangeArrowheads="1"/>
            </p:cNvSpPr>
            <p:nvPr/>
          </p:nvSpPr>
          <p:spPr bwMode="auto">
            <a:xfrm rot="20481726">
              <a:off x="6872772" y="4545013"/>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9" name="Oval 28">
              <a:extLst>
                <a:ext uri="{FF2B5EF4-FFF2-40B4-BE49-F238E27FC236}">
                  <a16:creationId xmlns:a16="http://schemas.microsoft.com/office/drawing/2014/main" id="{961BC73F-4337-46B6-88A0-C2F2E76AC71D}"/>
                </a:ext>
              </a:extLst>
            </p:cNvPr>
            <p:cNvSpPr>
              <a:spLocks noChangeAspect="1" noChangeArrowheads="1"/>
            </p:cNvSpPr>
            <p:nvPr/>
          </p:nvSpPr>
          <p:spPr bwMode="auto">
            <a:xfrm rot="20481726">
              <a:off x="4701072" y="2667000"/>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0" name="Oval 29">
              <a:extLst>
                <a:ext uri="{FF2B5EF4-FFF2-40B4-BE49-F238E27FC236}">
                  <a16:creationId xmlns:a16="http://schemas.microsoft.com/office/drawing/2014/main" id="{E2BF6548-5158-4811-A637-1A7CB5E20D4D}"/>
                </a:ext>
              </a:extLst>
            </p:cNvPr>
            <p:cNvSpPr>
              <a:spLocks noChangeAspect="1" noChangeArrowheads="1"/>
            </p:cNvSpPr>
            <p:nvPr/>
          </p:nvSpPr>
          <p:spPr bwMode="auto">
            <a:xfrm rot="20481726">
              <a:off x="6288572" y="35845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1" name="Oval 30">
              <a:extLst>
                <a:ext uri="{FF2B5EF4-FFF2-40B4-BE49-F238E27FC236}">
                  <a16:creationId xmlns:a16="http://schemas.microsoft.com/office/drawing/2014/main" id="{17D8E782-1CBC-46C1-80E0-6E5C03B337CE}"/>
                </a:ext>
              </a:extLst>
            </p:cNvPr>
            <p:cNvSpPr>
              <a:spLocks noChangeAspect="1" noChangeArrowheads="1"/>
            </p:cNvSpPr>
            <p:nvPr/>
          </p:nvSpPr>
          <p:spPr bwMode="auto">
            <a:xfrm rot="20481726">
              <a:off x="7444272" y="4495800"/>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2" name="Oval 31">
              <a:extLst>
                <a:ext uri="{FF2B5EF4-FFF2-40B4-BE49-F238E27FC236}">
                  <a16:creationId xmlns:a16="http://schemas.microsoft.com/office/drawing/2014/main" id="{EAE5736B-7D38-4795-8EBD-7D9951E45718}"/>
                </a:ext>
              </a:extLst>
            </p:cNvPr>
            <p:cNvSpPr>
              <a:spLocks noChangeAspect="1" noChangeArrowheads="1"/>
            </p:cNvSpPr>
            <p:nvPr/>
          </p:nvSpPr>
          <p:spPr bwMode="auto">
            <a:xfrm rot="20481726">
              <a:off x="4691547" y="36401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3" name="Oval 32">
              <a:extLst>
                <a:ext uri="{FF2B5EF4-FFF2-40B4-BE49-F238E27FC236}">
                  <a16:creationId xmlns:a16="http://schemas.microsoft.com/office/drawing/2014/main" id="{DA410748-F8E5-48CA-9932-1F6CAA9432FC}"/>
                </a:ext>
              </a:extLst>
            </p:cNvPr>
            <p:cNvSpPr>
              <a:spLocks noChangeAspect="1" noChangeArrowheads="1"/>
            </p:cNvSpPr>
            <p:nvPr/>
          </p:nvSpPr>
          <p:spPr bwMode="auto">
            <a:xfrm rot="5895381">
              <a:off x="5444022" y="3057525"/>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4" name="Oval 33">
              <a:extLst>
                <a:ext uri="{FF2B5EF4-FFF2-40B4-BE49-F238E27FC236}">
                  <a16:creationId xmlns:a16="http://schemas.microsoft.com/office/drawing/2014/main" id="{4FB7F593-77EC-43EC-BBAF-BD8EF50ED3E3}"/>
                </a:ext>
              </a:extLst>
            </p:cNvPr>
            <p:cNvSpPr>
              <a:spLocks noChangeAspect="1" noChangeArrowheads="1"/>
            </p:cNvSpPr>
            <p:nvPr/>
          </p:nvSpPr>
          <p:spPr bwMode="auto">
            <a:xfrm rot="5895381">
              <a:off x="5713103" y="5242719"/>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5" name="Oval 34">
              <a:extLst>
                <a:ext uri="{FF2B5EF4-FFF2-40B4-BE49-F238E27FC236}">
                  <a16:creationId xmlns:a16="http://schemas.microsoft.com/office/drawing/2014/main" id="{811A09BC-61AE-4D96-AFF2-C7A2E9491B3F}"/>
                </a:ext>
              </a:extLst>
            </p:cNvPr>
            <p:cNvSpPr>
              <a:spLocks noChangeAspect="1" noChangeArrowheads="1"/>
            </p:cNvSpPr>
            <p:nvPr/>
          </p:nvSpPr>
          <p:spPr bwMode="auto">
            <a:xfrm rot="5895381">
              <a:off x="4691547" y="40989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6" name="Oval 35">
              <a:extLst>
                <a:ext uri="{FF2B5EF4-FFF2-40B4-BE49-F238E27FC236}">
                  <a16:creationId xmlns:a16="http://schemas.microsoft.com/office/drawing/2014/main" id="{7537332E-1E95-465E-BEF2-B49E9847B267}"/>
                </a:ext>
              </a:extLst>
            </p:cNvPr>
            <p:cNvSpPr>
              <a:spLocks noChangeAspect="1" noChangeArrowheads="1"/>
            </p:cNvSpPr>
            <p:nvPr/>
          </p:nvSpPr>
          <p:spPr bwMode="auto">
            <a:xfrm rot="5895381">
              <a:off x="5920272" y="2393950"/>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 name="Oval 36">
              <a:extLst>
                <a:ext uri="{FF2B5EF4-FFF2-40B4-BE49-F238E27FC236}">
                  <a16:creationId xmlns:a16="http://schemas.microsoft.com/office/drawing/2014/main" id="{3B9E7328-8C20-45C3-827F-EAA1E3B59E27}"/>
                </a:ext>
              </a:extLst>
            </p:cNvPr>
            <p:cNvSpPr>
              <a:spLocks noChangeAspect="1" noChangeArrowheads="1"/>
            </p:cNvSpPr>
            <p:nvPr/>
          </p:nvSpPr>
          <p:spPr bwMode="auto">
            <a:xfrm rot="5895381">
              <a:off x="6881504" y="4144169"/>
              <a:ext cx="58737"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8" name="Oval 37">
              <a:extLst>
                <a:ext uri="{FF2B5EF4-FFF2-40B4-BE49-F238E27FC236}">
                  <a16:creationId xmlns:a16="http://schemas.microsoft.com/office/drawing/2014/main" id="{B250F52E-6488-49C9-9F2B-20F84307E1F2}"/>
                </a:ext>
              </a:extLst>
            </p:cNvPr>
            <p:cNvSpPr>
              <a:spLocks noChangeAspect="1" noChangeArrowheads="1"/>
            </p:cNvSpPr>
            <p:nvPr/>
          </p:nvSpPr>
          <p:spPr bwMode="auto">
            <a:xfrm rot="5895381">
              <a:off x="5947260" y="407987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9" name="Oval 38">
              <a:extLst>
                <a:ext uri="{FF2B5EF4-FFF2-40B4-BE49-F238E27FC236}">
                  <a16:creationId xmlns:a16="http://schemas.microsoft.com/office/drawing/2014/main" id="{19BBA739-EFD3-4320-9FD6-11724F3DC9AB}"/>
                </a:ext>
              </a:extLst>
            </p:cNvPr>
            <p:cNvSpPr>
              <a:spLocks noChangeAspect="1" noChangeArrowheads="1"/>
            </p:cNvSpPr>
            <p:nvPr/>
          </p:nvSpPr>
          <p:spPr bwMode="auto">
            <a:xfrm rot="5895381">
              <a:off x="7196622" y="3365500"/>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0" name="Oval 39">
              <a:extLst>
                <a:ext uri="{FF2B5EF4-FFF2-40B4-BE49-F238E27FC236}">
                  <a16:creationId xmlns:a16="http://schemas.microsoft.com/office/drawing/2014/main" id="{B26FAF0B-38EC-4850-8F1C-2881DC0C993B}"/>
                </a:ext>
              </a:extLst>
            </p:cNvPr>
            <p:cNvSpPr>
              <a:spLocks noChangeAspect="1" noChangeArrowheads="1"/>
            </p:cNvSpPr>
            <p:nvPr/>
          </p:nvSpPr>
          <p:spPr bwMode="auto">
            <a:xfrm rot="5895381">
              <a:off x="4664560" y="23463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1" name="Oval 40">
              <a:extLst>
                <a:ext uri="{FF2B5EF4-FFF2-40B4-BE49-F238E27FC236}">
                  <a16:creationId xmlns:a16="http://schemas.microsoft.com/office/drawing/2014/main" id="{9ADE1BE1-6EBC-4B49-87AE-EECD5191D2CB}"/>
                </a:ext>
              </a:extLst>
            </p:cNvPr>
            <p:cNvSpPr>
              <a:spLocks noChangeAspect="1" noChangeArrowheads="1"/>
            </p:cNvSpPr>
            <p:nvPr/>
          </p:nvSpPr>
          <p:spPr bwMode="auto">
            <a:xfrm rot="5895381">
              <a:off x="6837847" y="32734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2" name="Oval 41">
              <a:extLst>
                <a:ext uri="{FF2B5EF4-FFF2-40B4-BE49-F238E27FC236}">
                  <a16:creationId xmlns:a16="http://schemas.microsoft.com/office/drawing/2014/main" id="{5636227B-80D0-4F37-AC85-FD2EFCBB856C}"/>
                </a:ext>
              </a:extLst>
            </p:cNvPr>
            <p:cNvSpPr>
              <a:spLocks noChangeAspect="1" noChangeArrowheads="1"/>
            </p:cNvSpPr>
            <p:nvPr/>
          </p:nvSpPr>
          <p:spPr bwMode="auto">
            <a:xfrm rot="5895381">
              <a:off x="6694179" y="4718844"/>
              <a:ext cx="58737"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3" name="Oval 42">
              <a:extLst>
                <a:ext uri="{FF2B5EF4-FFF2-40B4-BE49-F238E27FC236}">
                  <a16:creationId xmlns:a16="http://schemas.microsoft.com/office/drawing/2014/main" id="{DA9007DE-C6A3-4FAF-B855-F7A2157F6CFD}"/>
                </a:ext>
              </a:extLst>
            </p:cNvPr>
            <p:cNvSpPr>
              <a:spLocks noChangeAspect="1" noChangeArrowheads="1"/>
            </p:cNvSpPr>
            <p:nvPr/>
          </p:nvSpPr>
          <p:spPr bwMode="auto">
            <a:xfrm rot="4777107">
              <a:off x="5074929" y="3534569"/>
              <a:ext cx="58737"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4" name="Oval 43">
              <a:extLst>
                <a:ext uri="{FF2B5EF4-FFF2-40B4-BE49-F238E27FC236}">
                  <a16:creationId xmlns:a16="http://schemas.microsoft.com/office/drawing/2014/main" id="{9D35ABA1-D975-4DD9-9D10-459DCAC09856}"/>
                </a:ext>
              </a:extLst>
            </p:cNvPr>
            <p:cNvSpPr>
              <a:spLocks noChangeAspect="1" noChangeArrowheads="1"/>
            </p:cNvSpPr>
            <p:nvPr/>
          </p:nvSpPr>
          <p:spPr bwMode="auto">
            <a:xfrm rot="4777107">
              <a:off x="6228247" y="52546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5" name="Oval 44">
              <a:extLst>
                <a:ext uri="{FF2B5EF4-FFF2-40B4-BE49-F238E27FC236}">
                  <a16:creationId xmlns:a16="http://schemas.microsoft.com/office/drawing/2014/main" id="{0DC822DF-8ACC-4240-AF49-7BD82A008FA6}"/>
                </a:ext>
              </a:extLst>
            </p:cNvPr>
            <p:cNvSpPr>
              <a:spLocks noChangeAspect="1" noChangeArrowheads="1"/>
            </p:cNvSpPr>
            <p:nvPr/>
          </p:nvSpPr>
          <p:spPr bwMode="auto">
            <a:xfrm rot="4777107">
              <a:off x="5923447" y="48736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6" name="Oval 45">
              <a:extLst>
                <a:ext uri="{FF2B5EF4-FFF2-40B4-BE49-F238E27FC236}">
                  <a16:creationId xmlns:a16="http://schemas.microsoft.com/office/drawing/2014/main" id="{8FCC723E-506C-4BFA-A86B-9DE82FE257C2}"/>
                </a:ext>
              </a:extLst>
            </p:cNvPr>
            <p:cNvSpPr>
              <a:spLocks noChangeAspect="1" noChangeArrowheads="1"/>
            </p:cNvSpPr>
            <p:nvPr/>
          </p:nvSpPr>
          <p:spPr bwMode="auto">
            <a:xfrm rot="4777107">
              <a:off x="4393891" y="3736181"/>
              <a:ext cx="58738"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7" name="Oval 46">
              <a:extLst>
                <a:ext uri="{FF2B5EF4-FFF2-40B4-BE49-F238E27FC236}">
                  <a16:creationId xmlns:a16="http://schemas.microsoft.com/office/drawing/2014/main" id="{E3758E16-41AC-46F6-880F-DDE93D73752F}"/>
                </a:ext>
              </a:extLst>
            </p:cNvPr>
            <p:cNvSpPr>
              <a:spLocks noChangeAspect="1" noChangeArrowheads="1"/>
            </p:cNvSpPr>
            <p:nvPr/>
          </p:nvSpPr>
          <p:spPr bwMode="auto">
            <a:xfrm rot="4777107">
              <a:off x="5290035" y="2776537"/>
              <a:ext cx="50800"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8" name="Oval 47">
              <a:extLst>
                <a:ext uri="{FF2B5EF4-FFF2-40B4-BE49-F238E27FC236}">
                  <a16:creationId xmlns:a16="http://schemas.microsoft.com/office/drawing/2014/main" id="{103B3AE4-3CCE-44E1-868E-D208C51E6707}"/>
                </a:ext>
              </a:extLst>
            </p:cNvPr>
            <p:cNvSpPr>
              <a:spLocks noChangeAspect="1" noChangeArrowheads="1"/>
            </p:cNvSpPr>
            <p:nvPr/>
          </p:nvSpPr>
          <p:spPr bwMode="auto">
            <a:xfrm rot="4777107">
              <a:off x="5932973" y="4364037"/>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9" name="Oval 48">
              <a:extLst>
                <a:ext uri="{FF2B5EF4-FFF2-40B4-BE49-F238E27FC236}">
                  <a16:creationId xmlns:a16="http://schemas.microsoft.com/office/drawing/2014/main" id="{F94B3EAA-4555-440E-845D-687C8E2F0945}"/>
                </a:ext>
              </a:extLst>
            </p:cNvPr>
            <p:cNvSpPr>
              <a:spLocks noChangeAspect="1" noChangeArrowheads="1"/>
            </p:cNvSpPr>
            <p:nvPr/>
          </p:nvSpPr>
          <p:spPr bwMode="auto">
            <a:xfrm rot="4777107">
              <a:off x="4081154" y="3082131"/>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0" name="Oval 49">
              <a:extLst>
                <a:ext uri="{FF2B5EF4-FFF2-40B4-BE49-F238E27FC236}">
                  <a16:creationId xmlns:a16="http://schemas.microsoft.com/office/drawing/2014/main" id="{1E618CB2-C75F-4683-B65B-06318892A850}"/>
                </a:ext>
              </a:extLst>
            </p:cNvPr>
            <p:cNvSpPr>
              <a:spLocks noChangeAspect="1" noChangeArrowheads="1"/>
            </p:cNvSpPr>
            <p:nvPr/>
          </p:nvSpPr>
          <p:spPr bwMode="auto">
            <a:xfrm rot="4777107">
              <a:off x="5514666" y="5049044"/>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1" name="Oval 50">
              <a:extLst>
                <a:ext uri="{FF2B5EF4-FFF2-40B4-BE49-F238E27FC236}">
                  <a16:creationId xmlns:a16="http://schemas.microsoft.com/office/drawing/2014/main" id="{0F0CE242-DFAC-43A7-B35D-D79FAE730B8B}"/>
                </a:ext>
              </a:extLst>
            </p:cNvPr>
            <p:cNvSpPr>
              <a:spLocks noChangeAspect="1" noChangeArrowheads="1"/>
            </p:cNvSpPr>
            <p:nvPr/>
          </p:nvSpPr>
          <p:spPr bwMode="auto">
            <a:xfrm rot="4777107">
              <a:off x="6880710" y="4756150"/>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
        <p:nvSpPr>
          <p:cNvPr id="42" name="Text Box 51">
            <a:extLst>
              <a:ext uri="{FF2B5EF4-FFF2-40B4-BE49-F238E27FC236}">
                <a16:creationId xmlns:a16="http://schemas.microsoft.com/office/drawing/2014/main" id="{2595E977-0BE5-44D4-A4AD-8B5B85BA92F9}"/>
              </a:ext>
            </a:extLst>
          </p:cNvPr>
          <p:cNvSpPr txBox="1">
            <a:spLocks noChangeArrowheads="1"/>
          </p:cNvSpPr>
          <p:nvPr/>
        </p:nvSpPr>
        <p:spPr bwMode="auto">
          <a:xfrm>
            <a:off x="7063272" y="1676400"/>
            <a:ext cx="32004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zh-CN" sz="2000" b="1" i="1">
                <a:ea typeface="宋体" panose="02010600030101010101" pitchFamily="2" charset="-122"/>
              </a:rPr>
              <a:t>f</a:t>
            </a:r>
            <a:r>
              <a:rPr lang="en-US" altLang="zh-CN" sz="2000" i="1">
                <a:ea typeface="宋体" panose="02010600030101010101" pitchFamily="2" charset="-122"/>
              </a:rPr>
              <a:t>(</a:t>
            </a:r>
            <a:r>
              <a:rPr lang="en-US" altLang="zh-CN" sz="2000" b="1" i="1">
                <a:ea typeface="宋体" panose="02010600030101010101" pitchFamily="2" charset="-122"/>
              </a:rPr>
              <a:t>x</a:t>
            </a:r>
            <a:r>
              <a:rPr lang="en-US" altLang="zh-CN" sz="2000" i="1">
                <a:ea typeface="宋体" panose="02010600030101010101" pitchFamily="2" charset="-122"/>
              </a:rPr>
              <a:t>,</a:t>
            </a:r>
            <a:r>
              <a:rPr lang="en-US" altLang="zh-CN" sz="2000" b="1" i="1">
                <a:solidFill>
                  <a:srgbClr val="00CC00"/>
                </a:solidFill>
                <a:ea typeface="宋体" panose="02010600030101010101" pitchFamily="2" charset="-122"/>
              </a:rPr>
              <a:t>w</a:t>
            </a:r>
            <a:r>
              <a:rPr lang="en-US" altLang="zh-CN" sz="2000" i="1">
                <a:solidFill>
                  <a:srgbClr val="00CC00"/>
                </a:solidFill>
                <a:ea typeface="宋体" panose="02010600030101010101" pitchFamily="2" charset="-122"/>
              </a:rPr>
              <a:t>,b</a:t>
            </a:r>
            <a:r>
              <a:rPr lang="en-US" altLang="zh-CN" sz="2000" i="1">
                <a:ea typeface="宋体" panose="02010600030101010101" pitchFamily="2" charset="-122"/>
              </a:rPr>
              <a:t>) = sign(</a:t>
            </a:r>
            <a:r>
              <a:rPr lang="en-US" altLang="zh-CN" sz="2000" b="1" i="1">
                <a:solidFill>
                  <a:srgbClr val="00CC00"/>
                </a:solidFill>
                <a:ea typeface="宋体" panose="02010600030101010101" pitchFamily="2" charset="-122"/>
              </a:rPr>
              <a:t>w</a:t>
            </a:r>
            <a:r>
              <a:rPr lang="en-US" altLang="zh-CN" sz="2000" b="1" i="1">
                <a:ea typeface="宋体" panose="02010600030101010101" pitchFamily="2" charset="-122"/>
              </a:rPr>
              <a:t>. x</a:t>
            </a:r>
            <a:r>
              <a:rPr lang="en-US" altLang="zh-CN" sz="2000" i="1">
                <a:solidFill>
                  <a:srgbClr val="00CC00"/>
                </a:solidFill>
                <a:ea typeface="宋体" panose="02010600030101010101" pitchFamily="2" charset="-122"/>
              </a:rPr>
              <a:t> </a:t>
            </a:r>
            <a:r>
              <a:rPr lang="en-US" altLang="zh-CN" sz="2000" i="1">
                <a:ea typeface="宋体" panose="02010600030101010101" pitchFamily="2" charset="-122"/>
              </a:rPr>
              <a:t>- </a:t>
            </a:r>
            <a:r>
              <a:rPr lang="en-US" altLang="zh-CN" sz="2000" i="1">
                <a:solidFill>
                  <a:srgbClr val="00CC00"/>
                </a:solidFill>
                <a:ea typeface="宋体" panose="02010600030101010101" pitchFamily="2" charset="-122"/>
              </a:rPr>
              <a:t>b</a:t>
            </a:r>
            <a:r>
              <a:rPr lang="en-US" altLang="zh-CN" sz="2000" i="1">
                <a:ea typeface="宋体" panose="02010600030101010101" pitchFamily="2" charset="-122"/>
              </a:rPr>
              <a:t>)</a:t>
            </a:r>
          </a:p>
        </p:txBody>
      </p:sp>
      <p:sp>
        <p:nvSpPr>
          <p:cNvPr id="43" name="Text Box 52">
            <a:extLst>
              <a:ext uri="{FF2B5EF4-FFF2-40B4-BE49-F238E27FC236}">
                <a16:creationId xmlns:a16="http://schemas.microsoft.com/office/drawing/2014/main" id="{7C5384A9-6269-44C7-BED7-AC4E016CBA04}"/>
              </a:ext>
            </a:extLst>
          </p:cNvPr>
          <p:cNvSpPr txBox="1">
            <a:spLocks noChangeArrowheads="1"/>
          </p:cNvSpPr>
          <p:nvPr/>
        </p:nvSpPr>
        <p:spPr bwMode="auto">
          <a:xfrm>
            <a:off x="7825272" y="3200400"/>
            <a:ext cx="2438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endParaRPr lang="zh-CN" altLang="en-US" sz="2000">
              <a:ea typeface="宋体" panose="02010600030101010101" pitchFamily="2" charset="-122"/>
            </a:endParaRPr>
          </a:p>
        </p:txBody>
      </p:sp>
      <p:sp>
        <p:nvSpPr>
          <p:cNvPr id="44" name="Text Box 53">
            <a:extLst>
              <a:ext uri="{FF2B5EF4-FFF2-40B4-BE49-F238E27FC236}">
                <a16:creationId xmlns:a16="http://schemas.microsoft.com/office/drawing/2014/main" id="{683A7278-1FA3-4FA2-B0EB-4DC8B11FC872}"/>
              </a:ext>
            </a:extLst>
          </p:cNvPr>
          <p:cNvSpPr txBox="1">
            <a:spLocks noChangeArrowheads="1"/>
          </p:cNvSpPr>
          <p:nvPr/>
        </p:nvSpPr>
        <p:spPr bwMode="auto">
          <a:xfrm>
            <a:off x="7832872" y="2471249"/>
            <a:ext cx="32004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Clr>
                <a:schemeClr val="tx1"/>
              </a:buClr>
            </a:pPr>
            <a:r>
              <a:rPr lang="en-US" altLang="zh-CN" sz="3200" dirty="0">
                <a:solidFill>
                  <a:schemeClr val="hlink"/>
                </a:solidFill>
                <a:ea typeface="宋体" panose="02010600030101010101" pitchFamily="2" charset="-122"/>
              </a:rPr>
              <a:t>maximum margin linear classifier</a:t>
            </a:r>
            <a:r>
              <a:rPr lang="en-US" altLang="zh-CN" sz="3200" dirty="0">
                <a:ea typeface="宋体" panose="02010600030101010101" pitchFamily="2" charset="-122"/>
              </a:rPr>
              <a:t> </a:t>
            </a:r>
          </a:p>
          <a:p>
            <a:pPr>
              <a:spcBef>
                <a:spcPct val="50000"/>
              </a:spcBef>
              <a:buClr>
                <a:schemeClr val="tx1"/>
              </a:buClr>
            </a:pPr>
            <a:r>
              <a:rPr lang="zh-TW" altLang="en-US" sz="3200" dirty="0">
                <a:ea typeface="宋体" panose="02010600030101010101" pitchFamily="2" charset="-122"/>
              </a:rPr>
              <a:t>找到擁有最大</a:t>
            </a:r>
            <a:r>
              <a:rPr lang="en-US" altLang="zh-TW" sz="3200" dirty="0">
                <a:ea typeface="宋体" panose="02010600030101010101" pitchFamily="2" charset="-122"/>
              </a:rPr>
              <a:t>margin</a:t>
            </a:r>
            <a:r>
              <a:rPr lang="zh-TW" altLang="en-US" sz="3200" dirty="0">
                <a:ea typeface="宋体" panose="02010600030101010101" pitchFamily="2" charset="-122"/>
              </a:rPr>
              <a:t>的分類線</a:t>
            </a:r>
            <a:endParaRPr lang="en-US" altLang="zh-CN" sz="3200" dirty="0">
              <a:ea typeface="宋体" panose="02010600030101010101" pitchFamily="2" charset="-122"/>
            </a:endParaRPr>
          </a:p>
        </p:txBody>
      </p:sp>
      <p:cxnSp>
        <p:nvCxnSpPr>
          <p:cNvPr id="48" name="直線單箭頭接點 47">
            <a:extLst>
              <a:ext uri="{FF2B5EF4-FFF2-40B4-BE49-F238E27FC236}">
                <a16:creationId xmlns:a16="http://schemas.microsoft.com/office/drawing/2014/main" id="{3C015ECD-DCAE-4B36-B81E-FB4F0E6BE5FC}"/>
              </a:ext>
            </a:extLst>
          </p:cNvPr>
          <p:cNvCxnSpPr>
            <a:cxnSpLocks/>
            <a:endCxn id="13" idx="5"/>
          </p:cNvCxnSpPr>
          <p:nvPr/>
        </p:nvCxnSpPr>
        <p:spPr>
          <a:xfrm flipV="1">
            <a:off x="1606504" y="3594558"/>
            <a:ext cx="2820231" cy="64889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a:extLst>
              <a:ext uri="{FF2B5EF4-FFF2-40B4-BE49-F238E27FC236}">
                <a16:creationId xmlns:a16="http://schemas.microsoft.com/office/drawing/2014/main" id="{D905AA6A-7B18-4973-83F2-783EAE997A53}"/>
              </a:ext>
            </a:extLst>
          </p:cNvPr>
          <p:cNvCxnSpPr>
            <a:cxnSpLocks/>
            <a:endCxn id="16" idx="3"/>
          </p:cNvCxnSpPr>
          <p:nvPr/>
        </p:nvCxnSpPr>
        <p:spPr>
          <a:xfrm flipV="1">
            <a:off x="1758904" y="4269726"/>
            <a:ext cx="2620316" cy="12613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2" name="文字方塊 51">
            <a:extLst>
              <a:ext uri="{FF2B5EF4-FFF2-40B4-BE49-F238E27FC236}">
                <a16:creationId xmlns:a16="http://schemas.microsoft.com/office/drawing/2014/main" id="{5EDD8CE1-9ED0-4C14-B873-17F533F790A6}"/>
              </a:ext>
            </a:extLst>
          </p:cNvPr>
          <p:cNvSpPr txBox="1"/>
          <p:nvPr/>
        </p:nvSpPr>
        <p:spPr>
          <a:xfrm>
            <a:off x="121441" y="4211190"/>
            <a:ext cx="1830391" cy="369332"/>
          </a:xfrm>
          <a:prstGeom prst="rect">
            <a:avLst/>
          </a:prstGeom>
          <a:noFill/>
        </p:spPr>
        <p:txBody>
          <a:bodyPr wrap="square" rtlCol="0">
            <a:spAutoFit/>
          </a:bodyPr>
          <a:lstStyle/>
          <a:p>
            <a:r>
              <a:rPr lang="en-US" altLang="zh-TW" dirty="0"/>
              <a:t>Support vectors</a:t>
            </a:r>
            <a:endParaRPr lang="zh-TW" altLang="en-US" dirty="0"/>
          </a:p>
        </p:txBody>
      </p:sp>
    </p:spTree>
    <p:extLst>
      <p:ext uri="{BB962C8B-B14F-4D97-AF65-F5344CB8AC3E}">
        <p14:creationId xmlns:p14="http://schemas.microsoft.com/office/powerpoint/2010/main" val="3021461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429824-7987-44E0-8835-192C19375058}"/>
              </a:ext>
            </a:extLst>
          </p:cNvPr>
          <p:cNvSpPr>
            <a:spLocks noGrp="1"/>
          </p:cNvSpPr>
          <p:nvPr>
            <p:ph type="title"/>
          </p:nvPr>
        </p:nvSpPr>
        <p:spPr/>
        <p:txBody>
          <a:bodyPr/>
          <a:lstStyle/>
          <a:p>
            <a:r>
              <a:rPr lang="zh-TW" altLang="en-US" dirty="0">
                <a:ea typeface="宋体" panose="02010600030101010101" pitchFamily="2" charset="-122"/>
              </a:rPr>
              <a:t>估測</a:t>
            </a:r>
            <a:r>
              <a:rPr lang="en-US" altLang="zh-CN" dirty="0">
                <a:ea typeface="宋体" panose="02010600030101010101" pitchFamily="2" charset="-122"/>
              </a:rPr>
              <a:t>Margin</a:t>
            </a:r>
            <a:endParaRPr lang="zh-TW" altLang="en-US" dirty="0"/>
          </a:p>
        </p:txBody>
      </p:sp>
      <p:sp>
        <p:nvSpPr>
          <p:cNvPr id="4" name="日期版面配置區 3">
            <a:extLst>
              <a:ext uri="{FF2B5EF4-FFF2-40B4-BE49-F238E27FC236}">
                <a16:creationId xmlns:a16="http://schemas.microsoft.com/office/drawing/2014/main" id="{F9169F44-448B-439E-9953-2293731CCD57}"/>
              </a:ext>
            </a:extLst>
          </p:cNvPr>
          <p:cNvSpPr>
            <a:spLocks noGrp="1"/>
          </p:cNvSpPr>
          <p:nvPr>
            <p:ph type="dt" sz="half" idx="10"/>
          </p:nvPr>
        </p:nvSpPr>
        <p:spPr>
          <a:xfrm>
            <a:off x="914400" y="6553200"/>
            <a:ext cx="1905000" cy="304800"/>
          </a:xfrm>
        </p:spPr>
        <p:txBody>
          <a:bodyPr/>
          <a:lstStyle/>
          <a:p>
            <a:fld id="{2D8983A8-4CF8-4635-9741-F727FF75988F}" type="datetime1">
              <a:rPr lang="zh-CN" altLang="en-US"/>
              <a:pPr/>
              <a:t>2025/10/20</a:t>
            </a:fld>
            <a:endParaRPr lang="en-US" altLang="zh-CN"/>
          </a:p>
        </p:txBody>
      </p:sp>
      <p:sp>
        <p:nvSpPr>
          <p:cNvPr id="5" name="投影片編號版面配置區 4">
            <a:extLst>
              <a:ext uri="{FF2B5EF4-FFF2-40B4-BE49-F238E27FC236}">
                <a16:creationId xmlns:a16="http://schemas.microsoft.com/office/drawing/2014/main" id="{56D1D223-42F1-49C4-9D09-6CD43AEEF7E7}"/>
              </a:ext>
            </a:extLst>
          </p:cNvPr>
          <p:cNvSpPr txBox="1">
            <a:spLocks/>
          </p:cNvSpPr>
          <p:nvPr/>
        </p:nvSpPr>
        <p:spPr>
          <a:xfrm>
            <a:off x="6781800" y="6553200"/>
            <a:ext cx="1905000" cy="304800"/>
          </a:xfrm>
          <a:prstGeom prst="rect">
            <a:avLst/>
          </a:prstGeom>
        </p:spPr>
        <p:txBody>
          <a:bodyPr vert="horz" lIns="91440" tIns="45720" rIns="91440" bIns="45720" rtlCol="0" anchor="ctr"/>
          <a:lstStyle>
            <a:defPPr>
              <a:defRPr lang="zh-TW"/>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965F10-E8A3-45BA-A0A6-EADA2D5D94F5}" type="slidenum">
              <a:rPr lang="zh-CN" altLang="en-US" smtClean="0"/>
              <a:pPr/>
              <a:t>11</a:t>
            </a:fld>
            <a:endParaRPr lang="en-US" altLang="zh-CN"/>
          </a:p>
        </p:txBody>
      </p:sp>
      <p:sp>
        <p:nvSpPr>
          <p:cNvPr id="7" name="Rectangle 3">
            <a:extLst>
              <a:ext uri="{FF2B5EF4-FFF2-40B4-BE49-F238E27FC236}">
                <a16:creationId xmlns:a16="http://schemas.microsoft.com/office/drawing/2014/main" id="{F2D655BD-374D-4010-911D-7C073DA189F1}"/>
              </a:ext>
            </a:extLst>
          </p:cNvPr>
          <p:cNvSpPr txBox="1">
            <a:spLocks noChangeArrowheads="1"/>
          </p:cNvSpPr>
          <p:nvPr/>
        </p:nvSpPr>
        <p:spPr>
          <a:xfrm>
            <a:off x="2017374" y="4983130"/>
            <a:ext cx="8040688" cy="8215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ea typeface="宋体" panose="02010600030101010101" pitchFamily="2" charset="-122"/>
              </a:rPr>
              <a:t>X</a:t>
            </a:r>
            <a:r>
              <a:rPr lang="zh-TW" altLang="en-US" dirty="0">
                <a:ea typeface="宋体" panose="02010600030101010101" pitchFamily="2" charset="-122"/>
              </a:rPr>
              <a:t>點離</a:t>
            </a:r>
            <a:r>
              <a:rPr lang="en-US" altLang="zh-CN" b="1" dirty="0" err="1">
                <a:ea typeface="宋体" panose="02010600030101010101" pitchFamily="2" charset="-122"/>
              </a:rPr>
              <a:t>wx</a:t>
            </a:r>
            <a:r>
              <a:rPr lang="en-US" altLang="zh-CN" dirty="0" err="1">
                <a:ea typeface="宋体" panose="02010600030101010101" pitchFamily="2" charset="-122"/>
              </a:rPr>
              <a:t>+b</a:t>
            </a:r>
            <a:r>
              <a:rPr lang="en-US" altLang="zh-CN" dirty="0">
                <a:ea typeface="宋体" panose="02010600030101010101" pitchFamily="2" charset="-122"/>
              </a:rPr>
              <a:t>= 0</a:t>
            </a:r>
            <a:r>
              <a:rPr lang="zh-TW" altLang="en-US" dirty="0">
                <a:ea typeface="宋体" panose="02010600030101010101" pitchFamily="2" charset="-122"/>
              </a:rPr>
              <a:t>的距離是多少</a:t>
            </a:r>
            <a:r>
              <a:rPr lang="en-US" altLang="zh-CN" dirty="0">
                <a:ea typeface="宋体" panose="02010600030101010101" pitchFamily="2" charset="-122"/>
              </a:rPr>
              <a:t>?</a:t>
            </a:r>
          </a:p>
          <a:p>
            <a:endParaRPr lang="zh-CN" altLang="en-US" dirty="0">
              <a:ea typeface="宋体" panose="02010600030101010101" pitchFamily="2" charset="-122"/>
            </a:endParaRPr>
          </a:p>
        </p:txBody>
      </p:sp>
      <p:sp>
        <p:nvSpPr>
          <p:cNvPr id="8" name="Line 4">
            <a:extLst>
              <a:ext uri="{FF2B5EF4-FFF2-40B4-BE49-F238E27FC236}">
                <a16:creationId xmlns:a16="http://schemas.microsoft.com/office/drawing/2014/main" id="{E3B04771-2EA7-4830-AACF-971AEB3673FC}"/>
              </a:ext>
            </a:extLst>
          </p:cNvPr>
          <p:cNvSpPr>
            <a:spLocks noChangeShapeType="1"/>
          </p:cNvSpPr>
          <p:nvPr/>
        </p:nvSpPr>
        <p:spPr bwMode="auto">
          <a:xfrm rot="18127581">
            <a:off x="3034168" y="3059665"/>
            <a:ext cx="3778250" cy="0"/>
          </a:xfrm>
          <a:prstGeom prst="line">
            <a:avLst/>
          </a:prstGeom>
          <a:noFill/>
          <a:ln w="3619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TW" altLang="en-US"/>
          </a:p>
        </p:txBody>
      </p:sp>
      <p:sp>
        <p:nvSpPr>
          <p:cNvPr id="9" name="Line 5">
            <a:extLst>
              <a:ext uri="{FF2B5EF4-FFF2-40B4-BE49-F238E27FC236}">
                <a16:creationId xmlns:a16="http://schemas.microsoft.com/office/drawing/2014/main" id="{38482252-E871-46FA-A55F-5F84084A1639}"/>
              </a:ext>
            </a:extLst>
          </p:cNvPr>
          <p:cNvSpPr>
            <a:spLocks noChangeShapeType="1"/>
          </p:cNvSpPr>
          <p:nvPr/>
        </p:nvSpPr>
        <p:spPr bwMode="auto">
          <a:xfrm rot="18127581">
            <a:off x="2980193" y="3059665"/>
            <a:ext cx="3886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TW" altLang="en-US"/>
          </a:p>
        </p:txBody>
      </p:sp>
      <p:sp>
        <p:nvSpPr>
          <p:cNvPr id="13" name="Line 9">
            <a:extLst>
              <a:ext uri="{FF2B5EF4-FFF2-40B4-BE49-F238E27FC236}">
                <a16:creationId xmlns:a16="http://schemas.microsoft.com/office/drawing/2014/main" id="{EEF66D40-6B2C-478E-9C18-7CBFCE0102EA}"/>
              </a:ext>
            </a:extLst>
          </p:cNvPr>
          <p:cNvSpPr>
            <a:spLocks noChangeShapeType="1"/>
          </p:cNvSpPr>
          <p:nvPr/>
        </p:nvSpPr>
        <p:spPr bwMode="auto">
          <a:xfrm flipH="1">
            <a:off x="3788230" y="1192765"/>
            <a:ext cx="0" cy="350520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TW" altLang="en-US"/>
          </a:p>
        </p:txBody>
      </p:sp>
      <p:sp>
        <p:nvSpPr>
          <p:cNvPr id="14" name="Line 10">
            <a:extLst>
              <a:ext uri="{FF2B5EF4-FFF2-40B4-BE49-F238E27FC236}">
                <a16:creationId xmlns:a16="http://schemas.microsoft.com/office/drawing/2014/main" id="{81F86438-3956-4A4F-B1DC-616A1D462BE3}"/>
              </a:ext>
            </a:extLst>
          </p:cNvPr>
          <p:cNvSpPr>
            <a:spLocks noChangeShapeType="1"/>
          </p:cNvSpPr>
          <p:nvPr/>
        </p:nvSpPr>
        <p:spPr bwMode="auto">
          <a:xfrm flipV="1">
            <a:off x="3670755" y="4097890"/>
            <a:ext cx="304165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TW" altLang="en-US"/>
          </a:p>
        </p:txBody>
      </p:sp>
      <p:sp>
        <p:nvSpPr>
          <p:cNvPr id="15" name="Oval 11">
            <a:extLst>
              <a:ext uri="{FF2B5EF4-FFF2-40B4-BE49-F238E27FC236}">
                <a16:creationId xmlns:a16="http://schemas.microsoft.com/office/drawing/2014/main" id="{ABA1E90B-946A-4AD8-BD94-27C24CCC04C7}"/>
              </a:ext>
            </a:extLst>
          </p:cNvPr>
          <p:cNvSpPr>
            <a:spLocks noChangeAspect="1" noChangeArrowheads="1"/>
          </p:cNvSpPr>
          <p:nvPr/>
        </p:nvSpPr>
        <p:spPr bwMode="auto">
          <a:xfrm>
            <a:off x="4734380" y="3728003"/>
            <a:ext cx="50800" cy="3333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6" name="Oval 12">
            <a:extLst>
              <a:ext uri="{FF2B5EF4-FFF2-40B4-BE49-F238E27FC236}">
                <a16:creationId xmlns:a16="http://schemas.microsoft.com/office/drawing/2014/main" id="{BDD500D6-83F3-4EF8-A961-AB070B4E4311}"/>
              </a:ext>
            </a:extLst>
          </p:cNvPr>
          <p:cNvSpPr>
            <a:spLocks noChangeAspect="1" noChangeArrowheads="1"/>
          </p:cNvSpPr>
          <p:nvPr/>
        </p:nvSpPr>
        <p:spPr bwMode="auto">
          <a:xfrm>
            <a:off x="3710443" y="2939015"/>
            <a:ext cx="50800" cy="333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7" name="Oval 13">
            <a:extLst>
              <a:ext uri="{FF2B5EF4-FFF2-40B4-BE49-F238E27FC236}">
                <a16:creationId xmlns:a16="http://schemas.microsoft.com/office/drawing/2014/main" id="{7E886182-7523-46AE-BCFB-EE993D6A8068}"/>
              </a:ext>
            </a:extLst>
          </p:cNvPr>
          <p:cNvSpPr>
            <a:spLocks noChangeAspect="1" noChangeArrowheads="1"/>
          </p:cNvSpPr>
          <p:nvPr/>
        </p:nvSpPr>
        <p:spPr bwMode="auto">
          <a:xfrm>
            <a:off x="5251905" y="2178603"/>
            <a:ext cx="50800" cy="3333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8" name="Oval 14">
            <a:extLst>
              <a:ext uri="{FF2B5EF4-FFF2-40B4-BE49-F238E27FC236}">
                <a16:creationId xmlns:a16="http://schemas.microsoft.com/office/drawing/2014/main" id="{FC65757E-5696-4EAA-BBBA-4813161526CE}"/>
              </a:ext>
            </a:extLst>
          </p:cNvPr>
          <p:cNvSpPr>
            <a:spLocks noChangeAspect="1" noChangeArrowheads="1"/>
          </p:cNvSpPr>
          <p:nvPr/>
        </p:nvSpPr>
        <p:spPr bwMode="auto">
          <a:xfrm>
            <a:off x="5305880" y="2751690"/>
            <a:ext cx="49213" cy="3333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9" name="Oval 15">
            <a:extLst>
              <a:ext uri="{FF2B5EF4-FFF2-40B4-BE49-F238E27FC236}">
                <a16:creationId xmlns:a16="http://schemas.microsoft.com/office/drawing/2014/main" id="{2CAEECF2-6401-4FEE-82EA-DF770185AB78}"/>
              </a:ext>
            </a:extLst>
          </p:cNvPr>
          <p:cNvSpPr>
            <a:spLocks noChangeAspect="1" noChangeArrowheads="1"/>
          </p:cNvSpPr>
          <p:nvPr/>
        </p:nvSpPr>
        <p:spPr bwMode="auto">
          <a:xfrm>
            <a:off x="4478793" y="2072240"/>
            <a:ext cx="50800" cy="36513"/>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0" name="Oval 16">
            <a:extLst>
              <a:ext uri="{FF2B5EF4-FFF2-40B4-BE49-F238E27FC236}">
                <a16:creationId xmlns:a16="http://schemas.microsoft.com/office/drawing/2014/main" id="{3DBC708D-34FD-4B7B-9A8D-BEB350879414}"/>
              </a:ext>
            </a:extLst>
          </p:cNvPr>
          <p:cNvSpPr>
            <a:spLocks noChangeAspect="1" noChangeArrowheads="1"/>
          </p:cNvSpPr>
          <p:nvPr/>
        </p:nvSpPr>
        <p:spPr bwMode="auto">
          <a:xfrm>
            <a:off x="4875668" y="2819953"/>
            <a:ext cx="44450" cy="3333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1" name="Oval 17">
            <a:extLst>
              <a:ext uri="{FF2B5EF4-FFF2-40B4-BE49-F238E27FC236}">
                <a16:creationId xmlns:a16="http://schemas.microsoft.com/office/drawing/2014/main" id="{76E2C985-81E7-4AA3-A065-90AFCEB550E9}"/>
              </a:ext>
            </a:extLst>
          </p:cNvPr>
          <p:cNvSpPr>
            <a:spLocks noChangeAspect="1" noChangeArrowheads="1"/>
          </p:cNvSpPr>
          <p:nvPr/>
        </p:nvSpPr>
        <p:spPr bwMode="auto">
          <a:xfrm>
            <a:off x="4177168" y="2394503"/>
            <a:ext cx="50800" cy="412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2" name="Oval 18">
            <a:extLst>
              <a:ext uri="{FF2B5EF4-FFF2-40B4-BE49-F238E27FC236}">
                <a16:creationId xmlns:a16="http://schemas.microsoft.com/office/drawing/2014/main" id="{F5CD6471-7090-48C1-B225-7C7F0E8925AD}"/>
              </a:ext>
            </a:extLst>
          </p:cNvPr>
          <p:cNvSpPr>
            <a:spLocks noChangeAspect="1" noChangeArrowheads="1"/>
          </p:cNvSpPr>
          <p:nvPr/>
        </p:nvSpPr>
        <p:spPr bwMode="auto">
          <a:xfrm>
            <a:off x="5888493" y="3086653"/>
            <a:ext cx="50800" cy="349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3" name="Oval 19">
            <a:extLst>
              <a:ext uri="{FF2B5EF4-FFF2-40B4-BE49-F238E27FC236}">
                <a16:creationId xmlns:a16="http://schemas.microsoft.com/office/drawing/2014/main" id="{48771172-4EE8-46CB-8842-5F27E5482505}"/>
              </a:ext>
            </a:extLst>
          </p:cNvPr>
          <p:cNvSpPr>
            <a:spLocks noChangeAspect="1" noChangeArrowheads="1"/>
          </p:cNvSpPr>
          <p:nvPr/>
        </p:nvSpPr>
        <p:spPr bwMode="auto">
          <a:xfrm rot="20481726">
            <a:off x="4875668" y="3315253"/>
            <a:ext cx="46037" cy="3333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4" name="Oval 20">
            <a:extLst>
              <a:ext uri="{FF2B5EF4-FFF2-40B4-BE49-F238E27FC236}">
                <a16:creationId xmlns:a16="http://schemas.microsoft.com/office/drawing/2014/main" id="{BCB989D9-C633-49A6-8E21-61EABF50222B}"/>
              </a:ext>
            </a:extLst>
          </p:cNvPr>
          <p:cNvSpPr>
            <a:spLocks noChangeAspect="1" noChangeArrowheads="1"/>
          </p:cNvSpPr>
          <p:nvPr/>
        </p:nvSpPr>
        <p:spPr bwMode="auto">
          <a:xfrm rot="20481726">
            <a:off x="6636205" y="2467528"/>
            <a:ext cx="49213" cy="349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5" name="Oval 21">
            <a:extLst>
              <a:ext uri="{FF2B5EF4-FFF2-40B4-BE49-F238E27FC236}">
                <a16:creationId xmlns:a16="http://schemas.microsoft.com/office/drawing/2014/main" id="{3241A3CD-3932-4EB6-827C-9A581866A89B}"/>
              </a:ext>
            </a:extLst>
          </p:cNvPr>
          <p:cNvSpPr>
            <a:spLocks noChangeAspect="1" noChangeArrowheads="1"/>
          </p:cNvSpPr>
          <p:nvPr/>
        </p:nvSpPr>
        <p:spPr bwMode="auto">
          <a:xfrm rot="20481726">
            <a:off x="6047243" y="3386690"/>
            <a:ext cx="50800" cy="349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6" name="Oval 22">
            <a:extLst>
              <a:ext uri="{FF2B5EF4-FFF2-40B4-BE49-F238E27FC236}">
                <a16:creationId xmlns:a16="http://schemas.microsoft.com/office/drawing/2014/main" id="{03F7C70E-ED37-4041-989F-B07AA863C08E}"/>
              </a:ext>
            </a:extLst>
          </p:cNvPr>
          <p:cNvSpPr>
            <a:spLocks noChangeAspect="1" noChangeArrowheads="1"/>
          </p:cNvSpPr>
          <p:nvPr/>
        </p:nvSpPr>
        <p:spPr bwMode="auto">
          <a:xfrm rot="20481726">
            <a:off x="4240668" y="2075415"/>
            <a:ext cx="50800" cy="349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 name="Oval 23">
            <a:extLst>
              <a:ext uri="{FF2B5EF4-FFF2-40B4-BE49-F238E27FC236}">
                <a16:creationId xmlns:a16="http://schemas.microsoft.com/office/drawing/2014/main" id="{ACA77CAB-C49D-4653-878C-988E7873EEB9}"/>
              </a:ext>
            </a:extLst>
          </p:cNvPr>
          <p:cNvSpPr>
            <a:spLocks noChangeAspect="1" noChangeArrowheads="1"/>
          </p:cNvSpPr>
          <p:nvPr/>
        </p:nvSpPr>
        <p:spPr bwMode="auto">
          <a:xfrm rot="20481726">
            <a:off x="5561468" y="2715178"/>
            <a:ext cx="50800" cy="3651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8" name="Oval 24">
            <a:extLst>
              <a:ext uri="{FF2B5EF4-FFF2-40B4-BE49-F238E27FC236}">
                <a16:creationId xmlns:a16="http://schemas.microsoft.com/office/drawing/2014/main" id="{C9C6A5BC-B854-4F9E-8E9B-30E6600E1202}"/>
              </a:ext>
            </a:extLst>
          </p:cNvPr>
          <p:cNvSpPr>
            <a:spLocks noChangeAspect="1" noChangeArrowheads="1"/>
          </p:cNvSpPr>
          <p:nvPr/>
        </p:nvSpPr>
        <p:spPr bwMode="auto">
          <a:xfrm rot="20481726">
            <a:off x="6521905" y="3351765"/>
            <a:ext cx="50800" cy="3333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9" name="Oval 25">
            <a:extLst>
              <a:ext uri="{FF2B5EF4-FFF2-40B4-BE49-F238E27FC236}">
                <a16:creationId xmlns:a16="http://schemas.microsoft.com/office/drawing/2014/main" id="{7D9842C1-448A-444B-9DE7-E092BA72131F}"/>
              </a:ext>
            </a:extLst>
          </p:cNvPr>
          <p:cNvSpPr>
            <a:spLocks noChangeAspect="1" noChangeArrowheads="1"/>
          </p:cNvSpPr>
          <p:nvPr/>
        </p:nvSpPr>
        <p:spPr bwMode="auto">
          <a:xfrm rot="20481726">
            <a:off x="4232730" y="2754865"/>
            <a:ext cx="50800" cy="333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0" name="Oval 26">
            <a:extLst>
              <a:ext uri="{FF2B5EF4-FFF2-40B4-BE49-F238E27FC236}">
                <a16:creationId xmlns:a16="http://schemas.microsoft.com/office/drawing/2014/main" id="{9D52ECD8-B3AF-4E50-855B-ECBD10752AE2}"/>
              </a:ext>
            </a:extLst>
          </p:cNvPr>
          <p:cNvSpPr>
            <a:spLocks noChangeAspect="1" noChangeArrowheads="1"/>
          </p:cNvSpPr>
          <p:nvPr/>
        </p:nvSpPr>
        <p:spPr bwMode="auto">
          <a:xfrm rot="5895381">
            <a:off x="4862174" y="2344497"/>
            <a:ext cx="33337" cy="4445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1" name="Oval 27">
            <a:extLst>
              <a:ext uri="{FF2B5EF4-FFF2-40B4-BE49-F238E27FC236}">
                <a16:creationId xmlns:a16="http://schemas.microsoft.com/office/drawing/2014/main" id="{483F9F82-0A1A-4F28-AB86-CFE5CBBA06F0}"/>
              </a:ext>
            </a:extLst>
          </p:cNvPr>
          <p:cNvSpPr>
            <a:spLocks noChangeAspect="1" noChangeArrowheads="1"/>
          </p:cNvSpPr>
          <p:nvPr/>
        </p:nvSpPr>
        <p:spPr bwMode="auto">
          <a:xfrm rot="5895381">
            <a:off x="5086011" y="3870084"/>
            <a:ext cx="39688"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2" name="Oval 28">
            <a:extLst>
              <a:ext uri="{FF2B5EF4-FFF2-40B4-BE49-F238E27FC236}">
                <a16:creationId xmlns:a16="http://schemas.microsoft.com/office/drawing/2014/main" id="{AF044C41-BC2B-4081-B0D3-DC62513062AF}"/>
              </a:ext>
            </a:extLst>
          </p:cNvPr>
          <p:cNvSpPr>
            <a:spLocks noChangeAspect="1" noChangeArrowheads="1"/>
          </p:cNvSpPr>
          <p:nvPr/>
        </p:nvSpPr>
        <p:spPr bwMode="auto">
          <a:xfrm rot="5895381">
            <a:off x="4236699" y="3071572"/>
            <a:ext cx="33337"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3" name="Oval 29">
            <a:extLst>
              <a:ext uri="{FF2B5EF4-FFF2-40B4-BE49-F238E27FC236}">
                <a16:creationId xmlns:a16="http://schemas.microsoft.com/office/drawing/2014/main" id="{91289357-5625-45AA-9561-BAFCE78D08D8}"/>
              </a:ext>
            </a:extLst>
          </p:cNvPr>
          <p:cNvSpPr>
            <a:spLocks noChangeAspect="1" noChangeArrowheads="1"/>
          </p:cNvSpPr>
          <p:nvPr/>
        </p:nvSpPr>
        <p:spPr bwMode="auto">
          <a:xfrm rot="5895381">
            <a:off x="5258255" y="1880153"/>
            <a:ext cx="33337" cy="460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4" name="Oval 30">
            <a:extLst>
              <a:ext uri="{FF2B5EF4-FFF2-40B4-BE49-F238E27FC236}">
                <a16:creationId xmlns:a16="http://schemas.microsoft.com/office/drawing/2014/main" id="{4747CAC5-8339-4619-9EFF-DB328A2514CC}"/>
              </a:ext>
            </a:extLst>
          </p:cNvPr>
          <p:cNvSpPr>
            <a:spLocks noChangeAspect="1" noChangeArrowheads="1"/>
          </p:cNvSpPr>
          <p:nvPr/>
        </p:nvSpPr>
        <p:spPr bwMode="auto">
          <a:xfrm rot="5895381">
            <a:off x="6058355" y="3102528"/>
            <a:ext cx="4127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5" name="Oval 31">
            <a:extLst>
              <a:ext uri="{FF2B5EF4-FFF2-40B4-BE49-F238E27FC236}">
                <a16:creationId xmlns:a16="http://schemas.microsoft.com/office/drawing/2014/main" id="{DD04EBC2-8DD4-4398-8086-FBB4A795BFFD}"/>
              </a:ext>
            </a:extLst>
          </p:cNvPr>
          <p:cNvSpPr>
            <a:spLocks noChangeAspect="1" noChangeArrowheads="1"/>
          </p:cNvSpPr>
          <p:nvPr/>
        </p:nvSpPr>
        <p:spPr bwMode="auto">
          <a:xfrm rot="5895381">
            <a:off x="5280480" y="3058078"/>
            <a:ext cx="33337" cy="4603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6" name="Oval 32">
            <a:extLst>
              <a:ext uri="{FF2B5EF4-FFF2-40B4-BE49-F238E27FC236}">
                <a16:creationId xmlns:a16="http://schemas.microsoft.com/office/drawing/2014/main" id="{32048B79-48D8-4963-B713-5FE35529EE34}"/>
              </a:ext>
            </a:extLst>
          </p:cNvPr>
          <p:cNvSpPr>
            <a:spLocks noChangeAspect="1" noChangeArrowheads="1"/>
          </p:cNvSpPr>
          <p:nvPr/>
        </p:nvSpPr>
        <p:spPr bwMode="auto">
          <a:xfrm rot="5895381">
            <a:off x="6319499" y="2558809"/>
            <a:ext cx="33338" cy="4445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7" name="Oval 33">
            <a:extLst>
              <a:ext uri="{FF2B5EF4-FFF2-40B4-BE49-F238E27FC236}">
                <a16:creationId xmlns:a16="http://schemas.microsoft.com/office/drawing/2014/main" id="{DE6B052E-E357-44A7-9858-DC840AFD81BB}"/>
              </a:ext>
            </a:extLst>
          </p:cNvPr>
          <p:cNvSpPr>
            <a:spLocks noChangeAspect="1" noChangeArrowheads="1"/>
          </p:cNvSpPr>
          <p:nvPr/>
        </p:nvSpPr>
        <p:spPr bwMode="auto">
          <a:xfrm rot="5895381">
            <a:off x="4214474" y="1846022"/>
            <a:ext cx="33337"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8" name="Oval 34">
            <a:extLst>
              <a:ext uri="{FF2B5EF4-FFF2-40B4-BE49-F238E27FC236}">
                <a16:creationId xmlns:a16="http://schemas.microsoft.com/office/drawing/2014/main" id="{628902D0-952D-4839-828F-0C8096E11EE2}"/>
              </a:ext>
            </a:extLst>
          </p:cNvPr>
          <p:cNvSpPr>
            <a:spLocks noChangeAspect="1" noChangeArrowheads="1"/>
          </p:cNvSpPr>
          <p:nvPr/>
        </p:nvSpPr>
        <p:spPr bwMode="auto">
          <a:xfrm rot="5895381">
            <a:off x="6021049" y="2495309"/>
            <a:ext cx="33338" cy="4445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9" name="Oval 35">
            <a:extLst>
              <a:ext uri="{FF2B5EF4-FFF2-40B4-BE49-F238E27FC236}">
                <a16:creationId xmlns:a16="http://schemas.microsoft.com/office/drawing/2014/main" id="{CF92423E-6096-478B-B14E-B9D7E675BB3A}"/>
              </a:ext>
            </a:extLst>
          </p:cNvPr>
          <p:cNvSpPr>
            <a:spLocks noChangeAspect="1" noChangeArrowheads="1"/>
          </p:cNvSpPr>
          <p:nvPr/>
        </p:nvSpPr>
        <p:spPr bwMode="auto">
          <a:xfrm rot="5895381">
            <a:off x="5903574" y="3504959"/>
            <a:ext cx="39688" cy="4445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0" name="Oval 36">
            <a:extLst>
              <a:ext uri="{FF2B5EF4-FFF2-40B4-BE49-F238E27FC236}">
                <a16:creationId xmlns:a16="http://schemas.microsoft.com/office/drawing/2014/main" id="{09D1173F-4377-4D15-8EE0-A8BC70E47A72}"/>
              </a:ext>
            </a:extLst>
          </p:cNvPr>
          <p:cNvSpPr>
            <a:spLocks noChangeAspect="1" noChangeArrowheads="1"/>
          </p:cNvSpPr>
          <p:nvPr/>
        </p:nvSpPr>
        <p:spPr bwMode="auto">
          <a:xfrm rot="4777107">
            <a:off x="4555786" y="2677872"/>
            <a:ext cx="41275" cy="4921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1" name="Oval 37">
            <a:extLst>
              <a:ext uri="{FF2B5EF4-FFF2-40B4-BE49-F238E27FC236}">
                <a16:creationId xmlns:a16="http://schemas.microsoft.com/office/drawing/2014/main" id="{1273155A-2CED-4D66-9606-D36FC353C268}"/>
              </a:ext>
            </a:extLst>
          </p:cNvPr>
          <p:cNvSpPr>
            <a:spLocks noChangeAspect="1" noChangeArrowheads="1"/>
          </p:cNvSpPr>
          <p:nvPr/>
        </p:nvSpPr>
        <p:spPr bwMode="auto">
          <a:xfrm rot="4777107">
            <a:off x="5514636" y="3879609"/>
            <a:ext cx="33338" cy="4445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2" name="Oval 38">
            <a:extLst>
              <a:ext uri="{FF2B5EF4-FFF2-40B4-BE49-F238E27FC236}">
                <a16:creationId xmlns:a16="http://schemas.microsoft.com/office/drawing/2014/main" id="{8CB563B9-518E-4A46-9118-FAEC7B08B61D}"/>
              </a:ext>
            </a:extLst>
          </p:cNvPr>
          <p:cNvSpPr>
            <a:spLocks noChangeAspect="1" noChangeArrowheads="1"/>
          </p:cNvSpPr>
          <p:nvPr/>
        </p:nvSpPr>
        <p:spPr bwMode="auto">
          <a:xfrm rot="4777107">
            <a:off x="5260636" y="3612909"/>
            <a:ext cx="33338" cy="4445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3" name="Oval 39">
            <a:extLst>
              <a:ext uri="{FF2B5EF4-FFF2-40B4-BE49-F238E27FC236}">
                <a16:creationId xmlns:a16="http://schemas.microsoft.com/office/drawing/2014/main" id="{FB3E59ED-0BA6-4469-BE7F-951E26379D36}"/>
              </a:ext>
            </a:extLst>
          </p:cNvPr>
          <p:cNvSpPr>
            <a:spLocks noChangeAspect="1" noChangeArrowheads="1"/>
          </p:cNvSpPr>
          <p:nvPr/>
        </p:nvSpPr>
        <p:spPr bwMode="auto">
          <a:xfrm rot="4777107">
            <a:off x="3989842" y="2818366"/>
            <a:ext cx="41275" cy="4445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4" name="Oval 40">
            <a:extLst>
              <a:ext uri="{FF2B5EF4-FFF2-40B4-BE49-F238E27FC236}">
                <a16:creationId xmlns:a16="http://schemas.microsoft.com/office/drawing/2014/main" id="{26A51169-5D17-4B6B-BFB0-21D10FE89451}"/>
              </a:ext>
            </a:extLst>
          </p:cNvPr>
          <p:cNvSpPr>
            <a:spLocks noChangeAspect="1" noChangeArrowheads="1"/>
          </p:cNvSpPr>
          <p:nvPr/>
        </p:nvSpPr>
        <p:spPr bwMode="auto">
          <a:xfrm rot="4777107">
            <a:off x="4734380" y="2148441"/>
            <a:ext cx="34925" cy="4445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5" name="Oval 41">
            <a:extLst>
              <a:ext uri="{FF2B5EF4-FFF2-40B4-BE49-F238E27FC236}">
                <a16:creationId xmlns:a16="http://schemas.microsoft.com/office/drawing/2014/main" id="{FAC068FB-3834-4CC2-8CEA-7859F774F6F8}"/>
              </a:ext>
            </a:extLst>
          </p:cNvPr>
          <p:cNvSpPr>
            <a:spLocks noChangeAspect="1" noChangeArrowheads="1"/>
          </p:cNvSpPr>
          <p:nvPr/>
        </p:nvSpPr>
        <p:spPr bwMode="auto">
          <a:xfrm rot="4777107">
            <a:off x="5269367" y="3256516"/>
            <a:ext cx="349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6" name="Oval 42">
            <a:extLst>
              <a:ext uri="{FF2B5EF4-FFF2-40B4-BE49-F238E27FC236}">
                <a16:creationId xmlns:a16="http://schemas.microsoft.com/office/drawing/2014/main" id="{698A8369-3012-414B-8A4C-C714EBF20FBC}"/>
              </a:ext>
            </a:extLst>
          </p:cNvPr>
          <p:cNvSpPr>
            <a:spLocks noChangeAspect="1" noChangeArrowheads="1"/>
          </p:cNvSpPr>
          <p:nvPr/>
        </p:nvSpPr>
        <p:spPr bwMode="auto">
          <a:xfrm rot="4777107">
            <a:off x="3729492" y="2361166"/>
            <a:ext cx="4127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7" name="Oval 43">
            <a:extLst>
              <a:ext uri="{FF2B5EF4-FFF2-40B4-BE49-F238E27FC236}">
                <a16:creationId xmlns:a16="http://schemas.microsoft.com/office/drawing/2014/main" id="{9B93A41B-7C1D-41D6-95A8-BCB9D4B0C179}"/>
              </a:ext>
            </a:extLst>
          </p:cNvPr>
          <p:cNvSpPr>
            <a:spLocks noChangeAspect="1" noChangeArrowheads="1"/>
          </p:cNvSpPr>
          <p:nvPr/>
        </p:nvSpPr>
        <p:spPr bwMode="auto">
          <a:xfrm rot="4777107">
            <a:off x="4921705" y="3734353"/>
            <a:ext cx="38100"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8" name="Oval 44">
            <a:extLst>
              <a:ext uri="{FF2B5EF4-FFF2-40B4-BE49-F238E27FC236}">
                <a16:creationId xmlns:a16="http://schemas.microsoft.com/office/drawing/2014/main" id="{88D4A8CD-8416-4D7C-9E59-F36B69F2BD11}"/>
              </a:ext>
            </a:extLst>
          </p:cNvPr>
          <p:cNvSpPr>
            <a:spLocks noChangeAspect="1" noChangeArrowheads="1"/>
          </p:cNvSpPr>
          <p:nvPr/>
        </p:nvSpPr>
        <p:spPr bwMode="auto">
          <a:xfrm rot="4777107">
            <a:off x="6057561" y="3530360"/>
            <a:ext cx="34925" cy="4921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9" name="Line 45">
            <a:extLst>
              <a:ext uri="{FF2B5EF4-FFF2-40B4-BE49-F238E27FC236}">
                <a16:creationId xmlns:a16="http://schemas.microsoft.com/office/drawing/2014/main" id="{8B4EE86F-8AE4-4854-B890-75A2FC60D592}"/>
              </a:ext>
            </a:extLst>
          </p:cNvPr>
          <p:cNvSpPr>
            <a:spLocks noChangeShapeType="1"/>
          </p:cNvSpPr>
          <p:nvPr/>
        </p:nvSpPr>
        <p:spPr bwMode="auto">
          <a:xfrm>
            <a:off x="4245430" y="2411965"/>
            <a:ext cx="762000" cy="4572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TW" altLang="en-US"/>
          </a:p>
        </p:txBody>
      </p:sp>
      <p:sp>
        <p:nvSpPr>
          <p:cNvPr id="50" name="Text Box 46">
            <a:extLst>
              <a:ext uri="{FF2B5EF4-FFF2-40B4-BE49-F238E27FC236}">
                <a16:creationId xmlns:a16="http://schemas.microsoft.com/office/drawing/2014/main" id="{0915F166-6F29-4E80-A82F-8D2B95942994}"/>
              </a:ext>
            </a:extLst>
          </p:cNvPr>
          <p:cNvSpPr txBox="1">
            <a:spLocks noChangeArrowheads="1"/>
          </p:cNvSpPr>
          <p:nvPr/>
        </p:nvSpPr>
        <p:spPr bwMode="auto">
          <a:xfrm>
            <a:off x="4016830" y="2030965"/>
            <a:ext cx="4572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zh-CN" sz="2000" b="1">
                <a:ea typeface="宋体" panose="02010600030101010101" pitchFamily="2" charset="-122"/>
              </a:rPr>
              <a:t>x</a:t>
            </a:r>
          </a:p>
        </p:txBody>
      </p:sp>
      <p:sp>
        <p:nvSpPr>
          <p:cNvPr id="51" name="Text Box 47">
            <a:extLst>
              <a:ext uri="{FF2B5EF4-FFF2-40B4-BE49-F238E27FC236}">
                <a16:creationId xmlns:a16="http://schemas.microsoft.com/office/drawing/2014/main" id="{E6D63EC9-BC81-4388-A17D-A8470D448CBC}"/>
              </a:ext>
            </a:extLst>
          </p:cNvPr>
          <p:cNvSpPr txBox="1">
            <a:spLocks noChangeArrowheads="1"/>
          </p:cNvSpPr>
          <p:nvPr/>
        </p:nvSpPr>
        <p:spPr bwMode="auto">
          <a:xfrm>
            <a:off x="6302830" y="1802365"/>
            <a:ext cx="2057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zh-CN" sz="2800" b="1">
                <a:ea typeface="宋体" panose="02010600030101010101" pitchFamily="2" charset="-122"/>
              </a:rPr>
              <a:t>wx </a:t>
            </a:r>
            <a:r>
              <a:rPr lang="en-US" altLang="zh-CN" sz="2800">
                <a:ea typeface="宋体" panose="02010600030101010101" pitchFamily="2" charset="-122"/>
              </a:rPr>
              <a:t>+b = 0</a:t>
            </a:r>
          </a:p>
        </p:txBody>
      </p:sp>
      <p:graphicFrame>
        <p:nvGraphicFramePr>
          <p:cNvPr id="52" name="Object 48">
            <a:extLst>
              <a:ext uri="{FF2B5EF4-FFF2-40B4-BE49-F238E27FC236}">
                <a16:creationId xmlns:a16="http://schemas.microsoft.com/office/drawing/2014/main" id="{B7C19A53-1361-4709-84DF-CBD56BF0608E}"/>
              </a:ext>
            </a:extLst>
          </p:cNvPr>
          <p:cNvGraphicFramePr>
            <a:graphicFrameLocks noChangeAspect="1"/>
          </p:cNvGraphicFramePr>
          <p:nvPr>
            <p:extLst>
              <p:ext uri="{D42A27DB-BD31-4B8C-83A1-F6EECF244321}">
                <p14:modId xmlns:p14="http://schemas.microsoft.com/office/powerpoint/2010/main" val="1932678518"/>
              </p:ext>
            </p:extLst>
          </p:nvPr>
        </p:nvGraphicFramePr>
        <p:xfrm>
          <a:off x="3572330" y="5567915"/>
          <a:ext cx="3784600" cy="1209675"/>
        </p:xfrm>
        <a:graphic>
          <a:graphicData uri="http://schemas.openxmlformats.org/presentationml/2006/ole">
            <mc:AlternateContent xmlns:mc="http://schemas.openxmlformats.org/markup-compatibility/2006">
              <mc:Choice xmlns:v="urn:schemas-microsoft-com:vml" Requires="v">
                <p:oleObj name="Equation" r:id="rId2" imgW="1549080" imgH="495000" progId="Equation.DSMT4">
                  <p:embed/>
                </p:oleObj>
              </mc:Choice>
              <mc:Fallback>
                <p:oleObj name="Equation" r:id="rId2" imgW="1549080" imgH="495000" progId="Equation.DSMT4">
                  <p:embed/>
                  <p:pic>
                    <p:nvPicPr>
                      <p:cNvPr id="52" name="Object 48">
                        <a:extLst>
                          <a:ext uri="{FF2B5EF4-FFF2-40B4-BE49-F238E27FC236}">
                            <a16:creationId xmlns:a16="http://schemas.microsoft.com/office/drawing/2014/main" id="{B7C19A53-1361-4709-84DF-CBD56BF060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2330" y="5567915"/>
                        <a:ext cx="3784600" cy="1209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 name="Line 49">
            <a:extLst>
              <a:ext uri="{FF2B5EF4-FFF2-40B4-BE49-F238E27FC236}">
                <a16:creationId xmlns:a16="http://schemas.microsoft.com/office/drawing/2014/main" id="{49E8F6D2-5FE1-4E66-88F5-5ADA50FEA642}"/>
              </a:ext>
            </a:extLst>
          </p:cNvPr>
          <p:cNvSpPr>
            <a:spLocks noChangeShapeType="1"/>
          </p:cNvSpPr>
          <p:nvPr/>
        </p:nvSpPr>
        <p:spPr bwMode="auto">
          <a:xfrm flipH="1">
            <a:off x="5312230" y="2107165"/>
            <a:ext cx="1143000" cy="381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TW" altLang="en-US"/>
          </a:p>
        </p:txBody>
      </p:sp>
      <p:sp>
        <p:nvSpPr>
          <p:cNvPr id="54" name="Text Box 50">
            <a:extLst>
              <a:ext uri="{FF2B5EF4-FFF2-40B4-BE49-F238E27FC236}">
                <a16:creationId xmlns:a16="http://schemas.microsoft.com/office/drawing/2014/main" id="{B590F246-B16C-47DE-AF38-420AFF358D80}"/>
              </a:ext>
            </a:extLst>
          </p:cNvPr>
          <p:cNvSpPr txBox="1">
            <a:spLocks noChangeArrowheads="1"/>
          </p:cNvSpPr>
          <p:nvPr/>
        </p:nvSpPr>
        <p:spPr bwMode="auto">
          <a:xfrm>
            <a:off x="7522030" y="2716765"/>
            <a:ext cx="2438400" cy="1323975"/>
          </a:xfrm>
          <a:prstGeom prst="rect">
            <a:avLst/>
          </a:prstGeom>
          <a:noFill/>
          <a:ln w="12700" algn="ctr">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defRPr>
            </a:lvl1pPr>
            <a:lvl2pPr>
              <a:defRPr sz="2400">
                <a:solidFill>
                  <a:schemeClr val="tx1"/>
                </a:solidFill>
                <a:latin typeface="Arial" panose="020B0604020202020204" pitchFamily="34" charset="0"/>
              </a:defRPr>
            </a:lvl2pPr>
            <a:lvl3pPr>
              <a:defRPr sz="2400">
                <a:solidFill>
                  <a:schemeClr val="tx1"/>
                </a:solidFill>
                <a:latin typeface="Arial" panose="020B0604020202020204" pitchFamily="34" charset="0"/>
              </a:defRPr>
            </a:lvl3pPr>
            <a:lvl4pPr>
              <a:defRPr sz="2400">
                <a:solidFill>
                  <a:schemeClr val="tx1"/>
                </a:solidFill>
                <a:latin typeface="Arial" panose="020B0604020202020204" pitchFamily="34" charset="0"/>
              </a:defRPr>
            </a:lvl4pPr>
            <a:lvl5pPr>
              <a:defRPr sz="2400">
                <a:solidFill>
                  <a:schemeClr val="tx1"/>
                </a:solidFill>
                <a:latin typeface="Arial" panose="020B0604020202020204" pitchFamily="34" charset="0"/>
              </a:defRPr>
            </a:lvl5pPr>
            <a:lvl6pPr fontAlgn="base">
              <a:spcBef>
                <a:spcPct val="0"/>
              </a:spcBef>
              <a:spcAft>
                <a:spcPct val="0"/>
              </a:spcAft>
              <a:defRPr sz="2400">
                <a:solidFill>
                  <a:schemeClr val="tx1"/>
                </a:solidFill>
                <a:latin typeface="Arial" panose="020B0604020202020204" pitchFamily="34" charset="0"/>
              </a:defRPr>
            </a:lvl6pPr>
            <a:lvl7pPr fontAlgn="base">
              <a:spcBef>
                <a:spcPct val="0"/>
              </a:spcBef>
              <a:spcAft>
                <a:spcPct val="0"/>
              </a:spcAft>
              <a:defRPr sz="2400">
                <a:solidFill>
                  <a:schemeClr val="tx1"/>
                </a:solidFill>
                <a:latin typeface="Arial" panose="020B0604020202020204" pitchFamily="34" charset="0"/>
              </a:defRPr>
            </a:lvl7pPr>
            <a:lvl8pPr fontAlgn="base">
              <a:spcBef>
                <a:spcPct val="0"/>
              </a:spcBef>
              <a:spcAft>
                <a:spcPct val="0"/>
              </a:spcAft>
              <a:defRPr sz="2400">
                <a:solidFill>
                  <a:schemeClr val="tx1"/>
                </a:solidFill>
                <a:latin typeface="Arial" panose="020B0604020202020204" pitchFamily="34" charset="0"/>
              </a:defRPr>
            </a:lvl8pPr>
            <a:lvl9pPr fontAlgn="base">
              <a:spcBef>
                <a:spcPct val="0"/>
              </a:spcBef>
              <a:spcAft>
                <a:spcPct val="0"/>
              </a:spcAft>
              <a:defRPr sz="2400">
                <a:solidFill>
                  <a:schemeClr val="tx1"/>
                </a:solidFill>
                <a:latin typeface="Arial" panose="020B0604020202020204" pitchFamily="34" charset="0"/>
              </a:defRPr>
            </a:lvl9pPr>
          </a:lstStyle>
          <a:p>
            <a:pPr>
              <a:spcBef>
                <a:spcPct val="50000"/>
              </a:spcBef>
              <a:buClr>
                <a:schemeClr val="tx1"/>
              </a:buClr>
            </a:pPr>
            <a:r>
              <a:rPr lang="en-US" altLang="zh-CN" sz="2000" b="1">
                <a:latin typeface="Tahoma" panose="020B0604030504040204" pitchFamily="34" charset="0"/>
                <a:ea typeface="宋体" panose="02010600030101010101" pitchFamily="2" charset="-122"/>
              </a:rPr>
              <a:t>X</a:t>
            </a:r>
            <a:r>
              <a:rPr lang="en-US" altLang="zh-CN" sz="2000">
                <a:latin typeface="Tahoma" panose="020B0604030504040204" pitchFamily="34" charset="0"/>
                <a:ea typeface="宋体" panose="02010600030101010101" pitchFamily="2" charset="-122"/>
              </a:rPr>
              <a:t> – Vector</a:t>
            </a:r>
          </a:p>
          <a:p>
            <a:pPr>
              <a:spcBef>
                <a:spcPct val="50000"/>
              </a:spcBef>
              <a:buClr>
                <a:schemeClr val="tx1"/>
              </a:buClr>
            </a:pPr>
            <a:r>
              <a:rPr lang="en-US" altLang="zh-CN" sz="2000" b="1">
                <a:latin typeface="Tahoma" panose="020B0604030504040204" pitchFamily="34" charset="0"/>
                <a:ea typeface="宋体" panose="02010600030101010101" pitchFamily="2" charset="-122"/>
              </a:rPr>
              <a:t>W</a:t>
            </a:r>
            <a:r>
              <a:rPr lang="en-US" altLang="zh-CN" sz="2000">
                <a:latin typeface="Tahoma" panose="020B0604030504040204" pitchFamily="34" charset="0"/>
                <a:ea typeface="宋体" panose="02010600030101010101" pitchFamily="2" charset="-122"/>
              </a:rPr>
              <a:t> – Normal Vector</a:t>
            </a:r>
          </a:p>
          <a:p>
            <a:pPr>
              <a:spcBef>
                <a:spcPct val="50000"/>
              </a:spcBef>
              <a:buClr>
                <a:schemeClr val="tx1"/>
              </a:buClr>
            </a:pPr>
            <a:r>
              <a:rPr lang="en-US" altLang="zh-CN" sz="2000">
                <a:latin typeface="Tahoma" panose="020B0604030504040204" pitchFamily="34" charset="0"/>
                <a:ea typeface="宋体" panose="02010600030101010101" pitchFamily="2" charset="-122"/>
              </a:rPr>
              <a:t>b  – Scale Value</a:t>
            </a:r>
          </a:p>
        </p:txBody>
      </p:sp>
      <p:sp>
        <p:nvSpPr>
          <p:cNvPr id="55" name="Line 51">
            <a:extLst>
              <a:ext uri="{FF2B5EF4-FFF2-40B4-BE49-F238E27FC236}">
                <a16:creationId xmlns:a16="http://schemas.microsoft.com/office/drawing/2014/main" id="{BBFBB37E-75E7-4299-9C4D-7772EA33D9B3}"/>
              </a:ext>
            </a:extLst>
          </p:cNvPr>
          <p:cNvSpPr>
            <a:spLocks noChangeShapeType="1"/>
          </p:cNvSpPr>
          <p:nvPr/>
        </p:nvSpPr>
        <p:spPr bwMode="auto">
          <a:xfrm flipH="1" flipV="1">
            <a:off x="2492830" y="3097765"/>
            <a:ext cx="1295400" cy="99060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TW" altLang="en-US"/>
          </a:p>
        </p:txBody>
      </p:sp>
      <p:sp>
        <p:nvSpPr>
          <p:cNvPr id="56" name="Line 52">
            <a:extLst>
              <a:ext uri="{FF2B5EF4-FFF2-40B4-BE49-F238E27FC236}">
                <a16:creationId xmlns:a16="http://schemas.microsoft.com/office/drawing/2014/main" id="{8D54C3A4-8364-4461-BE8B-D8A6667A3164}"/>
              </a:ext>
            </a:extLst>
          </p:cNvPr>
          <p:cNvSpPr>
            <a:spLocks noChangeShapeType="1"/>
          </p:cNvSpPr>
          <p:nvPr/>
        </p:nvSpPr>
        <p:spPr bwMode="auto">
          <a:xfrm>
            <a:off x="3788230" y="4088365"/>
            <a:ext cx="381000" cy="304800"/>
          </a:xfrm>
          <a:prstGeom prst="line">
            <a:avLst/>
          </a:prstGeom>
          <a:noFill/>
          <a:ln w="38100">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TW" altLang="en-US"/>
          </a:p>
        </p:txBody>
      </p:sp>
      <p:sp>
        <p:nvSpPr>
          <p:cNvPr id="57" name="Text Box 53">
            <a:extLst>
              <a:ext uri="{FF2B5EF4-FFF2-40B4-BE49-F238E27FC236}">
                <a16:creationId xmlns:a16="http://schemas.microsoft.com/office/drawing/2014/main" id="{042B9262-8BD7-4DAC-BEB8-8CAE25608C22}"/>
              </a:ext>
            </a:extLst>
          </p:cNvPr>
          <p:cNvSpPr txBox="1">
            <a:spLocks noChangeArrowheads="1"/>
          </p:cNvSpPr>
          <p:nvPr/>
        </p:nvSpPr>
        <p:spPr bwMode="auto">
          <a:xfrm>
            <a:off x="1959430" y="2869165"/>
            <a:ext cx="3810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defRPr>
            </a:lvl1pPr>
            <a:lvl2pPr>
              <a:defRPr sz="2400">
                <a:solidFill>
                  <a:schemeClr val="tx1"/>
                </a:solidFill>
                <a:latin typeface="Arial" panose="020B0604020202020204" pitchFamily="34" charset="0"/>
              </a:defRPr>
            </a:lvl2pPr>
            <a:lvl3pPr>
              <a:defRPr sz="2400">
                <a:solidFill>
                  <a:schemeClr val="tx1"/>
                </a:solidFill>
                <a:latin typeface="Arial" panose="020B0604020202020204" pitchFamily="34" charset="0"/>
              </a:defRPr>
            </a:lvl3pPr>
            <a:lvl4pPr>
              <a:defRPr sz="2400">
                <a:solidFill>
                  <a:schemeClr val="tx1"/>
                </a:solidFill>
                <a:latin typeface="Arial" panose="020B0604020202020204" pitchFamily="34" charset="0"/>
              </a:defRPr>
            </a:lvl4pPr>
            <a:lvl5pPr>
              <a:defRPr sz="2400">
                <a:solidFill>
                  <a:schemeClr val="tx1"/>
                </a:solidFill>
                <a:latin typeface="Arial" panose="020B0604020202020204" pitchFamily="34" charset="0"/>
              </a:defRPr>
            </a:lvl5pPr>
            <a:lvl6pPr fontAlgn="base">
              <a:spcBef>
                <a:spcPct val="0"/>
              </a:spcBef>
              <a:spcAft>
                <a:spcPct val="0"/>
              </a:spcAft>
              <a:defRPr sz="2400">
                <a:solidFill>
                  <a:schemeClr val="tx1"/>
                </a:solidFill>
                <a:latin typeface="Arial" panose="020B0604020202020204" pitchFamily="34" charset="0"/>
              </a:defRPr>
            </a:lvl6pPr>
            <a:lvl7pPr fontAlgn="base">
              <a:spcBef>
                <a:spcPct val="0"/>
              </a:spcBef>
              <a:spcAft>
                <a:spcPct val="0"/>
              </a:spcAft>
              <a:defRPr sz="2400">
                <a:solidFill>
                  <a:schemeClr val="tx1"/>
                </a:solidFill>
                <a:latin typeface="Arial" panose="020B0604020202020204" pitchFamily="34" charset="0"/>
              </a:defRPr>
            </a:lvl7pPr>
            <a:lvl8pPr fontAlgn="base">
              <a:spcBef>
                <a:spcPct val="0"/>
              </a:spcBef>
              <a:spcAft>
                <a:spcPct val="0"/>
              </a:spcAft>
              <a:defRPr sz="2400">
                <a:solidFill>
                  <a:schemeClr val="tx1"/>
                </a:solidFill>
                <a:latin typeface="Arial" panose="020B0604020202020204" pitchFamily="34" charset="0"/>
              </a:defRPr>
            </a:lvl8pPr>
            <a:lvl9pPr fontAlgn="base">
              <a:spcBef>
                <a:spcPct val="0"/>
              </a:spcBef>
              <a:spcAft>
                <a:spcPct val="0"/>
              </a:spcAft>
              <a:defRPr sz="2400">
                <a:solidFill>
                  <a:schemeClr val="tx1"/>
                </a:solidFill>
                <a:latin typeface="Arial" panose="020B0604020202020204" pitchFamily="34" charset="0"/>
              </a:defRPr>
            </a:lvl9pPr>
          </a:lstStyle>
          <a:p>
            <a:pPr>
              <a:spcBef>
                <a:spcPct val="50000"/>
              </a:spcBef>
              <a:buClr>
                <a:schemeClr val="tx1"/>
              </a:buClr>
            </a:pPr>
            <a:r>
              <a:rPr lang="en-US" altLang="zh-CN" sz="2000" b="1">
                <a:latin typeface="Tahoma" panose="020B0604030504040204" pitchFamily="34" charset="0"/>
                <a:ea typeface="宋体" panose="02010600030101010101" pitchFamily="2" charset="-122"/>
              </a:rPr>
              <a:t>W</a:t>
            </a:r>
          </a:p>
        </p:txBody>
      </p:sp>
      <p:grpSp>
        <p:nvGrpSpPr>
          <p:cNvPr id="58" name="群組 57">
            <a:extLst>
              <a:ext uri="{FF2B5EF4-FFF2-40B4-BE49-F238E27FC236}">
                <a16:creationId xmlns:a16="http://schemas.microsoft.com/office/drawing/2014/main" id="{04389A6F-ADAC-40E2-B59E-DC23E7FEEEC1}"/>
              </a:ext>
            </a:extLst>
          </p:cNvPr>
          <p:cNvGrpSpPr/>
          <p:nvPr/>
        </p:nvGrpSpPr>
        <p:grpSpPr>
          <a:xfrm>
            <a:off x="1477977" y="1671929"/>
            <a:ext cx="1234754" cy="854075"/>
            <a:chOff x="2362200" y="1905001"/>
            <a:chExt cx="1234754" cy="854075"/>
          </a:xfrm>
        </p:grpSpPr>
        <p:sp>
          <p:nvSpPr>
            <p:cNvPr id="59" name="Text Box 10">
              <a:extLst>
                <a:ext uri="{FF2B5EF4-FFF2-40B4-BE49-F238E27FC236}">
                  <a16:creationId xmlns:a16="http://schemas.microsoft.com/office/drawing/2014/main" id="{420C4913-1961-4B2E-B736-DFDB45437293}"/>
                </a:ext>
              </a:extLst>
            </p:cNvPr>
            <p:cNvSpPr txBox="1">
              <a:spLocks noChangeArrowheads="1"/>
            </p:cNvSpPr>
            <p:nvPr/>
          </p:nvSpPr>
          <p:spPr bwMode="auto">
            <a:xfrm>
              <a:off x="2362200" y="1905001"/>
              <a:ext cx="1234754"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Clr>
                  <a:schemeClr val="tx1"/>
                </a:buClr>
              </a:pPr>
              <a:r>
                <a:rPr lang="zh-TW" altLang="en-US" sz="2000" dirty="0">
                  <a:latin typeface="思源黑體 Normal" panose="020B0400000000000000" pitchFamily="34" charset="-120"/>
                  <a:ea typeface="思源黑體 Normal" panose="020B0400000000000000" pitchFamily="34" charset="-120"/>
                </a:rPr>
                <a:t>  表示</a:t>
              </a:r>
              <a:r>
                <a:rPr lang="en-US" altLang="zh-CN" sz="2000" dirty="0">
                  <a:latin typeface="思源黑體 Normal" panose="020B0400000000000000" pitchFamily="34" charset="-120"/>
                  <a:ea typeface="思源黑體 Normal" panose="020B0400000000000000" pitchFamily="34" charset="-120"/>
                </a:rPr>
                <a:t> +1</a:t>
              </a:r>
            </a:p>
            <a:p>
              <a:pPr>
                <a:spcBef>
                  <a:spcPct val="50000"/>
                </a:spcBef>
                <a:buClr>
                  <a:schemeClr val="tx1"/>
                </a:buClr>
              </a:pPr>
              <a:r>
                <a:rPr lang="zh-TW" altLang="en-US" sz="2000" dirty="0">
                  <a:latin typeface="思源黑體 Normal" panose="020B0400000000000000" pitchFamily="34" charset="-120"/>
                  <a:ea typeface="思源黑體 Normal" panose="020B0400000000000000" pitchFamily="34" charset="-120"/>
                </a:rPr>
                <a:t>  表示 </a:t>
              </a:r>
              <a:r>
                <a:rPr lang="en-US" altLang="zh-CN" sz="2000" dirty="0">
                  <a:latin typeface="思源黑體 Normal" panose="020B0400000000000000" pitchFamily="34" charset="-120"/>
                  <a:ea typeface="思源黑體 Normal" panose="020B0400000000000000" pitchFamily="34" charset="-120"/>
                </a:rPr>
                <a:t>-1</a:t>
              </a:r>
            </a:p>
          </p:txBody>
        </p:sp>
        <p:sp>
          <p:nvSpPr>
            <p:cNvPr id="60" name="Oval 11">
              <a:extLst>
                <a:ext uri="{FF2B5EF4-FFF2-40B4-BE49-F238E27FC236}">
                  <a16:creationId xmlns:a16="http://schemas.microsoft.com/office/drawing/2014/main" id="{B938498B-B703-4B6E-9FD5-9F6BDFC66BF8}"/>
                </a:ext>
              </a:extLst>
            </p:cNvPr>
            <p:cNvSpPr>
              <a:spLocks noChangeAspect="1" noChangeArrowheads="1"/>
            </p:cNvSpPr>
            <p:nvPr/>
          </p:nvSpPr>
          <p:spPr bwMode="auto">
            <a:xfrm rot="4777107">
              <a:off x="2439194" y="2056607"/>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1" name="Oval 12">
              <a:extLst>
                <a:ext uri="{FF2B5EF4-FFF2-40B4-BE49-F238E27FC236}">
                  <a16:creationId xmlns:a16="http://schemas.microsoft.com/office/drawing/2014/main" id="{C7C3B8A9-99A1-40DC-92A4-48D4633BE97F}"/>
                </a:ext>
              </a:extLst>
            </p:cNvPr>
            <p:cNvSpPr>
              <a:spLocks noChangeAspect="1" noChangeArrowheads="1"/>
            </p:cNvSpPr>
            <p:nvPr/>
          </p:nvSpPr>
          <p:spPr bwMode="auto">
            <a:xfrm rot="5895381">
              <a:off x="2439988" y="2513013"/>
              <a:ext cx="50800"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Tree>
    <p:extLst>
      <p:ext uri="{BB962C8B-B14F-4D97-AF65-F5344CB8AC3E}">
        <p14:creationId xmlns:p14="http://schemas.microsoft.com/office/powerpoint/2010/main" val="320062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DDCCC3-C330-4785-9EB3-5BF1780DE417}"/>
              </a:ext>
            </a:extLst>
          </p:cNvPr>
          <p:cNvSpPr>
            <a:spLocks noGrp="1"/>
          </p:cNvSpPr>
          <p:nvPr>
            <p:ph type="title"/>
          </p:nvPr>
        </p:nvSpPr>
        <p:spPr/>
        <p:txBody>
          <a:bodyPr/>
          <a:lstStyle/>
          <a:p>
            <a:r>
              <a:rPr lang="en-US" altLang="zh-CN" dirty="0">
                <a:ea typeface="宋体" panose="02010600030101010101" pitchFamily="2" charset="-122"/>
              </a:rPr>
              <a:t>Large-margin Decision Boundary</a:t>
            </a:r>
            <a:endParaRPr lang="zh-TW" altLang="en-US" dirty="0"/>
          </a:p>
        </p:txBody>
      </p:sp>
      <p:sp>
        <p:nvSpPr>
          <p:cNvPr id="3" name="內容版面配置區 2">
            <a:extLst>
              <a:ext uri="{FF2B5EF4-FFF2-40B4-BE49-F238E27FC236}">
                <a16:creationId xmlns:a16="http://schemas.microsoft.com/office/drawing/2014/main" id="{348E64B9-3ED6-47E3-B12D-F6D9E8EFEE6F}"/>
              </a:ext>
            </a:extLst>
          </p:cNvPr>
          <p:cNvSpPr>
            <a:spLocks noGrp="1"/>
          </p:cNvSpPr>
          <p:nvPr>
            <p:ph idx="1"/>
          </p:nvPr>
        </p:nvSpPr>
        <p:spPr>
          <a:xfrm>
            <a:off x="1024128" y="2084832"/>
            <a:ext cx="9720073" cy="4224528"/>
          </a:xfrm>
        </p:spPr>
        <p:txBody>
          <a:bodyPr/>
          <a:lstStyle/>
          <a:p>
            <a:r>
              <a:rPr lang="zh-TW" altLang="en-US" dirty="0"/>
              <a:t>決策邊界應該就是把兩類的資料點分的越開越好</a:t>
            </a:r>
            <a:endParaRPr lang="en-US" altLang="zh-TW" dirty="0"/>
          </a:p>
          <a:p>
            <a:r>
              <a:rPr lang="en-US" altLang="zh-TW" dirty="0"/>
              <a:t>                                             </a:t>
            </a:r>
            <a:r>
              <a:rPr lang="zh-TW" altLang="en-US" dirty="0"/>
              <a:t>最大化</a:t>
            </a:r>
            <a:r>
              <a:rPr lang="en-US" altLang="zh-TW" dirty="0"/>
              <a:t>margin</a:t>
            </a:r>
            <a:endParaRPr lang="zh-TW" altLang="en-US" dirty="0"/>
          </a:p>
        </p:txBody>
      </p:sp>
      <p:pic>
        <p:nvPicPr>
          <p:cNvPr id="26" name="Picture 1059" descr="txp_fig">
            <a:extLst>
              <a:ext uri="{FF2B5EF4-FFF2-40B4-BE49-F238E27FC236}">
                <a16:creationId xmlns:a16="http://schemas.microsoft.com/office/drawing/2014/main" id="{6BD19A25-44BD-4C53-9230-1CC0068DADDD}"/>
              </a:ext>
            </a:extLst>
          </p:cNvPr>
          <p:cNvPicPr>
            <a:picLocks noChangeAspect="1" noChangeArrowheads="1"/>
          </p:cNvPicPr>
          <p:nvPr>
            <p:custDataLst>
              <p:tags r:id="rId1"/>
            </p:custDataLst>
          </p:nvPr>
        </p:nvPicPr>
        <p:blipFill>
          <a:blip r:embed="rId7">
            <a:extLst>
              <a:ext uri="{28A0092B-C50C-407E-A947-70E740481C1C}">
                <a14:useLocalDpi xmlns:a14="http://schemas.microsoft.com/office/drawing/2010/main" val="0"/>
              </a:ext>
            </a:extLst>
          </a:blip>
          <a:srcRect/>
          <a:stretch>
            <a:fillRect/>
          </a:stretch>
        </p:blipFill>
        <p:spPr bwMode="auto">
          <a:xfrm>
            <a:off x="7296150" y="2253343"/>
            <a:ext cx="1752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2" name="群組 31">
            <a:extLst>
              <a:ext uri="{FF2B5EF4-FFF2-40B4-BE49-F238E27FC236}">
                <a16:creationId xmlns:a16="http://schemas.microsoft.com/office/drawing/2014/main" id="{D69AEDD4-5253-4A3B-9E45-E1A44BE648F2}"/>
              </a:ext>
            </a:extLst>
          </p:cNvPr>
          <p:cNvGrpSpPr/>
          <p:nvPr/>
        </p:nvGrpSpPr>
        <p:grpSpPr>
          <a:xfrm>
            <a:off x="1028700" y="2476500"/>
            <a:ext cx="5867400" cy="3886200"/>
            <a:chOff x="838200" y="2590800"/>
            <a:chExt cx="5867400" cy="3886200"/>
          </a:xfrm>
        </p:grpSpPr>
        <p:sp>
          <p:nvSpPr>
            <p:cNvPr id="4" name="Line 1028">
              <a:extLst>
                <a:ext uri="{FF2B5EF4-FFF2-40B4-BE49-F238E27FC236}">
                  <a16:creationId xmlns:a16="http://schemas.microsoft.com/office/drawing/2014/main" id="{89943DE0-8E99-4622-9938-756CC8F8B4AC}"/>
                </a:ext>
              </a:extLst>
            </p:cNvPr>
            <p:cNvSpPr>
              <a:spLocks noChangeShapeType="1"/>
            </p:cNvSpPr>
            <p:nvPr/>
          </p:nvSpPr>
          <p:spPr bwMode="auto">
            <a:xfrm flipV="1">
              <a:off x="838200" y="2667000"/>
              <a:ext cx="0" cy="3200400"/>
            </a:xfrm>
            <a:prstGeom prst="line">
              <a:avLst/>
            </a:prstGeom>
            <a:noFill/>
            <a:ln w="127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5" name="Line 1029">
              <a:extLst>
                <a:ext uri="{FF2B5EF4-FFF2-40B4-BE49-F238E27FC236}">
                  <a16:creationId xmlns:a16="http://schemas.microsoft.com/office/drawing/2014/main" id="{29211F94-D36C-41BA-9ABA-7EEB3CF54AB4}"/>
                </a:ext>
              </a:extLst>
            </p:cNvPr>
            <p:cNvSpPr>
              <a:spLocks noChangeShapeType="1"/>
            </p:cNvSpPr>
            <p:nvPr/>
          </p:nvSpPr>
          <p:spPr bwMode="auto">
            <a:xfrm flipV="1">
              <a:off x="838200" y="5867400"/>
              <a:ext cx="3048000" cy="0"/>
            </a:xfrm>
            <a:prstGeom prst="line">
              <a:avLst/>
            </a:prstGeom>
            <a:noFill/>
            <a:ln w="127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6" name="Oval 1030">
              <a:extLst>
                <a:ext uri="{FF2B5EF4-FFF2-40B4-BE49-F238E27FC236}">
                  <a16:creationId xmlns:a16="http://schemas.microsoft.com/office/drawing/2014/main" id="{319D94FD-235E-4A8B-9DFC-0498DE16C3C1}"/>
                </a:ext>
              </a:extLst>
            </p:cNvPr>
            <p:cNvSpPr>
              <a:spLocks noChangeArrowheads="1"/>
            </p:cNvSpPr>
            <p:nvPr/>
          </p:nvSpPr>
          <p:spPr bwMode="auto">
            <a:xfrm>
              <a:off x="2895600" y="32766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7" name="Oval 1031">
              <a:extLst>
                <a:ext uri="{FF2B5EF4-FFF2-40B4-BE49-F238E27FC236}">
                  <a16:creationId xmlns:a16="http://schemas.microsoft.com/office/drawing/2014/main" id="{5CA04AA8-6EAC-4BFF-84C1-CE0E10843BD0}"/>
                </a:ext>
              </a:extLst>
            </p:cNvPr>
            <p:cNvSpPr>
              <a:spLocks noChangeArrowheads="1"/>
            </p:cNvSpPr>
            <p:nvPr/>
          </p:nvSpPr>
          <p:spPr bwMode="auto">
            <a:xfrm>
              <a:off x="3124200" y="38862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8" name="Oval 1032">
              <a:extLst>
                <a:ext uri="{FF2B5EF4-FFF2-40B4-BE49-F238E27FC236}">
                  <a16:creationId xmlns:a16="http://schemas.microsoft.com/office/drawing/2014/main" id="{DB62501A-C65F-40FC-AFD8-73975AA50EFD}"/>
                </a:ext>
              </a:extLst>
            </p:cNvPr>
            <p:cNvSpPr>
              <a:spLocks noChangeArrowheads="1"/>
            </p:cNvSpPr>
            <p:nvPr/>
          </p:nvSpPr>
          <p:spPr bwMode="auto">
            <a:xfrm>
              <a:off x="3962400" y="41148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 name="Oval 1033">
              <a:extLst>
                <a:ext uri="{FF2B5EF4-FFF2-40B4-BE49-F238E27FC236}">
                  <a16:creationId xmlns:a16="http://schemas.microsoft.com/office/drawing/2014/main" id="{51CD1E08-0296-4FD7-B30C-0C300C61AA1A}"/>
                </a:ext>
              </a:extLst>
            </p:cNvPr>
            <p:cNvSpPr>
              <a:spLocks noChangeArrowheads="1"/>
            </p:cNvSpPr>
            <p:nvPr/>
          </p:nvSpPr>
          <p:spPr bwMode="auto">
            <a:xfrm>
              <a:off x="2438400" y="34290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 name="Oval 1034">
              <a:extLst>
                <a:ext uri="{FF2B5EF4-FFF2-40B4-BE49-F238E27FC236}">
                  <a16:creationId xmlns:a16="http://schemas.microsoft.com/office/drawing/2014/main" id="{D9B07F89-1ABC-4F02-B445-0A6F24BB9217}"/>
                </a:ext>
              </a:extLst>
            </p:cNvPr>
            <p:cNvSpPr>
              <a:spLocks noChangeArrowheads="1"/>
            </p:cNvSpPr>
            <p:nvPr/>
          </p:nvSpPr>
          <p:spPr bwMode="auto">
            <a:xfrm>
              <a:off x="3429000" y="44196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1" name="Rectangle 1035">
              <a:extLst>
                <a:ext uri="{FF2B5EF4-FFF2-40B4-BE49-F238E27FC236}">
                  <a16:creationId xmlns:a16="http://schemas.microsoft.com/office/drawing/2014/main" id="{3B7E1A44-B191-425B-BF01-92F738F56513}"/>
                </a:ext>
              </a:extLst>
            </p:cNvPr>
            <p:cNvSpPr>
              <a:spLocks noChangeArrowheads="1"/>
            </p:cNvSpPr>
            <p:nvPr/>
          </p:nvSpPr>
          <p:spPr bwMode="auto">
            <a:xfrm>
              <a:off x="1143000" y="43434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2" name="Rectangle 1036">
              <a:extLst>
                <a:ext uri="{FF2B5EF4-FFF2-40B4-BE49-F238E27FC236}">
                  <a16:creationId xmlns:a16="http://schemas.microsoft.com/office/drawing/2014/main" id="{D63FA8A4-AD46-4C3B-9E61-CB0C4D102304}"/>
                </a:ext>
              </a:extLst>
            </p:cNvPr>
            <p:cNvSpPr>
              <a:spLocks noChangeArrowheads="1"/>
            </p:cNvSpPr>
            <p:nvPr/>
          </p:nvSpPr>
          <p:spPr bwMode="auto">
            <a:xfrm>
              <a:off x="2362200" y="4800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3" name="Rectangle 1037">
              <a:extLst>
                <a:ext uri="{FF2B5EF4-FFF2-40B4-BE49-F238E27FC236}">
                  <a16:creationId xmlns:a16="http://schemas.microsoft.com/office/drawing/2014/main" id="{B2652C38-D7FF-41C0-A985-3894B32DE7F8}"/>
                </a:ext>
              </a:extLst>
            </p:cNvPr>
            <p:cNvSpPr>
              <a:spLocks noChangeArrowheads="1"/>
            </p:cNvSpPr>
            <p:nvPr/>
          </p:nvSpPr>
          <p:spPr bwMode="auto">
            <a:xfrm>
              <a:off x="2209800" y="52578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4" name="Rectangle 1038">
              <a:extLst>
                <a:ext uri="{FF2B5EF4-FFF2-40B4-BE49-F238E27FC236}">
                  <a16:creationId xmlns:a16="http://schemas.microsoft.com/office/drawing/2014/main" id="{8513A4C3-AB59-4065-9A8D-3E2C42E1C94B}"/>
                </a:ext>
              </a:extLst>
            </p:cNvPr>
            <p:cNvSpPr>
              <a:spLocks noChangeArrowheads="1"/>
            </p:cNvSpPr>
            <p:nvPr/>
          </p:nvSpPr>
          <p:spPr bwMode="auto">
            <a:xfrm>
              <a:off x="1600200" y="4800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5" name="Rectangle 1039">
              <a:extLst>
                <a:ext uri="{FF2B5EF4-FFF2-40B4-BE49-F238E27FC236}">
                  <a16:creationId xmlns:a16="http://schemas.microsoft.com/office/drawing/2014/main" id="{47AF9AFE-6492-4BFA-A41C-02F1D20CE0EB}"/>
                </a:ext>
              </a:extLst>
            </p:cNvPr>
            <p:cNvSpPr>
              <a:spLocks noChangeArrowheads="1"/>
            </p:cNvSpPr>
            <p:nvPr/>
          </p:nvSpPr>
          <p:spPr bwMode="auto">
            <a:xfrm>
              <a:off x="1295400" y="5181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6" name="Rectangle 1040">
              <a:extLst>
                <a:ext uri="{FF2B5EF4-FFF2-40B4-BE49-F238E27FC236}">
                  <a16:creationId xmlns:a16="http://schemas.microsoft.com/office/drawing/2014/main" id="{956EC611-C470-4BCD-8750-C6DF0736FADE}"/>
                </a:ext>
              </a:extLst>
            </p:cNvPr>
            <p:cNvSpPr>
              <a:spLocks noChangeArrowheads="1"/>
            </p:cNvSpPr>
            <p:nvPr/>
          </p:nvSpPr>
          <p:spPr bwMode="auto">
            <a:xfrm>
              <a:off x="1447800" y="4038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7" name="Text Box 1041">
              <a:extLst>
                <a:ext uri="{FF2B5EF4-FFF2-40B4-BE49-F238E27FC236}">
                  <a16:creationId xmlns:a16="http://schemas.microsoft.com/office/drawing/2014/main" id="{A6C5C9FA-F7EA-424D-9519-92308C5516AF}"/>
                </a:ext>
              </a:extLst>
            </p:cNvPr>
            <p:cNvSpPr txBox="1">
              <a:spLocks noChangeArrowheads="1"/>
            </p:cNvSpPr>
            <p:nvPr/>
          </p:nvSpPr>
          <p:spPr bwMode="auto">
            <a:xfrm>
              <a:off x="1143000" y="5383213"/>
              <a:ext cx="971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ea typeface="宋体" panose="02010600030101010101" pitchFamily="2" charset="-122"/>
                </a:rPr>
                <a:t>Class 1</a:t>
              </a:r>
            </a:p>
          </p:txBody>
        </p:sp>
        <p:sp>
          <p:nvSpPr>
            <p:cNvPr id="18" name="Text Box 1042">
              <a:extLst>
                <a:ext uri="{FF2B5EF4-FFF2-40B4-BE49-F238E27FC236}">
                  <a16:creationId xmlns:a16="http://schemas.microsoft.com/office/drawing/2014/main" id="{AC6FA271-0860-4663-9AB0-E5ABB6A50B50}"/>
                </a:ext>
              </a:extLst>
            </p:cNvPr>
            <p:cNvSpPr txBox="1">
              <a:spLocks noChangeArrowheads="1"/>
            </p:cNvSpPr>
            <p:nvPr/>
          </p:nvSpPr>
          <p:spPr bwMode="auto">
            <a:xfrm>
              <a:off x="3581400" y="4191000"/>
              <a:ext cx="971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ea typeface="宋体" panose="02010600030101010101" pitchFamily="2" charset="-122"/>
                </a:rPr>
                <a:t>Class 2</a:t>
              </a:r>
            </a:p>
          </p:txBody>
        </p:sp>
        <p:sp>
          <p:nvSpPr>
            <p:cNvPr id="19" name="Line 1044">
              <a:extLst>
                <a:ext uri="{FF2B5EF4-FFF2-40B4-BE49-F238E27FC236}">
                  <a16:creationId xmlns:a16="http://schemas.microsoft.com/office/drawing/2014/main" id="{2F86D2E9-1D9C-42B4-8B9E-401F4D2E028C}"/>
                </a:ext>
              </a:extLst>
            </p:cNvPr>
            <p:cNvSpPr>
              <a:spLocks noChangeShapeType="1"/>
            </p:cNvSpPr>
            <p:nvPr/>
          </p:nvSpPr>
          <p:spPr bwMode="auto">
            <a:xfrm>
              <a:off x="1905000" y="2895600"/>
              <a:ext cx="2514600" cy="2514600"/>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20" name="Line 1045">
              <a:extLst>
                <a:ext uri="{FF2B5EF4-FFF2-40B4-BE49-F238E27FC236}">
                  <a16:creationId xmlns:a16="http://schemas.microsoft.com/office/drawing/2014/main" id="{04581969-8527-4220-AF18-CFF75EAC8C3B}"/>
                </a:ext>
              </a:extLst>
            </p:cNvPr>
            <p:cNvSpPr>
              <a:spLocks noChangeShapeType="1"/>
            </p:cNvSpPr>
            <p:nvPr/>
          </p:nvSpPr>
          <p:spPr bwMode="auto">
            <a:xfrm>
              <a:off x="914400" y="3276600"/>
              <a:ext cx="2971800" cy="2971800"/>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21" name="Line 1046">
              <a:extLst>
                <a:ext uri="{FF2B5EF4-FFF2-40B4-BE49-F238E27FC236}">
                  <a16:creationId xmlns:a16="http://schemas.microsoft.com/office/drawing/2014/main" id="{8DE0765B-7D88-4628-A381-393E12742771}"/>
                </a:ext>
              </a:extLst>
            </p:cNvPr>
            <p:cNvSpPr>
              <a:spLocks noChangeShapeType="1"/>
            </p:cNvSpPr>
            <p:nvPr/>
          </p:nvSpPr>
          <p:spPr bwMode="auto">
            <a:xfrm>
              <a:off x="914400" y="2590800"/>
              <a:ext cx="3886200" cy="3886200"/>
            </a:xfrm>
            <a:prstGeom prst="line">
              <a:avLst/>
            </a:prstGeom>
            <a:noFill/>
            <a:ln w="38100">
              <a:solidFill>
                <a:schemeClr val="fo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pic>
          <p:nvPicPr>
            <p:cNvPr id="22" name="Picture 1051" descr="txp_fig">
              <a:extLst>
                <a:ext uri="{FF2B5EF4-FFF2-40B4-BE49-F238E27FC236}">
                  <a16:creationId xmlns:a16="http://schemas.microsoft.com/office/drawing/2014/main" id="{22C57234-37CA-48C8-BBC6-7AE5F9A9C620}"/>
                </a:ext>
              </a:extLst>
            </p:cNvPr>
            <p:cNvPicPr>
              <a:picLocks noChangeAspect="1" noChangeArrowheads="1"/>
            </p:cNvPicPr>
            <p:nvPr>
              <p:custDataLst>
                <p:tags r:id="rId2"/>
              </p:custDataLst>
            </p:nvPr>
          </p:nvPicPr>
          <p:blipFill>
            <a:blip r:embed="rId8">
              <a:extLst>
                <a:ext uri="{28A0092B-C50C-407E-A947-70E740481C1C}">
                  <a14:useLocalDpi xmlns:a14="http://schemas.microsoft.com/office/drawing/2010/main" val="0"/>
                </a:ext>
              </a:extLst>
            </a:blip>
            <a:srcRect/>
            <a:stretch>
              <a:fillRect/>
            </a:stretch>
          </p:blipFill>
          <p:spPr bwMode="auto">
            <a:xfrm>
              <a:off x="4648200" y="5943600"/>
              <a:ext cx="2057400"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 name="Picture 1054" descr="txp_fig">
              <a:extLst>
                <a:ext uri="{FF2B5EF4-FFF2-40B4-BE49-F238E27FC236}">
                  <a16:creationId xmlns:a16="http://schemas.microsoft.com/office/drawing/2014/main" id="{C89F8B92-FEB2-404B-BB88-5FDF23329252}"/>
                </a:ext>
              </a:extLst>
            </p:cNvPr>
            <p:cNvPicPr>
              <a:picLocks noChangeAspect="1" noChangeArrowheads="1"/>
            </p:cNvPicPr>
            <p:nvPr>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4343400" y="4800600"/>
              <a:ext cx="2039938"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 name="Picture 1056" descr="txp_fig">
              <a:extLst>
                <a:ext uri="{FF2B5EF4-FFF2-40B4-BE49-F238E27FC236}">
                  <a16:creationId xmlns:a16="http://schemas.microsoft.com/office/drawing/2014/main" id="{7BF6F081-E571-4557-B912-87F244CEF3BD}"/>
                </a:ext>
              </a:extLst>
            </p:cNvPr>
            <p:cNvPicPr>
              <a:picLocks noChangeAspect="1" noChangeArrowheads="1"/>
            </p:cNvPicPr>
            <p:nvPr>
              <p:custDataLst>
                <p:tags r:id="rId4"/>
              </p:custDataLst>
            </p:nvPr>
          </p:nvPicPr>
          <p:blipFill>
            <a:blip r:embed="rId10">
              <a:extLst>
                <a:ext uri="{28A0092B-C50C-407E-A947-70E740481C1C}">
                  <a14:useLocalDpi xmlns:a14="http://schemas.microsoft.com/office/drawing/2010/main" val="0"/>
                </a:ext>
              </a:extLst>
            </a:blip>
            <a:srcRect/>
            <a:stretch>
              <a:fillRect/>
            </a:stretch>
          </p:blipFill>
          <p:spPr bwMode="auto">
            <a:xfrm>
              <a:off x="1295400" y="6019800"/>
              <a:ext cx="2308225"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Line 1058">
              <a:extLst>
                <a:ext uri="{FF2B5EF4-FFF2-40B4-BE49-F238E27FC236}">
                  <a16:creationId xmlns:a16="http://schemas.microsoft.com/office/drawing/2014/main" id="{1D51A859-9871-464F-9A86-EDE5B12F673A}"/>
                </a:ext>
              </a:extLst>
            </p:cNvPr>
            <p:cNvSpPr>
              <a:spLocks noChangeShapeType="1"/>
            </p:cNvSpPr>
            <p:nvPr/>
          </p:nvSpPr>
          <p:spPr bwMode="auto">
            <a:xfrm flipH="1">
              <a:off x="3352800" y="5057775"/>
              <a:ext cx="723900" cy="733425"/>
            </a:xfrm>
            <a:prstGeom prst="line">
              <a:avLst/>
            </a:prstGeom>
            <a:noFill/>
            <a:ln w="25400">
              <a:solidFill>
                <a:srgbClr val="FF00FF"/>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27" name="Text Box 1060">
              <a:extLst>
                <a:ext uri="{FF2B5EF4-FFF2-40B4-BE49-F238E27FC236}">
                  <a16:creationId xmlns:a16="http://schemas.microsoft.com/office/drawing/2014/main" id="{D41741B2-205C-4141-960D-195F599DF534}"/>
                </a:ext>
              </a:extLst>
            </p:cNvPr>
            <p:cNvSpPr txBox="1">
              <a:spLocks noChangeArrowheads="1"/>
            </p:cNvSpPr>
            <p:nvPr/>
          </p:nvSpPr>
          <p:spPr bwMode="auto">
            <a:xfrm>
              <a:off x="3276600" y="5181600"/>
              <a:ext cx="4397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solidFill>
                    <a:srgbClr val="CC00CC"/>
                  </a:solidFill>
                  <a:ea typeface="宋体" panose="02010600030101010101" pitchFamily="2" charset="-122"/>
                </a:rPr>
                <a:t>m</a:t>
              </a:r>
            </a:p>
          </p:txBody>
        </p:sp>
        <p:sp>
          <p:nvSpPr>
            <p:cNvPr id="28" name="Line 1061">
              <a:extLst>
                <a:ext uri="{FF2B5EF4-FFF2-40B4-BE49-F238E27FC236}">
                  <a16:creationId xmlns:a16="http://schemas.microsoft.com/office/drawing/2014/main" id="{B052EE52-A716-40D4-8980-39AB156EE11C}"/>
                </a:ext>
              </a:extLst>
            </p:cNvPr>
            <p:cNvSpPr>
              <a:spLocks noChangeShapeType="1"/>
            </p:cNvSpPr>
            <p:nvPr/>
          </p:nvSpPr>
          <p:spPr bwMode="auto">
            <a:xfrm flipV="1">
              <a:off x="2057400" y="3276600"/>
              <a:ext cx="1600200" cy="1676400"/>
            </a:xfrm>
            <a:prstGeom prst="line">
              <a:avLst/>
            </a:prstGeom>
            <a:noFill/>
            <a:ln w="25400">
              <a:solidFill>
                <a:srgbClr val="993366"/>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pic>
          <p:nvPicPr>
            <p:cNvPr id="29" name="Picture 1063" descr="txp_fig">
              <a:extLst>
                <a:ext uri="{FF2B5EF4-FFF2-40B4-BE49-F238E27FC236}">
                  <a16:creationId xmlns:a16="http://schemas.microsoft.com/office/drawing/2014/main" id="{07D04DD3-AA75-4245-B36C-DB00E17F82F8}"/>
                </a:ext>
              </a:extLst>
            </p:cNvPr>
            <p:cNvPicPr>
              <a:picLocks noChangeAspect="1" noChangeArrowheads="1"/>
            </p:cNvPicPr>
            <p:nvPr>
              <p:custDataLst>
                <p:tags r:id="rId5"/>
              </p:custDataLst>
            </p:nvPr>
          </p:nvPicPr>
          <p:blipFill>
            <a:blip r:embed="rId11">
              <a:extLst>
                <a:ext uri="{28A0092B-C50C-407E-A947-70E740481C1C}">
                  <a14:useLocalDpi xmlns:a14="http://schemas.microsoft.com/office/drawing/2010/main" val="0"/>
                </a:ext>
              </a:extLst>
            </a:blip>
            <a:srcRect/>
            <a:stretch>
              <a:fillRect/>
            </a:stretch>
          </p:blipFill>
          <p:spPr bwMode="auto">
            <a:xfrm>
              <a:off x="3581400" y="3124200"/>
              <a:ext cx="284163"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 name="Line 1064">
              <a:extLst>
                <a:ext uri="{FF2B5EF4-FFF2-40B4-BE49-F238E27FC236}">
                  <a16:creationId xmlns:a16="http://schemas.microsoft.com/office/drawing/2014/main" id="{6DDB3E7B-BF77-490D-8E1A-78DEA1B24967}"/>
                </a:ext>
              </a:extLst>
            </p:cNvPr>
            <p:cNvSpPr>
              <a:spLocks noChangeShapeType="1"/>
            </p:cNvSpPr>
            <p:nvPr/>
          </p:nvSpPr>
          <p:spPr bwMode="auto">
            <a:xfrm flipH="1" flipV="1">
              <a:off x="3886200" y="4800600"/>
              <a:ext cx="45720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sp>
          <p:nvSpPr>
            <p:cNvPr id="31" name="Line 1065">
              <a:extLst>
                <a:ext uri="{FF2B5EF4-FFF2-40B4-BE49-F238E27FC236}">
                  <a16:creationId xmlns:a16="http://schemas.microsoft.com/office/drawing/2014/main" id="{F3586666-8DFD-45C3-B0B9-E515BA9B46B2}"/>
                </a:ext>
              </a:extLst>
            </p:cNvPr>
            <p:cNvSpPr>
              <a:spLocks noChangeShapeType="1"/>
            </p:cNvSpPr>
            <p:nvPr/>
          </p:nvSpPr>
          <p:spPr bwMode="auto">
            <a:xfrm flipV="1">
              <a:off x="2209800" y="5334000"/>
              <a:ext cx="685800" cy="8382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TW" altLang="en-US"/>
            </a:p>
          </p:txBody>
        </p:sp>
      </p:grpSp>
    </p:spTree>
    <p:extLst>
      <p:ext uri="{BB962C8B-B14F-4D97-AF65-F5344CB8AC3E}">
        <p14:creationId xmlns:p14="http://schemas.microsoft.com/office/powerpoint/2010/main" val="2847489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5C56E1-88A7-4859-BB56-47FEE7953CDE}"/>
              </a:ext>
            </a:extLst>
          </p:cNvPr>
          <p:cNvSpPr>
            <a:spLocks noGrp="1"/>
          </p:cNvSpPr>
          <p:nvPr>
            <p:ph type="title"/>
          </p:nvPr>
        </p:nvSpPr>
        <p:spPr>
          <a:xfrm>
            <a:off x="1024128" y="585216"/>
            <a:ext cx="9720072" cy="1128198"/>
          </a:xfrm>
        </p:spPr>
        <p:txBody>
          <a:bodyPr/>
          <a:lstStyle/>
          <a:p>
            <a:r>
              <a:rPr lang="en-US" altLang="zh-TW" dirty="0"/>
              <a:t>objective function</a:t>
            </a:r>
            <a:r>
              <a:rPr lang="zh-TW" altLang="en-US" dirty="0"/>
              <a:t>定義</a:t>
            </a:r>
          </a:p>
        </p:txBody>
      </p:sp>
      <p:sp>
        <p:nvSpPr>
          <p:cNvPr id="3" name="內容版面配置區 2">
            <a:extLst>
              <a:ext uri="{FF2B5EF4-FFF2-40B4-BE49-F238E27FC236}">
                <a16:creationId xmlns:a16="http://schemas.microsoft.com/office/drawing/2014/main" id="{F9672240-FB9D-4F78-93EE-61EFC035661A}"/>
              </a:ext>
            </a:extLst>
          </p:cNvPr>
          <p:cNvSpPr>
            <a:spLocks noGrp="1"/>
          </p:cNvSpPr>
          <p:nvPr>
            <p:ph idx="1"/>
          </p:nvPr>
        </p:nvSpPr>
        <p:spPr>
          <a:xfrm>
            <a:off x="838200" y="1781606"/>
            <a:ext cx="6756562" cy="4997767"/>
          </a:xfrm>
        </p:spPr>
        <p:txBody>
          <a:bodyPr/>
          <a:lstStyle/>
          <a:p>
            <a:r>
              <a:rPr lang="en-US" altLang="zh-TW" dirty="0"/>
              <a:t>Let {x</a:t>
            </a:r>
            <a:r>
              <a:rPr lang="en-US" altLang="zh-TW" baseline="-25000" dirty="0"/>
              <a:t>1</a:t>
            </a:r>
            <a:r>
              <a:rPr lang="en-US" altLang="zh-TW" dirty="0"/>
              <a:t>, ..., </a:t>
            </a:r>
            <a:r>
              <a:rPr lang="en-US" altLang="zh-TW" dirty="0" err="1"/>
              <a:t>x</a:t>
            </a:r>
            <a:r>
              <a:rPr lang="en-US" altLang="zh-TW" baseline="-25000" dirty="0" err="1"/>
              <a:t>n</a:t>
            </a:r>
            <a:r>
              <a:rPr lang="en-US" altLang="zh-TW" dirty="0"/>
              <a:t>} be our data set and let </a:t>
            </a:r>
            <a:r>
              <a:rPr lang="en-US" altLang="zh-TW" dirty="0" err="1"/>
              <a:t>y</a:t>
            </a:r>
            <a:r>
              <a:rPr lang="en-US" altLang="zh-TW" baseline="-25000" dirty="0" err="1"/>
              <a:t>i</a:t>
            </a:r>
            <a:r>
              <a:rPr lang="en-US" altLang="zh-TW" dirty="0"/>
              <a:t> </a:t>
            </a:r>
            <a:r>
              <a:rPr lang="en-US" altLang="zh-CN" dirty="0">
                <a:latin typeface="Symbol" panose="05050102010706020507" pitchFamily="18" charset="2"/>
                <a:ea typeface="宋体" panose="02010600030101010101" pitchFamily="2" charset="-122"/>
              </a:rPr>
              <a:t>Î</a:t>
            </a:r>
            <a:r>
              <a:rPr lang="en-US" altLang="zh-TW" dirty="0"/>
              <a:t>{1,-1} be the class label of x</a:t>
            </a:r>
            <a:r>
              <a:rPr lang="en-US" altLang="zh-TW" baseline="-25000" dirty="0"/>
              <a:t>i</a:t>
            </a:r>
          </a:p>
          <a:p>
            <a:r>
              <a:rPr lang="en-US" altLang="zh-TW" dirty="0"/>
              <a:t>The decision boundary should classify all points correctly </a:t>
            </a:r>
          </a:p>
          <a:p>
            <a:pPr lvl="1"/>
            <a:r>
              <a:rPr lang="en-US" altLang="zh-TW" dirty="0"/>
              <a:t>=&gt;</a:t>
            </a:r>
          </a:p>
          <a:p>
            <a:r>
              <a:rPr lang="en-US" altLang="zh-TW" dirty="0"/>
              <a:t>when y=-1, we wish (</a:t>
            </a:r>
            <a:r>
              <a:rPr lang="en-US" altLang="zh-TW" dirty="0" err="1"/>
              <a:t>wx+b</a:t>
            </a:r>
            <a:r>
              <a:rPr lang="en-US" altLang="zh-TW" dirty="0"/>
              <a:t>)&lt;1, when y=1, we wish (</a:t>
            </a:r>
            <a:r>
              <a:rPr lang="en-US" altLang="zh-TW" dirty="0" err="1"/>
              <a:t>wx+b</a:t>
            </a:r>
            <a:r>
              <a:rPr lang="en-US" altLang="zh-TW" dirty="0"/>
              <a:t>)&gt;1.  </a:t>
            </a:r>
          </a:p>
          <a:p>
            <a:pPr lvl="1"/>
            <a:r>
              <a:rPr lang="en-US" altLang="zh-TW" sz="2000" dirty="0"/>
              <a:t>For </a:t>
            </a:r>
            <a:r>
              <a:rPr lang="en-US" altLang="zh-TW" sz="2000" u="sng" dirty="0"/>
              <a:t>support vectors</a:t>
            </a:r>
            <a:r>
              <a:rPr lang="en-US" altLang="zh-TW" sz="2000" dirty="0"/>
              <a:t> =&gt;</a:t>
            </a:r>
            <a:r>
              <a:rPr lang="zh-TW" altLang="en-US" sz="2000" dirty="0"/>
              <a:t> </a:t>
            </a:r>
            <a:r>
              <a:rPr lang="en-US" altLang="zh-TW" sz="2000" dirty="0"/>
              <a:t>y(</a:t>
            </a:r>
            <a:r>
              <a:rPr lang="en-US" altLang="zh-TW" sz="2000" dirty="0" err="1"/>
              <a:t>wx+b</a:t>
            </a:r>
            <a:r>
              <a:rPr lang="en-US" altLang="zh-TW" sz="2000" dirty="0"/>
              <a:t>)=1.</a:t>
            </a:r>
          </a:p>
          <a:p>
            <a:r>
              <a:rPr lang="en-US" altLang="zh-TW" dirty="0"/>
              <a:t>The decision boundary can be found by solving the following constrained optimization problem</a:t>
            </a:r>
          </a:p>
          <a:p>
            <a:pPr marL="0" indent="0">
              <a:buNone/>
            </a:pPr>
            <a:endParaRPr lang="en-US" altLang="zh-TW" dirty="0"/>
          </a:p>
          <a:p>
            <a:pPr marL="0" indent="0">
              <a:buNone/>
            </a:pPr>
            <a:endParaRPr lang="en-US" altLang="zh-TW" sz="100" dirty="0"/>
          </a:p>
          <a:p>
            <a:r>
              <a:rPr lang="zh-TW" altLang="en-US" dirty="0"/>
              <a:t>並包含限制</a:t>
            </a:r>
            <a:r>
              <a:rPr lang="en-US" altLang="zh-TW" dirty="0"/>
              <a:t>(subject to)</a:t>
            </a:r>
          </a:p>
          <a:p>
            <a:endParaRPr lang="zh-TW" altLang="en-US" dirty="0"/>
          </a:p>
        </p:txBody>
      </p:sp>
      <p:pic>
        <p:nvPicPr>
          <p:cNvPr id="4" name="Picture 6" descr="txp_fig">
            <a:extLst>
              <a:ext uri="{FF2B5EF4-FFF2-40B4-BE49-F238E27FC236}">
                <a16:creationId xmlns:a16="http://schemas.microsoft.com/office/drawing/2014/main" id="{46BEE2E9-2C2C-4BF8-A32D-E136F6D41725}"/>
              </a:ext>
            </a:extLst>
          </p:cNvPr>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614602" y="2946648"/>
            <a:ext cx="39624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9" descr="txp_fig">
            <a:extLst>
              <a:ext uri="{FF2B5EF4-FFF2-40B4-BE49-F238E27FC236}">
                <a16:creationId xmlns:a16="http://schemas.microsoft.com/office/drawing/2014/main" id="{BE3BD7C2-ED88-459E-8E5A-1454448BA350}"/>
              </a:ext>
            </a:extLst>
          </p:cNvPr>
          <p:cNvPicPr>
            <a:picLocks noChangeAspect="1" noChangeArrowheads="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2074542" y="5170163"/>
            <a:ext cx="2554288" cy="68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a:extLst>
              <a:ext uri="{FF2B5EF4-FFF2-40B4-BE49-F238E27FC236}">
                <a16:creationId xmlns:a16="http://schemas.microsoft.com/office/drawing/2014/main" id="{5D62252A-27B6-4393-B98A-7FF835587F0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14220" y="1713414"/>
            <a:ext cx="4168993" cy="2683684"/>
          </a:xfrm>
          <a:prstGeom prst="rect">
            <a:avLst/>
          </a:prstGeom>
          <a:noFill/>
          <a:extLst>
            <a:ext uri="{909E8E84-426E-40DD-AFC4-6F175D3DCCD1}">
              <a14:hiddenFill xmlns:a14="http://schemas.microsoft.com/office/drawing/2010/main">
                <a:solidFill>
                  <a:srgbClr val="FFFFFF"/>
                </a:solidFill>
              </a14:hiddenFill>
            </a:ext>
          </a:extLst>
        </p:spPr>
      </p:pic>
      <p:sp>
        <p:nvSpPr>
          <p:cNvPr id="7" name="文字方塊 6">
            <a:extLst>
              <a:ext uri="{FF2B5EF4-FFF2-40B4-BE49-F238E27FC236}">
                <a16:creationId xmlns:a16="http://schemas.microsoft.com/office/drawing/2014/main" id="{996C01EE-A3FF-461F-9DCC-0698EAF4F959}"/>
              </a:ext>
            </a:extLst>
          </p:cNvPr>
          <p:cNvSpPr txBox="1"/>
          <p:nvPr/>
        </p:nvSpPr>
        <p:spPr>
          <a:xfrm>
            <a:off x="7332674" y="4746726"/>
            <a:ext cx="4001228" cy="120032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zh-TW" altLang="en-US" dirty="0"/>
              <a:t>從上圖可以瞭解，超平面</a:t>
            </a:r>
            <a:r>
              <a:rPr lang="en-US" altLang="zh-TW" dirty="0"/>
              <a:t>(Hyperplane)</a:t>
            </a:r>
            <a:r>
              <a:rPr lang="zh-TW" altLang="en-US" dirty="0"/>
              <a:t>只跟支持向量</a:t>
            </a:r>
            <a:r>
              <a:rPr lang="en-US" altLang="zh-TW" dirty="0"/>
              <a:t>(support vectors)</a:t>
            </a:r>
            <a:r>
              <a:rPr lang="zh-TW" altLang="en-US" dirty="0"/>
              <a:t>有關，其它的非支持向量 </a:t>
            </a:r>
            <a:r>
              <a:rPr lang="en-US" altLang="zh-TW" dirty="0"/>
              <a:t>(</a:t>
            </a:r>
            <a:r>
              <a:rPr lang="zh-TW" altLang="en-US" dirty="0"/>
              <a:t>點</a:t>
            </a:r>
            <a:r>
              <a:rPr lang="en-US" altLang="zh-TW" dirty="0"/>
              <a:t>)</a:t>
            </a:r>
            <a:r>
              <a:rPr lang="zh-TW" altLang="en-US" dirty="0"/>
              <a:t>就算移動或刪除都不會影響超平面的結果</a:t>
            </a:r>
          </a:p>
        </p:txBody>
      </p:sp>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A19376D8-F6C6-4660-9C93-841CFB5E597C}"/>
                  </a:ext>
                </a:extLst>
              </p:cNvPr>
              <p:cNvSpPr txBox="1"/>
              <p:nvPr/>
            </p:nvSpPr>
            <p:spPr>
              <a:xfrm>
                <a:off x="3335632" y="5947055"/>
                <a:ext cx="2645120" cy="4397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TW" altLang="en-US" sz="2000" i="1" smtClean="0">
                              <a:solidFill>
                                <a:srgbClr val="836967"/>
                              </a:solidFill>
                              <a:latin typeface="Cambria Math" panose="02040503050406030204" pitchFamily="18" charset="0"/>
                            </a:rPr>
                          </m:ctrlPr>
                        </m:mPr>
                        <m:mr>
                          <m:e>
                            <m:sSub>
                              <m:sSubPr>
                                <m:ctrlPr>
                                  <a:rPr lang="zh-TW" altLang="en-US" sz="2000" i="1">
                                    <a:solidFill>
                                      <a:srgbClr val="836967"/>
                                    </a:solidFill>
                                    <a:latin typeface="Cambria Math" panose="02040503050406030204" pitchFamily="18" charset="0"/>
                                  </a:rPr>
                                </m:ctrlPr>
                              </m:sSubPr>
                              <m:e>
                                <m:r>
                                  <a:rPr lang="zh-TW" altLang="en-US" sz="2000" i="1">
                                    <a:latin typeface="Cambria Math" panose="02040503050406030204" pitchFamily="18" charset="0"/>
                                  </a:rPr>
                                  <m:t>𝑦</m:t>
                                </m:r>
                              </m:e>
                              <m:sub>
                                <m:r>
                                  <a:rPr lang="zh-TW" altLang="en-US" sz="2000" i="1">
                                    <a:latin typeface="Cambria Math" panose="02040503050406030204" pitchFamily="18" charset="0"/>
                                  </a:rPr>
                                  <m:t>𝑖</m:t>
                                </m:r>
                              </m:sub>
                            </m:sSub>
                            <m:d>
                              <m:dPr>
                                <m:ctrlPr>
                                  <a:rPr lang="zh-TW" altLang="en-US" sz="2000" i="1">
                                    <a:latin typeface="Cambria Math" panose="02040503050406030204" pitchFamily="18" charset="0"/>
                                  </a:rPr>
                                </m:ctrlPr>
                              </m:dPr>
                              <m:e>
                                <m:sSubSup>
                                  <m:sSubSupPr>
                                    <m:ctrlPr>
                                      <a:rPr lang="zh-TW" altLang="en-US" sz="2000" i="1">
                                        <a:solidFill>
                                          <a:srgbClr val="836967"/>
                                        </a:solidFill>
                                        <a:latin typeface="Cambria Math" panose="02040503050406030204" pitchFamily="18" charset="0"/>
                                      </a:rPr>
                                    </m:ctrlPr>
                                  </m:sSubSupPr>
                                  <m:e>
                                    <m:r>
                                      <a:rPr lang="zh-TW" altLang="en-US" sz="2000" i="1">
                                        <a:latin typeface="Cambria Math" panose="02040503050406030204" pitchFamily="18" charset="0"/>
                                      </a:rPr>
                                      <m:t>𝑋</m:t>
                                    </m:r>
                                  </m:e>
                                  <m:sub>
                                    <m:r>
                                      <a:rPr lang="zh-TW" altLang="en-US" sz="2000" i="1">
                                        <a:latin typeface="Cambria Math" panose="02040503050406030204" pitchFamily="18" charset="0"/>
                                      </a:rPr>
                                      <m:t>𝑖</m:t>
                                    </m:r>
                                  </m:sub>
                                  <m:sup>
                                    <m:r>
                                      <a:rPr lang="zh-TW" altLang="en-US" sz="2000" i="1">
                                        <a:latin typeface="Cambria Math" panose="02040503050406030204" pitchFamily="18" charset="0"/>
                                      </a:rPr>
                                      <m:t>𝑇</m:t>
                                    </m:r>
                                  </m:sup>
                                </m:sSubSup>
                                <m:r>
                                  <a:rPr lang="zh-TW" altLang="en-US" sz="2000" i="1">
                                    <a:latin typeface="Cambria Math" panose="02040503050406030204" pitchFamily="18" charset="0"/>
                                  </a:rPr>
                                  <m:t>𝑊</m:t>
                                </m:r>
                                <m:r>
                                  <a:rPr lang="zh-TW" altLang="en-US" sz="2000" i="0">
                                    <a:latin typeface="Cambria Math" panose="02040503050406030204" pitchFamily="18" charset="0"/>
                                  </a:rPr>
                                  <m:t>+</m:t>
                                </m:r>
                                <m:r>
                                  <a:rPr lang="zh-TW" altLang="en-US" sz="2000" i="1">
                                    <a:latin typeface="Cambria Math" panose="02040503050406030204" pitchFamily="18" charset="0"/>
                                  </a:rPr>
                                  <m:t>𝑏</m:t>
                                </m:r>
                              </m:e>
                            </m:d>
                            <m:r>
                              <a:rPr lang="zh-TW" altLang="en-US" sz="2000" i="0">
                                <a:latin typeface="Cambria Math" panose="02040503050406030204" pitchFamily="18" charset="0"/>
                              </a:rPr>
                              <m:t>≥1</m:t>
                            </m:r>
                          </m:e>
                        </m:mr>
                      </m:m>
                    </m:oMath>
                  </m:oMathPara>
                </a14:m>
                <a:endParaRPr lang="zh-TW" altLang="en-US" sz="2000" dirty="0"/>
              </a:p>
            </p:txBody>
          </p:sp>
        </mc:Choice>
        <mc:Fallback xmlns="">
          <p:sp>
            <p:nvSpPr>
              <p:cNvPr id="11" name="文字方塊 10">
                <a:extLst>
                  <a:ext uri="{FF2B5EF4-FFF2-40B4-BE49-F238E27FC236}">
                    <a16:creationId xmlns:a16="http://schemas.microsoft.com/office/drawing/2014/main" id="{A19376D8-F6C6-4660-9C93-841CFB5E597C}"/>
                  </a:ext>
                </a:extLst>
              </p:cNvPr>
              <p:cNvSpPr txBox="1">
                <a:spLocks noRot="1" noChangeAspect="1" noMove="1" noResize="1" noEditPoints="1" noAdjustHandles="1" noChangeArrowheads="1" noChangeShapeType="1" noTextEdit="1"/>
              </p:cNvSpPr>
              <p:nvPr/>
            </p:nvSpPr>
            <p:spPr>
              <a:xfrm>
                <a:off x="3335632" y="5947055"/>
                <a:ext cx="2645120" cy="439736"/>
              </a:xfrm>
              <a:prstGeom prst="rect">
                <a:avLst/>
              </a:prstGeom>
              <a:blipFill>
                <a:blip r:embed="rId7"/>
                <a:stretch>
                  <a:fillRect b="-277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360128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3DB4C6-B181-4479-B8D6-7124DFF3DDD2}"/>
              </a:ext>
            </a:extLst>
          </p:cNvPr>
          <p:cNvSpPr>
            <a:spLocks noGrp="1"/>
          </p:cNvSpPr>
          <p:nvPr>
            <p:ph type="title"/>
          </p:nvPr>
        </p:nvSpPr>
        <p:spPr/>
        <p:txBody>
          <a:bodyPr/>
          <a:lstStyle/>
          <a:p>
            <a:r>
              <a:rPr lang="zh-TW" altLang="en-US" dirty="0"/>
              <a:t>對偶問題</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BEDE97A8-2F16-4C2E-A637-DE27A0FAF94A}"/>
                  </a:ext>
                </a:extLst>
              </p:cNvPr>
              <p:cNvSpPr>
                <a:spLocks noGrp="1"/>
              </p:cNvSpPr>
              <p:nvPr>
                <p:ph idx="1"/>
              </p:nvPr>
            </p:nvSpPr>
            <p:spPr/>
            <p:txBody>
              <a:bodyPr/>
              <a:lstStyle/>
              <a:p>
                <a:r>
                  <a:rPr lang="zh-TW" altLang="en-US" dirty="0"/>
                  <a:t>要構建拉格朗日函數需要引進拉格朗日乘子</a:t>
                </a:r>
                <a:r>
                  <a:rPr lang="en-US" altLang="zh-TW" dirty="0"/>
                  <a:t>(Lagrange multiplier)</a:t>
                </a:r>
                <a:r>
                  <a:rPr lang="zh-TW" altLang="en-US" dirty="0"/>
                  <a:t>，</a:t>
                </a:r>
                <a14:m>
                  <m:oMath xmlns:m="http://schemas.openxmlformats.org/officeDocument/2006/math">
                    <m:sSub>
                      <m:sSubPr>
                        <m:ctrlPr>
                          <a:rPr lang="en-US" altLang="zh-TW" i="1" smtClean="0">
                            <a:latin typeface="Cambria Math" panose="02040503050406030204" pitchFamily="18" charset="0"/>
                          </a:rPr>
                        </m:ctrlPr>
                      </m:sSubPr>
                      <m:e>
                        <m:r>
                          <a:rPr lang="zh-TW" altLang="en-US" i="1">
                            <a:latin typeface="Cambria Math" panose="02040503050406030204" pitchFamily="18" charset="0"/>
                          </a:rPr>
                          <m:t>𝛼</m:t>
                        </m:r>
                      </m:e>
                      <m:sub>
                        <m:r>
                          <a:rPr lang="en-US" altLang="zh-TW" b="0" i="1" smtClean="0">
                            <a:latin typeface="Cambria Math" panose="02040503050406030204" pitchFamily="18" charset="0"/>
                          </a:rPr>
                          <m:t>𝑖</m:t>
                        </m:r>
                      </m:sub>
                    </m:sSub>
                  </m:oMath>
                </a14:m>
                <a:endParaRPr lang="en-US" altLang="zh-TW" dirty="0"/>
              </a:p>
              <a:p>
                <a:endParaRPr lang="en-US" altLang="zh-TW" dirty="0"/>
              </a:p>
              <a:p>
                <a:endParaRPr lang="en-US" altLang="zh-TW" dirty="0"/>
              </a:p>
              <a:p>
                <a:r>
                  <a:rPr lang="zh-TW" altLang="en-US" dirty="0"/>
                  <a:t>對                     求解，一樣進行偏微分後使其為</a:t>
                </a:r>
                <a:r>
                  <a:rPr lang="en-US" altLang="zh-TW" dirty="0"/>
                  <a:t>0</a:t>
                </a:r>
              </a:p>
              <a:p>
                <a:r>
                  <a:rPr lang="zh-TW" altLang="en-US" dirty="0"/>
                  <a:t> </a:t>
                </a:r>
              </a:p>
            </p:txBody>
          </p:sp>
        </mc:Choice>
        <mc:Fallback xmlns="">
          <p:sp>
            <p:nvSpPr>
              <p:cNvPr id="3" name="內容版面配置區 2">
                <a:extLst>
                  <a:ext uri="{FF2B5EF4-FFF2-40B4-BE49-F238E27FC236}">
                    <a16:creationId xmlns:a16="http://schemas.microsoft.com/office/drawing/2014/main" id="{BEDE97A8-2F16-4C2E-A637-DE27A0FAF94A}"/>
                  </a:ext>
                </a:extLst>
              </p:cNvPr>
              <p:cNvSpPr>
                <a:spLocks noGrp="1" noRot="1" noChangeAspect="1" noMove="1" noResize="1" noEditPoints="1" noAdjustHandles="1" noChangeArrowheads="1" noChangeShapeType="1" noTextEdit="1"/>
              </p:cNvSpPr>
              <p:nvPr>
                <p:ph idx="1"/>
              </p:nvPr>
            </p:nvSpPr>
            <p:spPr>
              <a:blipFill>
                <a:blip r:embed="rId2"/>
                <a:stretch>
                  <a:fillRect l="-313" t="-197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DACF78F9-BDC2-4378-9111-8DFA0E6036CD}"/>
                  </a:ext>
                </a:extLst>
              </p:cNvPr>
              <p:cNvSpPr txBox="1"/>
              <p:nvPr/>
            </p:nvSpPr>
            <p:spPr>
              <a:xfrm>
                <a:off x="2791250" y="2711137"/>
                <a:ext cx="6095028" cy="9326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TW" altLang="en-US" sz="2000" i="1" smtClean="0">
                              <a:solidFill>
                                <a:srgbClr val="836967"/>
                              </a:solidFill>
                              <a:latin typeface="Cambria Math" panose="02040503050406030204" pitchFamily="18" charset="0"/>
                            </a:rPr>
                          </m:ctrlPr>
                        </m:mPr>
                        <m:mr>
                          <m:e>
                            <m:r>
                              <a:rPr lang="zh-TW" altLang="en-US" sz="2000" i="1">
                                <a:latin typeface="Cambria Math" panose="02040503050406030204" pitchFamily="18" charset="0"/>
                              </a:rPr>
                              <m:t>𝐿</m:t>
                            </m:r>
                            <m:d>
                              <m:dPr>
                                <m:sepChr m:val=","/>
                                <m:ctrlPr>
                                  <a:rPr lang="zh-TW" altLang="en-US" sz="2000" i="1">
                                    <a:latin typeface="Cambria Math" panose="02040503050406030204" pitchFamily="18" charset="0"/>
                                  </a:rPr>
                                </m:ctrlPr>
                              </m:dPr>
                              <m:e>
                                <m:r>
                                  <a:rPr lang="zh-TW" altLang="en-US" sz="2000" i="1">
                                    <a:latin typeface="Cambria Math" panose="02040503050406030204" pitchFamily="18" charset="0"/>
                                  </a:rPr>
                                  <m:t>𝑊</m:t>
                                </m:r>
                              </m:e>
                              <m:e>
                                <m:r>
                                  <a:rPr lang="zh-TW" altLang="en-US" sz="2000" i="1">
                                    <a:latin typeface="Cambria Math" panose="02040503050406030204" pitchFamily="18" charset="0"/>
                                  </a:rPr>
                                  <m:t>𝑏</m:t>
                                </m:r>
                              </m:e>
                              <m:e>
                                <m:r>
                                  <a:rPr lang="zh-TW" altLang="en-US" sz="2000" i="1">
                                    <a:latin typeface="Cambria Math" panose="02040503050406030204" pitchFamily="18" charset="0"/>
                                  </a:rPr>
                                  <m:t>𝛼</m:t>
                                </m:r>
                              </m:e>
                            </m:d>
                            <m:r>
                              <a:rPr lang="zh-TW" altLang="en-US" sz="2000" i="0">
                                <a:latin typeface="Cambria Math" panose="02040503050406030204" pitchFamily="18" charset="0"/>
                              </a:rPr>
                              <m:t>=</m:t>
                            </m:r>
                            <m:f>
                              <m:fPr>
                                <m:ctrlPr>
                                  <a:rPr lang="zh-TW" altLang="en-US" sz="2000" i="1">
                                    <a:solidFill>
                                      <a:srgbClr val="836967"/>
                                    </a:solidFill>
                                    <a:latin typeface="Cambria Math" panose="02040503050406030204" pitchFamily="18" charset="0"/>
                                  </a:rPr>
                                </m:ctrlPr>
                              </m:fPr>
                              <m:num>
                                <m:r>
                                  <a:rPr lang="zh-TW" altLang="en-US" sz="2000" i="0">
                                    <a:latin typeface="Cambria Math" panose="02040503050406030204" pitchFamily="18" charset="0"/>
                                  </a:rPr>
                                  <m:t>1</m:t>
                                </m:r>
                              </m:num>
                              <m:den>
                                <m:r>
                                  <a:rPr lang="zh-TW" altLang="en-US" sz="2000" i="0">
                                    <a:latin typeface="Cambria Math" panose="02040503050406030204" pitchFamily="18" charset="0"/>
                                  </a:rPr>
                                  <m:t>2</m:t>
                                </m:r>
                              </m:den>
                            </m:f>
                            <m:sSup>
                              <m:sSupPr>
                                <m:ctrlPr>
                                  <a:rPr lang="en-US" altLang="zh-TW" sz="2000" i="1" smtClean="0">
                                    <a:latin typeface="Cambria Math" panose="02040503050406030204" pitchFamily="18" charset="0"/>
                                  </a:rPr>
                                </m:ctrlPr>
                              </m:sSupPr>
                              <m:e>
                                <m:d>
                                  <m:dPr>
                                    <m:begChr m:val="‖"/>
                                    <m:endChr m:val="‖"/>
                                    <m:ctrlPr>
                                      <a:rPr lang="en-US" altLang="zh-TW" sz="2000" i="1" smtClean="0">
                                        <a:latin typeface="Cambria Math" panose="02040503050406030204" pitchFamily="18" charset="0"/>
                                      </a:rPr>
                                    </m:ctrlPr>
                                  </m:dPr>
                                  <m:e>
                                    <m:r>
                                      <a:rPr lang="zh-TW" altLang="en-US" sz="2000" i="1">
                                        <a:latin typeface="Cambria Math" panose="02040503050406030204" pitchFamily="18" charset="0"/>
                                      </a:rPr>
                                      <m:t>𝑊</m:t>
                                    </m:r>
                                  </m:e>
                                </m:d>
                              </m:e>
                              <m:sup>
                                <m:r>
                                  <a:rPr lang="en-US" altLang="zh-TW" sz="2000" b="0" i="1" smtClean="0">
                                    <a:latin typeface="Cambria Math" panose="02040503050406030204" pitchFamily="18" charset="0"/>
                                  </a:rPr>
                                  <m:t>2</m:t>
                                </m:r>
                              </m:sup>
                            </m:sSup>
                            <m:r>
                              <a:rPr lang="en-US" altLang="zh-TW" sz="2000" b="0" i="1" smtClean="0">
                                <a:latin typeface="Cambria Math" panose="02040503050406030204" pitchFamily="18" charset="0"/>
                              </a:rPr>
                              <m:t>−</m:t>
                            </m:r>
                            <m:nary>
                              <m:naryPr>
                                <m:chr m:val="∑"/>
                                <m:limLoc m:val="undOvr"/>
                                <m:grow m:val="on"/>
                                <m:ctrlPr>
                                  <a:rPr lang="zh-TW" altLang="en-US" sz="2000" i="1">
                                    <a:latin typeface="Cambria Math" panose="02040503050406030204" pitchFamily="18" charset="0"/>
                                  </a:rPr>
                                </m:ctrlPr>
                              </m:naryPr>
                              <m:sub>
                                <m:r>
                                  <a:rPr lang="zh-TW" altLang="en-US" sz="2000" i="1">
                                    <a:latin typeface="Cambria Math" panose="02040503050406030204" pitchFamily="18" charset="0"/>
                                  </a:rPr>
                                  <m:t>𝑖</m:t>
                                </m:r>
                                <m:r>
                                  <a:rPr lang="zh-TW" altLang="en-US" sz="2000">
                                    <a:latin typeface="Cambria Math" panose="02040503050406030204" pitchFamily="18" charset="0"/>
                                  </a:rPr>
                                  <m:t>=1</m:t>
                                </m:r>
                              </m:sub>
                              <m:sup>
                                <m:r>
                                  <a:rPr lang="zh-TW" altLang="en-US" sz="2000" i="1">
                                    <a:latin typeface="Cambria Math" panose="02040503050406030204" pitchFamily="18" charset="0"/>
                                  </a:rPr>
                                  <m:t>𝑛</m:t>
                                </m:r>
                              </m:sup>
                              <m:e>
                                <m:sSub>
                                  <m:sSubPr>
                                    <m:ctrlPr>
                                      <a:rPr lang="zh-TW" altLang="en-US" sz="2000" i="1">
                                        <a:solidFill>
                                          <a:srgbClr val="836967"/>
                                        </a:solidFill>
                                        <a:latin typeface="Cambria Math" panose="02040503050406030204" pitchFamily="18" charset="0"/>
                                      </a:rPr>
                                    </m:ctrlPr>
                                  </m:sSubPr>
                                  <m:e>
                                    <m:r>
                                      <a:rPr lang="zh-TW" altLang="en-US" sz="2000" i="1">
                                        <a:latin typeface="Cambria Math" panose="02040503050406030204" pitchFamily="18" charset="0"/>
                                      </a:rPr>
                                      <m:t>𝛼</m:t>
                                    </m:r>
                                  </m:e>
                                  <m:sub>
                                    <m:r>
                                      <a:rPr lang="zh-TW" altLang="en-US" sz="2000" i="1">
                                        <a:latin typeface="Cambria Math" panose="02040503050406030204" pitchFamily="18" charset="0"/>
                                      </a:rPr>
                                      <m:t>𝑖</m:t>
                                    </m:r>
                                  </m:sub>
                                </m:sSub>
                                <m:d>
                                  <m:dPr>
                                    <m:begChr m:val="["/>
                                    <m:endChr m:val="]"/>
                                    <m:ctrlPr>
                                      <a:rPr lang="zh-TW" altLang="en-US" sz="2000" i="1">
                                        <a:latin typeface="Cambria Math" panose="02040503050406030204" pitchFamily="18" charset="0"/>
                                      </a:rPr>
                                    </m:ctrlPr>
                                  </m:dPr>
                                  <m:e>
                                    <m:sSub>
                                      <m:sSubPr>
                                        <m:ctrlPr>
                                          <a:rPr lang="zh-TW" altLang="en-US" sz="2000" i="1">
                                            <a:solidFill>
                                              <a:srgbClr val="836967"/>
                                            </a:solidFill>
                                            <a:latin typeface="Cambria Math" panose="02040503050406030204" pitchFamily="18" charset="0"/>
                                          </a:rPr>
                                        </m:ctrlPr>
                                      </m:sSubPr>
                                      <m:e>
                                        <m:r>
                                          <a:rPr lang="zh-TW" altLang="en-US" sz="2000" i="1">
                                            <a:latin typeface="Cambria Math" panose="02040503050406030204" pitchFamily="18" charset="0"/>
                                          </a:rPr>
                                          <m:t>𝑦</m:t>
                                        </m:r>
                                      </m:e>
                                      <m:sub>
                                        <m:r>
                                          <a:rPr lang="zh-TW" altLang="en-US" sz="2000" i="1">
                                            <a:latin typeface="Cambria Math" panose="02040503050406030204" pitchFamily="18" charset="0"/>
                                          </a:rPr>
                                          <m:t>𝑖</m:t>
                                        </m:r>
                                      </m:sub>
                                    </m:sSub>
                                    <m:d>
                                      <m:dPr>
                                        <m:ctrlPr>
                                          <a:rPr lang="zh-TW" altLang="en-US" sz="2000" i="1">
                                            <a:latin typeface="Cambria Math" panose="02040503050406030204" pitchFamily="18" charset="0"/>
                                          </a:rPr>
                                        </m:ctrlPr>
                                      </m:dPr>
                                      <m:e>
                                        <m:sSubSup>
                                          <m:sSubSupPr>
                                            <m:ctrlPr>
                                              <a:rPr lang="zh-TW" altLang="en-US" sz="2000" i="1">
                                                <a:solidFill>
                                                  <a:srgbClr val="836967"/>
                                                </a:solidFill>
                                                <a:latin typeface="Cambria Math" panose="02040503050406030204" pitchFamily="18" charset="0"/>
                                              </a:rPr>
                                            </m:ctrlPr>
                                          </m:sSubSupPr>
                                          <m:e>
                                            <m:r>
                                              <a:rPr lang="zh-TW" altLang="en-US" sz="2000" i="1">
                                                <a:latin typeface="Cambria Math" panose="02040503050406030204" pitchFamily="18" charset="0"/>
                                              </a:rPr>
                                              <m:t>𝑋</m:t>
                                            </m:r>
                                          </m:e>
                                          <m:sub>
                                            <m:r>
                                              <a:rPr lang="zh-TW" altLang="en-US" sz="2000" i="1">
                                                <a:latin typeface="Cambria Math" panose="02040503050406030204" pitchFamily="18" charset="0"/>
                                              </a:rPr>
                                              <m:t>𝑖</m:t>
                                            </m:r>
                                          </m:sub>
                                          <m:sup>
                                            <m:r>
                                              <a:rPr lang="zh-TW" altLang="en-US" sz="2000" i="1">
                                                <a:latin typeface="Cambria Math" panose="02040503050406030204" pitchFamily="18" charset="0"/>
                                              </a:rPr>
                                              <m:t>𝑇</m:t>
                                            </m:r>
                                          </m:sup>
                                        </m:sSubSup>
                                        <m:r>
                                          <a:rPr lang="zh-TW" altLang="en-US" sz="2000" i="1">
                                            <a:latin typeface="Cambria Math" panose="02040503050406030204" pitchFamily="18" charset="0"/>
                                          </a:rPr>
                                          <m:t>𝑊</m:t>
                                        </m:r>
                                        <m:r>
                                          <a:rPr lang="zh-TW" altLang="en-US" sz="2000">
                                            <a:latin typeface="Cambria Math" panose="02040503050406030204" pitchFamily="18" charset="0"/>
                                          </a:rPr>
                                          <m:t>+</m:t>
                                        </m:r>
                                        <m:r>
                                          <a:rPr lang="zh-TW" altLang="en-US" sz="2000" i="1">
                                            <a:latin typeface="Cambria Math" panose="02040503050406030204" pitchFamily="18" charset="0"/>
                                          </a:rPr>
                                          <m:t>𝑏</m:t>
                                        </m:r>
                                      </m:e>
                                    </m:d>
                                    <m:r>
                                      <a:rPr lang="zh-TW" altLang="en-US" sz="2000">
                                        <a:latin typeface="Cambria Math" panose="02040503050406030204" pitchFamily="18" charset="0"/>
                                      </a:rPr>
                                      <m:t>−1</m:t>
                                    </m:r>
                                  </m:e>
                                </m:d>
                              </m:e>
                            </m:nary>
                          </m:e>
                        </m:mr>
                      </m:m>
                    </m:oMath>
                  </m:oMathPara>
                </a14:m>
                <a:endParaRPr lang="zh-TW" altLang="en-US" sz="2000" dirty="0"/>
              </a:p>
            </p:txBody>
          </p:sp>
        </mc:Choice>
        <mc:Fallback xmlns="">
          <p:sp>
            <p:nvSpPr>
              <p:cNvPr id="11" name="文字方塊 10">
                <a:extLst>
                  <a:ext uri="{FF2B5EF4-FFF2-40B4-BE49-F238E27FC236}">
                    <a16:creationId xmlns:a16="http://schemas.microsoft.com/office/drawing/2014/main" id="{DACF78F9-BDC2-4378-9111-8DFA0E6036CD}"/>
                  </a:ext>
                </a:extLst>
              </p:cNvPr>
              <p:cNvSpPr txBox="1">
                <a:spLocks noRot="1" noChangeAspect="1" noMove="1" noResize="1" noEditPoints="1" noAdjustHandles="1" noChangeArrowheads="1" noChangeShapeType="1" noTextEdit="1"/>
              </p:cNvSpPr>
              <p:nvPr/>
            </p:nvSpPr>
            <p:spPr>
              <a:xfrm>
                <a:off x="2791250" y="2711137"/>
                <a:ext cx="6095028" cy="932628"/>
              </a:xfrm>
              <a:prstGeom prst="rect">
                <a:avLst/>
              </a:prstGeom>
              <a:blipFill>
                <a:blip r:embed="rId3"/>
                <a:stretch>
                  <a:fillRect/>
                </a:stretch>
              </a:blipFill>
            </p:spPr>
            <p:txBody>
              <a:bodyPr/>
              <a:lstStyle/>
              <a:p>
                <a:r>
                  <a:rPr lang="zh-TW" altLang="en-US">
                    <a:noFill/>
                  </a:rPr>
                  <a:t> </a:t>
                </a:r>
              </a:p>
            </p:txBody>
          </p:sp>
        </mc:Fallback>
      </mc:AlternateContent>
      <p:sp>
        <p:nvSpPr>
          <p:cNvPr id="13" name="文字方塊 12">
            <a:extLst>
              <a:ext uri="{FF2B5EF4-FFF2-40B4-BE49-F238E27FC236}">
                <a16:creationId xmlns:a16="http://schemas.microsoft.com/office/drawing/2014/main" id="{FEADBD7D-9199-4E38-B815-4BF137998675}"/>
              </a:ext>
            </a:extLst>
          </p:cNvPr>
          <p:cNvSpPr txBox="1"/>
          <p:nvPr/>
        </p:nvSpPr>
        <p:spPr>
          <a:xfrm>
            <a:off x="1051794" y="6141196"/>
            <a:ext cx="9720071" cy="369332"/>
          </a:xfrm>
          <a:prstGeom prst="rect">
            <a:avLst/>
          </a:prstGeom>
          <a:noFill/>
        </p:spPr>
        <p:txBody>
          <a:bodyPr wrap="square">
            <a:spAutoFit/>
          </a:bodyPr>
          <a:lstStyle/>
          <a:p>
            <a:r>
              <a:rPr lang="en-US" altLang="zh-TW" dirty="0"/>
              <a:t>(</a:t>
            </a:r>
            <a:r>
              <a:rPr lang="zh-TW" altLang="en-US" dirty="0"/>
              <a:t>詳細可參考網頁：</a:t>
            </a:r>
            <a:r>
              <a:rPr lang="en-US" altLang="zh-TW" dirty="0"/>
              <a:t> </a:t>
            </a:r>
            <a:r>
              <a:rPr lang="en-US" altLang="zh-TW" dirty="0">
                <a:hlinkClick r:id="rId4"/>
              </a:rPr>
              <a:t>https://tangshusen.me/2018/10/27/SVM/</a:t>
            </a:r>
            <a:r>
              <a:rPr lang="en-US" altLang="zh-TW" dirty="0"/>
              <a:t>)</a:t>
            </a:r>
          </a:p>
        </p:txBody>
      </p:sp>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4936101C-A629-40E9-BE32-147EDBD4AEE1}"/>
                  </a:ext>
                </a:extLst>
              </p:cNvPr>
              <p:cNvSpPr txBox="1"/>
              <p:nvPr/>
            </p:nvSpPr>
            <p:spPr>
              <a:xfrm>
                <a:off x="1447799" y="3660427"/>
                <a:ext cx="1640968" cy="4759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limLow>
                        <m:limLowPr>
                          <m:ctrlPr>
                            <a:rPr lang="zh-TW" altLang="en-US" i="1" smtClean="0">
                              <a:solidFill>
                                <a:srgbClr val="836967"/>
                              </a:solidFill>
                              <a:latin typeface="Cambria Math" panose="02040503050406030204" pitchFamily="18" charset="0"/>
                            </a:rPr>
                          </m:ctrlPr>
                        </m:limLowPr>
                        <m:e>
                          <m:r>
                            <a:rPr lang="zh-TW" altLang="en-US" i="1">
                              <a:latin typeface="Cambria Math" panose="02040503050406030204" pitchFamily="18" charset="0"/>
                            </a:rPr>
                            <m:t>𝑚𝑖𝑛</m:t>
                          </m:r>
                        </m:e>
                        <m:lim>
                          <m:r>
                            <a:rPr lang="zh-TW" altLang="en-US" i="1">
                              <a:latin typeface="Cambria Math" panose="02040503050406030204" pitchFamily="18" charset="0"/>
                            </a:rPr>
                            <m:t>𝑊</m:t>
                          </m:r>
                          <m:r>
                            <a:rPr lang="zh-TW" altLang="en-US" i="0">
                              <a:latin typeface="Cambria Math" panose="02040503050406030204" pitchFamily="18" charset="0"/>
                            </a:rPr>
                            <m:t>,</m:t>
                          </m:r>
                          <m:r>
                            <a:rPr lang="zh-TW" altLang="en-US" i="1">
                              <a:latin typeface="Cambria Math" panose="02040503050406030204" pitchFamily="18" charset="0"/>
                            </a:rPr>
                            <m:t>𝑏</m:t>
                          </m:r>
                        </m:lim>
                      </m:limLow>
                      <m:r>
                        <a:rPr lang="zh-TW" altLang="en-US" i="1">
                          <a:latin typeface="Cambria Math" panose="02040503050406030204" pitchFamily="18" charset="0"/>
                        </a:rPr>
                        <m:t>𝐿</m:t>
                      </m:r>
                      <m:d>
                        <m:dPr>
                          <m:sepChr m:val=","/>
                          <m:ctrlPr>
                            <a:rPr lang="zh-TW" altLang="en-US" i="1">
                              <a:latin typeface="Cambria Math" panose="02040503050406030204" pitchFamily="18" charset="0"/>
                            </a:rPr>
                          </m:ctrlPr>
                        </m:dPr>
                        <m:e>
                          <m:r>
                            <a:rPr lang="zh-TW" altLang="en-US" i="1">
                              <a:latin typeface="Cambria Math" panose="02040503050406030204" pitchFamily="18" charset="0"/>
                            </a:rPr>
                            <m:t>𝑊</m:t>
                          </m:r>
                        </m:e>
                        <m:e>
                          <m:r>
                            <a:rPr lang="zh-TW" altLang="en-US" i="1">
                              <a:latin typeface="Cambria Math" panose="02040503050406030204" pitchFamily="18" charset="0"/>
                            </a:rPr>
                            <m:t>𝑏</m:t>
                          </m:r>
                        </m:e>
                        <m:e>
                          <m:r>
                            <a:rPr lang="zh-TW" altLang="en-US" i="1">
                              <a:latin typeface="Cambria Math" panose="02040503050406030204" pitchFamily="18" charset="0"/>
                            </a:rPr>
                            <m:t>𝛼</m:t>
                          </m:r>
                        </m:e>
                      </m:d>
                    </m:oMath>
                  </m:oMathPara>
                </a14:m>
                <a:endParaRPr lang="zh-TW" altLang="en-US" dirty="0"/>
              </a:p>
            </p:txBody>
          </p:sp>
        </mc:Choice>
        <mc:Fallback xmlns="">
          <p:sp>
            <p:nvSpPr>
              <p:cNvPr id="15" name="文字方塊 14">
                <a:extLst>
                  <a:ext uri="{FF2B5EF4-FFF2-40B4-BE49-F238E27FC236}">
                    <a16:creationId xmlns:a16="http://schemas.microsoft.com/office/drawing/2014/main" id="{4936101C-A629-40E9-BE32-147EDBD4AEE1}"/>
                  </a:ext>
                </a:extLst>
              </p:cNvPr>
              <p:cNvSpPr txBox="1">
                <a:spLocks noRot="1" noChangeAspect="1" noMove="1" noResize="1" noEditPoints="1" noAdjustHandles="1" noChangeArrowheads="1" noChangeShapeType="1" noTextEdit="1"/>
              </p:cNvSpPr>
              <p:nvPr/>
            </p:nvSpPr>
            <p:spPr>
              <a:xfrm>
                <a:off x="1447799" y="3660427"/>
                <a:ext cx="1640968" cy="475964"/>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8D10970A-883B-45AB-94E0-01DEEFA4C7E3}"/>
                  </a:ext>
                </a:extLst>
              </p:cNvPr>
              <p:cNvSpPr txBox="1"/>
              <p:nvPr/>
            </p:nvSpPr>
            <p:spPr>
              <a:xfrm>
                <a:off x="1667178" y="4124816"/>
                <a:ext cx="6095028" cy="8485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TW" altLang="en-US" i="1" smtClean="0">
                              <a:solidFill>
                                <a:srgbClr val="836967"/>
                              </a:solidFill>
                              <a:latin typeface="Cambria Math" panose="02040503050406030204" pitchFamily="18" charset="0"/>
                            </a:rPr>
                          </m:ctrlPr>
                        </m:mPr>
                        <m:mr>
                          <m:e>
                            <m:sSub>
                              <m:sSubPr>
                                <m:ctrlPr>
                                  <a:rPr lang="zh-TW" altLang="en-US" i="1">
                                    <a:solidFill>
                                      <a:srgbClr val="836967"/>
                                    </a:solidFill>
                                    <a:latin typeface="Cambria Math" panose="02040503050406030204" pitchFamily="18" charset="0"/>
                                  </a:rPr>
                                </m:ctrlPr>
                              </m:sSubPr>
                              <m:e>
                                <m:r>
                                  <a:rPr lang="zh-TW" altLang="en-US">
                                    <a:latin typeface="Cambria Math" panose="02040503050406030204" pitchFamily="18" charset="0"/>
                                  </a:rPr>
                                  <m:t>𝛻</m:t>
                                </m:r>
                              </m:e>
                              <m:sub>
                                <m:r>
                                  <a:rPr lang="zh-TW" altLang="en-US" i="1">
                                    <a:latin typeface="Cambria Math" panose="02040503050406030204" pitchFamily="18" charset="0"/>
                                  </a:rPr>
                                  <m:t>𝑊</m:t>
                                </m:r>
                              </m:sub>
                            </m:sSub>
                            <m:r>
                              <a:rPr lang="zh-TW" altLang="en-US" i="1">
                                <a:latin typeface="Cambria Math" panose="02040503050406030204" pitchFamily="18" charset="0"/>
                              </a:rPr>
                              <m:t>𝐿</m:t>
                            </m:r>
                            <m:d>
                              <m:dPr>
                                <m:sepChr m:val=","/>
                                <m:ctrlPr>
                                  <a:rPr lang="zh-TW" altLang="en-US" i="1">
                                    <a:latin typeface="Cambria Math" panose="02040503050406030204" pitchFamily="18" charset="0"/>
                                  </a:rPr>
                                </m:ctrlPr>
                              </m:dPr>
                              <m:e>
                                <m:r>
                                  <a:rPr lang="zh-TW" altLang="en-US" i="1">
                                    <a:latin typeface="Cambria Math" panose="02040503050406030204" pitchFamily="18" charset="0"/>
                                  </a:rPr>
                                  <m:t>𝑊</m:t>
                                </m:r>
                              </m:e>
                              <m:e>
                                <m:r>
                                  <a:rPr lang="zh-TW" altLang="en-US" i="1">
                                    <a:latin typeface="Cambria Math" panose="02040503050406030204" pitchFamily="18" charset="0"/>
                                  </a:rPr>
                                  <m:t>𝑏</m:t>
                                </m:r>
                              </m:e>
                              <m:e>
                                <m:r>
                                  <a:rPr lang="zh-TW" altLang="en-US" i="1">
                                    <a:latin typeface="Cambria Math" panose="02040503050406030204" pitchFamily="18" charset="0"/>
                                  </a:rPr>
                                  <m:t>𝛼</m:t>
                                </m:r>
                              </m:e>
                            </m:d>
                            <m:r>
                              <a:rPr lang="zh-TW" altLang="en-US" i="0">
                                <a:latin typeface="Cambria Math" panose="02040503050406030204" pitchFamily="18" charset="0"/>
                              </a:rPr>
                              <m:t>=</m:t>
                            </m:r>
                            <m:r>
                              <a:rPr lang="zh-TW" altLang="en-US" i="1">
                                <a:latin typeface="Cambria Math" panose="02040503050406030204" pitchFamily="18" charset="0"/>
                              </a:rPr>
                              <m:t>𝑊</m:t>
                            </m:r>
                            <m:r>
                              <a:rPr lang="zh-TW" altLang="en-US" i="0">
                                <a:latin typeface="Cambria Math" panose="02040503050406030204" pitchFamily="18" charset="0"/>
                              </a:rPr>
                              <m:t>−</m:t>
                            </m:r>
                            <m:nary>
                              <m:naryPr>
                                <m:chr m:val="∑"/>
                                <m:limLoc m:val="undOvr"/>
                                <m:grow m:val="on"/>
                                <m:ctrlPr>
                                  <a:rPr lang="zh-TW" altLang="en-US" i="1">
                                    <a:latin typeface="Cambria Math" panose="02040503050406030204" pitchFamily="18" charset="0"/>
                                  </a:rPr>
                                </m:ctrlPr>
                              </m:naryPr>
                              <m:sub>
                                <m:r>
                                  <a:rPr lang="zh-TW" altLang="en-US" i="1">
                                    <a:latin typeface="Cambria Math" panose="02040503050406030204" pitchFamily="18" charset="0"/>
                                  </a:rPr>
                                  <m:t>𝑖</m:t>
                                </m:r>
                                <m:r>
                                  <a:rPr lang="zh-TW" altLang="en-US" i="0">
                                    <a:latin typeface="Cambria Math" panose="02040503050406030204" pitchFamily="18" charset="0"/>
                                  </a:rPr>
                                  <m:t>=1</m:t>
                                </m:r>
                              </m:sub>
                              <m:sup>
                                <m:r>
                                  <a:rPr lang="zh-TW" altLang="en-US" i="1">
                                    <a:latin typeface="Cambria Math" panose="02040503050406030204" pitchFamily="18" charset="0"/>
                                  </a:rPr>
                                  <m:t>𝑛</m:t>
                                </m:r>
                              </m:sup>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𝛼</m:t>
                                    </m:r>
                                  </m:e>
                                  <m:sub>
                                    <m:r>
                                      <a:rPr lang="zh-TW" altLang="en-US" i="1">
                                        <a:latin typeface="Cambria Math" panose="02040503050406030204" pitchFamily="18" charset="0"/>
                                      </a:rPr>
                                      <m:t>𝑖</m:t>
                                    </m:r>
                                  </m:sub>
                                </m:sSub>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𝑦</m:t>
                                    </m:r>
                                  </m:e>
                                  <m:sub>
                                    <m:r>
                                      <a:rPr lang="zh-TW" altLang="en-US" i="1">
                                        <a:latin typeface="Cambria Math" panose="02040503050406030204" pitchFamily="18" charset="0"/>
                                      </a:rPr>
                                      <m:t>𝑖</m:t>
                                    </m:r>
                                  </m:sub>
                                </m:sSub>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𝑋</m:t>
                                    </m:r>
                                  </m:e>
                                  <m:sub>
                                    <m:r>
                                      <a:rPr lang="zh-TW" altLang="en-US" i="1">
                                        <a:latin typeface="Cambria Math" panose="02040503050406030204" pitchFamily="18" charset="0"/>
                                      </a:rPr>
                                      <m:t>𝑖</m:t>
                                    </m:r>
                                  </m:sub>
                                </m:sSub>
                              </m:e>
                            </m:nary>
                            <m:r>
                              <a:rPr lang="zh-TW" altLang="en-US" i="0">
                                <a:latin typeface="Cambria Math" panose="02040503050406030204" pitchFamily="18" charset="0"/>
                              </a:rPr>
                              <m:t>=0⟹</m:t>
                            </m:r>
                            <m:r>
                              <a:rPr lang="zh-TW" altLang="en-US" i="1">
                                <a:latin typeface="Cambria Math" panose="02040503050406030204" pitchFamily="18" charset="0"/>
                              </a:rPr>
                              <m:t>𝑊</m:t>
                            </m:r>
                            <m:r>
                              <a:rPr lang="zh-TW" altLang="en-US" i="0">
                                <a:latin typeface="Cambria Math" panose="02040503050406030204" pitchFamily="18" charset="0"/>
                              </a:rPr>
                              <m:t>=</m:t>
                            </m:r>
                            <m:nary>
                              <m:naryPr>
                                <m:chr m:val="∑"/>
                                <m:limLoc m:val="undOvr"/>
                                <m:grow m:val="on"/>
                                <m:ctrlPr>
                                  <a:rPr lang="zh-TW" altLang="en-US" i="1">
                                    <a:latin typeface="Cambria Math" panose="02040503050406030204" pitchFamily="18" charset="0"/>
                                  </a:rPr>
                                </m:ctrlPr>
                              </m:naryPr>
                              <m:sub>
                                <m:r>
                                  <a:rPr lang="zh-TW" altLang="en-US" i="1">
                                    <a:latin typeface="Cambria Math" panose="02040503050406030204" pitchFamily="18" charset="0"/>
                                  </a:rPr>
                                  <m:t>𝑖</m:t>
                                </m:r>
                                <m:r>
                                  <a:rPr lang="zh-TW" altLang="en-US" i="0">
                                    <a:latin typeface="Cambria Math" panose="02040503050406030204" pitchFamily="18" charset="0"/>
                                  </a:rPr>
                                  <m:t>=1</m:t>
                                </m:r>
                              </m:sub>
                              <m:sup>
                                <m:r>
                                  <a:rPr lang="zh-TW" altLang="en-US" i="1">
                                    <a:latin typeface="Cambria Math" panose="02040503050406030204" pitchFamily="18" charset="0"/>
                                  </a:rPr>
                                  <m:t>𝑛</m:t>
                                </m:r>
                              </m:sup>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𝛼</m:t>
                                    </m:r>
                                  </m:e>
                                  <m:sub>
                                    <m:r>
                                      <a:rPr lang="zh-TW" altLang="en-US" i="1">
                                        <a:latin typeface="Cambria Math" panose="02040503050406030204" pitchFamily="18" charset="0"/>
                                      </a:rPr>
                                      <m:t>𝑖</m:t>
                                    </m:r>
                                  </m:sub>
                                </m:sSub>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𝑦</m:t>
                                    </m:r>
                                  </m:e>
                                  <m:sub>
                                    <m:r>
                                      <a:rPr lang="zh-TW" altLang="en-US" i="1">
                                        <a:latin typeface="Cambria Math" panose="02040503050406030204" pitchFamily="18" charset="0"/>
                                      </a:rPr>
                                      <m:t>𝑖</m:t>
                                    </m:r>
                                  </m:sub>
                                </m:sSub>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𝑋</m:t>
                                    </m:r>
                                  </m:e>
                                  <m:sub>
                                    <m:r>
                                      <a:rPr lang="zh-TW" altLang="en-US" i="1">
                                        <a:latin typeface="Cambria Math" panose="02040503050406030204" pitchFamily="18" charset="0"/>
                                      </a:rPr>
                                      <m:t>𝑖</m:t>
                                    </m:r>
                                  </m:sub>
                                </m:sSub>
                              </m:e>
                            </m:nary>
                          </m:e>
                        </m:mr>
                      </m:m>
                    </m:oMath>
                  </m:oMathPara>
                </a14:m>
                <a:endParaRPr lang="zh-TW" altLang="en-US" dirty="0"/>
              </a:p>
            </p:txBody>
          </p:sp>
        </mc:Choice>
        <mc:Fallback xmlns="">
          <p:sp>
            <p:nvSpPr>
              <p:cNvPr id="17" name="文字方塊 16">
                <a:extLst>
                  <a:ext uri="{FF2B5EF4-FFF2-40B4-BE49-F238E27FC236}">
                    <a16:creationId xmlns:a16="http://schemas.microsoft.com/office/drawing/2014/main" id="{8D10970A-883B-45AB-94E0-01DEEFA4C7E3}"/>
                  </a:ext>
                </a:extLst>
              </p:cNvPr>
              <p:cNvSpPr txBox="1">
                <a:spLocks noRot="1" noChangeAspect="1" noMove="1" noResize="1" noEditPoints="1" noAdjustHandles="1" noChangeArrowheads="1" noChangeShapeType="1" noTextEdit="1"/>
              </p:cNvSpPr>
              <p:nvPr/>
            </p:nvSpPr>
            <p:spPr>
              <a:xfrm>
                <a:off x="1667178" y="4124816"/>
                <a:ext cx="6095028" cy="848566"/>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7AC4CCD7-583C-4C75-8A2A-B838B6298AC6}"/>
                  </a:ext>
                </a:extLst>
              </p:cNvPr>
              <p:cNvSpPr txBox="1"/>
              <p:nvPr/>
            </p:nvSpPr>
            <p:spPr>
              <a:xfrm>
                <a:off x="1271133" y="4909042"/>
                <a:ext cx="6095028" cy="8485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TW" altLang="en-US" i="1" smtClean="0">
                              <a:solidFill>
                                <a:srgbClr val="836967"/>
                              </a:solidFill>
                              <a:latin typeface="Cambria Math" panose="02040503050406030204" pitchFamily="18" charset="0"/>
                            </a:rPr>
                          </m:ctrlPr>
                        </m:mPr>
                        <m:mr>
                          <m:e>
                            <m:sSub>
                              <m:sSubPr>
                                <m:ctrlPr>
                                  <a:rPr lang="zh-TW" altLang="en-US" i="1">
                                    <a:solidFill>
                                      <a:srgbClr val="836967"/>
                                    </a:solidFill>
                                    <a:latin typeface="Cambria Math" panose="02040503050406030204" pitchFamily="18" charset="0"/>
                                  </a:rPr>
                                </m:ctrlPr>
                              </m:sSubPr>
                              <m:e>
                                <m:r>
                                  <a:rPr lang="zh-TW" altLang="en-US">
                                    <a:latin typeface="Cambria Math" panose="02040503050406030204" pitchFamily="18" charset="0"/>
                                  </a:rPr>
                                  <m:t>𝛻</m:t>
                                </m:r>
                              </m:e>
                              <m:sub>
                                <m:r>
                                  <a:rPr lang="zh-TW" altLang="en-US" i="1">
                                    <a:latin typeface="Cambria Math" panose="02040503050406030204" pitchFamily="18" charset="0"/>
                                  </a:rPr>
                                  <m:t>𝑏</m:t>
                                </m:r>
                              </m:sub>
                            </m:sSub>
                            <m:r>
                              <a:rPr lang="zh-TW" altLang="en-US" i="1">
                                <a:latin typeface="Cambria Math" panose="02040503050406030204" pitchFamily="18" charset="0"/>
                              </a:rPr>
                              <m:t>𝐿</m:t>
                            </m:r>
                            <m:d>
                              <m:dPr>
                                <m:sepChr m:val=","/>
                                <m:ctrlPr>
                                  <a:rPr lang="zh-TW" altLang="en-US" i="1">
                                    <a:latin typeface="Cambria Math" panose="02040503050406030204" pitchFamily="18" charset="0"/>
                                  </a:rPr>
                                </m:ctrlPr>
                              </m:dPr>
                              <m:e>
                                <m:r>
                                  <a:rPr lang="zh-TW" altLang="en-US" i="1">
                                    <a:latin typeface="Cambria Math" panose="02040503050406030204" pitchFamily="18" charset="0"/>
                                  </a:rPr>
                                  <m:t>𝑊</m:t>
                                </m:r>
                              </m:e>
                              <m:e>
                                <m:r>
                                  <a:rPr lang="zh-TW" altLang="en-US" i="1">
                                    <a:latin typeface="Cambria Math" panose="02040503050406030204" pitchFamily="18" charset="0"/>
                                  </a:rPr>
                                  <m:t>𝑏</m:t>
                                </m:r>
                              </m:e>
                              <m:e>
                                <m:r>
                                  <a:rPr lang="zh-TW" altLang="en-US" i="1">
                                    <a:latin typeface="Cambria Math" panose="02040503050406030204" pitchFamily="18" charset="0"/>
                                  </a:rPr>
                                  <m:t>𝛼</m:t>
                                </m:r>
                              </m:e>
                            </m:d>
                            <m:r>
                              <a:rPr lang="zh-TW" altLang="en-US" i="0">
                                <a:latin typeface="Cambria Math" panose="02040503050406030204" pitchFamily="18" charset="0"/>
                              </a:rPr>
                              <m:t>=−</m:t>
                            </m:r>
                            <m:nary>
                              <m:naryPr>
                                <m:chr m:val="∑"/>
                                <m:limLoc m:val="undOvr"/>
                                <m:grow m:val="on"/>
                                <m:ctrlPr>
                                  <a:rPr lang="zh-TW" altLang="en-US" i="1">
                                    <a:latin typeface="Cambria Math" panose="02040503050406030204" pitchFamily="18" charset="0"/>
                                  </a:rPr>
                                </m:ctrlPr>
                              </m:naryPr>
                              <m:sub>
                                <m:r>
                                  <a:rPr lang="zh-TW" altLang="en-US" i="1">
                                    <a:latin typeface="Cambria Math" panose="02040503050406030204" pitchFamily="18" charset="0"/>
                                  </a:rPr>
                                  <m:t>𝑖</m:t>
                                </m:r>
                                <m:r>
                                  <a:rPr lang="zh-TW" altLang="en-US" i="0">
                                    <a:latin typeface="Cambria Math" panose="02040503050406030204" pitchFamily="18" charset="0"/>
                                  </a:rPr>
                                  <m:t>=1</m:t>
                                </m:r>
                              </m:sub>
                              <m:sup>
                                <m:r>
                                  <a:rPr lang="zh-TW" altLang="en-US" i="1">
                                    <a:latin typeface="Cambria Math" panose="02040503050406030204" pitchFamily="18" charset="0"/>
                                  </a:rPr>
                                  <m:t>𝑛</m:t>
                                </m:r>
                              </m:sup>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𝛼</m:t>
                                    </m:r>
                                  </m:e>
                                  <m:sub>
                                    <m:r>
                                      <a:rPr lang="zh-TW" altLang="en-US" i="1">
                                        <a:latin typeface="Cambria Math" panose="02040503050406030204" pitchFamily="18" charset="0"/>
                                      </a:rPr>
                                      <m:t>𝑖</m:t>
                                    </m:r>
                                  </m:sub>
                                </m:sSub>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𝑦</m:t>
                                    </m:r>
                                  </m:e>
                                  <m:sub>
                                    <m:r>
                                      <a:rPr lang="zh-TW" altLang="en-US" i="1">
                                        <a:latin typeface="Cambria Math" panose="02040503050406030204" pitchFamily="18" charset="0"/>
                                      </a:rPr>
                                      <m:t>𝑖</m:t>
                                    </m:r>
                                  </m:sub>
                                </m:sSub>
                              </m:e>
                            </m:nary>
                            <m:r>
                              <a:rPr lang="zh-TW" altLang="en-US" i="0">
                                <a:latin typeface="Cambria Math" panose="02040503050406030204" pitchFamily="18" charset="0"/>
                              </a:rPr>
                              <m:t>=0⟹</m:t>
                            </m:r>
                            <m:nary>
                              <m:naryPr>
                                <m:chr m:val="∑"/>
                                <m:limLoc m:val="undOvr"/>
                                <m:grow m:val="on"/>
                                <m:ctrlPr>
                                  <a:rPr lang="zh-TW" altLang="en-US" i="1">
                                    <a:latin typeface="Cambria Math" panose="02040503050406030204" pitchFamily="18" charset="0"/>
                                  </a:rPr>
                                </m:ctrlPr>
                              </m:naryPr>
                              <m:sub>
                                <m:r>
                                  <a:rPr lang="zh-TW" altLang="en-US" i="1">
                                    <a:latin typeface="Cambria Math" panose="02040503050406030204" pitchFamily="18" charset="0"/>
                                  </a:rPr>
                                  <m:t>𝑖</m:t>
                                </m:r>
                                <m:r>
                                  <a:rPr lang="zh-TW" altLang="en-US" i="0">
                                    <a:latin typeface="Cambria Math" panose="02040503050406030204" pitchFamily="18" charset="0"/>
                                  </a:rPr>
                                  <m:t>=1</m:t>
                                </m:r>
                              </m:sub>
                              <m:sup>
                                <m:r>
                                  <a:rPr lang="zh-TW" altLang="en-US" i="1">
                                    <a:latin typeface="Cambria Math" panose="02040503050406030204" pitchFamily="18" charset="0"/>
                                  </a:rPr>
                                  <m:t>𝑛</m:t>
                                </m:r>
                              </m:sup>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𝛼</m:t>
                                    </m:r>
                                  </m:e>
                                  <m:sub>
                                    <m:r>
                                      <a:rPr lang="zh-TW" altLang="en-US" i="1">
                                        <a:latin typeface="Cambria Math" panose="02040503050406030204" pitchFamily="18" charset="0"/>
                                      </a:rPr>
                                      <m:t>𝑖</m:t>
                                    </m:r>
                                  </m:sub>
                                </m:sSub>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𝑦</m:t>
                                    </m:r>
                                  </m:e>
                                  <m:sub>
                                    <m:r>
                                      <a:rPr lang="zh-TW" altLang="en-US" i="1">
                                        <a:latin typeface="Cambria Math" panose="02040503050406030204" pitchFamily="18" charset="0"/>
                                      </a:rPr>
                                      <m:t>𝑖</m:t>
                                    </m:r>
                                  </m:sub>
                                </m:sSub>
                              </m:e>
                            </m:nary>
                            <m:r>
                              <a:rPr lang="zh-TW" altLang="en-US" i="0">
                                <a:latin typeface="Cambria Math" panose="02040503050406030204" pitchFamily="18" charset="0"/>
                              </a:rPr>
                              <m:t>=0</m:t>
                            </m:r>
                          </m:e>
                        </m:mr>
                      </m:m>
                    </m:oMath>
                  </m:oMathPara>
                </a14:m>
                <a:endParaRPr lang="zh-TW" altLang="en-US" dirty="0"/>
              </a:p>
            </p:txBody>
          </p:sp>
        </mc:Choice>
        <mc:Fallback xmlns="">
          <p:sp>
            <p:nvSpPr>
              <p:cNvPr id="19" name="文字方塊 18">
                <a:extLst>
                  <a:ext uri="{FF2B5EF4-FFF2-40B4-BE49-F238E27FC236}">
                    <a16:creationId xmlns:a16="http://schemas.microsoft.com/office/drawing/2014/main" id="{7AC4CCD7-583C-4C75-8A2A-B838B6298AC6}"/>
                  </a:ext>
                </a:extLst>
              </p:cNvPr>
              <p:cNvSpPr txBox="1">
                <a:spLocks noRot="1" noChangeAspect="1" noMove="1" noResize="1" noEditPoints="1" noAdjustHandles="1" noChangeArrowheads="1" noChangeShapeType="1" noTextEdit="1"/>
              </p:cNvSpPr>
              <p:nvPr/>
            </p:nvSpPr>
            <p:spPr>
              <a:xfrm>
                <a:off x="1271133" y="4909042"/>
                <a:ext cx="6095028" cy="848566"/>
              </a:xfrm>
              <a:prstGeom prst="rect">
                <a:avLst/>
              </a:prstGeom>
              <a:blipFill>
                <a:blip r:embed="rId7"/>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82581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E51159-B7BA-454F-AEB8-B5B52E619D00}"/>
              </a:ext>
            </a:extLst>
          </p:cNvPr>
          <p:cNvSpPr>
            <a:spLocks noGrp="1"/>
          </p:cNvSpPr>
          <p:nvPr>
            <p:ph type="title"/>
          </p:nvPr>
        </p:nvSpPr>
        <p:spPr/>
        <p:txBody>
          <a:bodyPr/>
          <a:lstStyle/>
          <a:p>
            <a:r>
              <a:rPr lang="zh-TW" altLang="en-US" dirty="0"/>
              <a:t>超平面方程式</a:t>
            </a:r>
          </a:p>
        </p:txBody>
      </p:sp>
      <p:sp>
        <p:nvSpPr>
          <p:cNvPr id="3" name="內容版面配置區 2">
            <a:extLst>
              <a:ext uri="{FF2B5EF4-FFF2-40B4-BE49-F238E27FC236}">
                <a16:creationId xmlns:a16="http://schemas.microsoft.com/office/drawing/2014/main" id="{CFC4B57C-4C21-4CEF-9385-BEDD2C11DE00}"/>
              </a:ext>
            </a:extLst>
          </p:cNvPr>
          <p:cNvSpPr>
            <a:spLocks noGrp="1"/>
          </p:cNvSpPr>
          <p:nvPr>
            <p:ph idx="1"/>
          </p:nvPr>
        </p:nvSpPr>
        <p:spPr/>
        <p:txBody>
          <a:bodyPr/>
          <a:lstStyle/>
          <a:p>
            <a:r>
              <a:rPr lang="zh-TW" altLang="en-US" dirty="0"/>
              <a:t>代回</a:t>
            </a:r>
            <a:endParaRPr lang="en-US" altLang="zh-TW" dirty="0"/>
          </a:p>
          <a:p>
            <a:r>
              <a:rPr lang="zh-TW" altLang="en-US" dirty="0"/>
              <a:t>使</a:t>
            </a:r>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C71EAACF-AF77-427B-8D88-3D1AF01EBCD7}"/>
                  </a:ext>
                </a:extLst>
              </p:cNvPr>
              <p:cNvSpPr txBox="1"/>
              <p:nvPr/>
            </p:nvSpPr>
            <p:spPr>
              <a:xfrm>
                <a:off x="1725421" y="2286000"/>
                <a:ext cx="139052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TW" altLang="en-US" sz="1800" i="1" smtClean="0">
                          <a:latin typeface="Cambria Math" panose="02040503050406030204" pitchFamily="18" charset="0"/>
                        </a:rPr>
                        <m:t>𝐿</m:t>
                      </m:r>
                      <m:d>
                        <m:dPr>
                          <m:sepChr m:val=","/>
                          <m:ctrlPr>
                            <a:rPr lang="zh-TW" altLang="en-US" sz="1800" i="1">
                              <a:latin typeface="Cambria Math" panose="02040503050406030204" pitchFamily="18" charset="0"/>
                            </a:rPr>
                          </m:ctrlPr>
                        </m:dPr>
                        <m:e>
                          <m:r>
                            <a:rPr lang="zh-TW" altLang="en-US" sz="1800" i="1">
                              <a:latin typeface="Cambria Math" panose="02040503050406030204" pitchFamily="18" charset="0"/>
                            </a:rPr>
                            <m:t>𝑊</m:t>
                          </m:r>
                        </m:e>
                        <m:e>
                          <m:r>
                            <a:rPr lang="zh-TW" altLang="en-US" sz="1800" i="1">
                              <a:latin typeface="Cambria Math" panose="02040503050406030204" pitchFamily="18" charset="0"/>
                            </a:rPr>
                            <m:t>𝑏</m:t>
                          </m:r>
                        </m:e>
                        <m:e>
                          <m:r>
                            <a:rPr lang="zh-TW" altLang="en-US" sz="1800" i="1">
                              <a:latin typeface="Cambria Math" panose="02040503050406030204" pitchFamily="18" charset="0"/>
                            </a:rPr>
                            <m:t>𝛼</m:t>
                          </m:r>
                        </m:e>
                      </m:d>
                    </m:oMath>
                  </m:oMathPara>
                </a14:m>
                <a:endParaRPr lang="zh-TW" altLang="en-US" dirty="0"/>
              </a:p>
            </p:txBody>
          </p:sp>
        </mc:Choice>
        <mc:Fallback xmlns="">
          <p:sp>
            <p:nvSpPr>
              <p:cNvPr id="5" name="文字方塊 4">
                <a:extLst>
                  <a:ext uri="{FF2B5EF4-FFF2-40B4-BE49-F238E27FC236}">
                    <a16:creationId xmlns:a16="http://schemas.microsoft.com/office/drawing/2014/main" id="{C71EAACF-AF77-427B-8D88-3D1AF01EBCD7}"/>
                  </a:ext>
                </a:extLst>
              </p:cNvPr>
              <p:cNvSpPr txBox="1">
                <a:spLocks noRot="1" noChangeAspect="1" noMove="1" noResize="1" noEditPoints="1" noAdjustHandles="1" noChangeArrowheads="1" noChangeShapeType="1" noTextEdit="1"/>
              </p:cNvSpPr>
              <p:nvPr/>
            </p:nvSpPr>
            <p:spPr>
              <a:xfrm>
                <a:off x="1725421" y="2286000"/>
                <a:ext cx="1390528" cy="369332"/>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ED64BC56-90EB-49CB-84ED-54DF433AC063}"/>
                  </a:ext>
                </a:extLst>
              </p:cNvPr>
              <p:cNvSpPr txBox="1"/>
              <p:nvPr/>
            </p:nvSpPr>
            <p:spPr>
              <a:xfrm>
                <a:off x="1166296" y="2882437"/>
                <a:ext cx="9002763" cy="24194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TW" altLang="en-US" sz="1800" i="1" smtClean="0">
                          <a:latin typeface="Cambria Math" panose="02040503050406030204" pitchFamily="18" charset="0"/>
                        </a:rPr>
                        <m:t>𝐿</m:t>
                      </m:r>
                      <m:d>
                        <m:dPr>
                          <m:sepChr m:val=","/>
                          <m:ctrlPr>
                            <a:rPr lang="zh-TW" altLang="en-US" sz="1800" i="1">
                              <a:latin typeface="Cambria Math" panose="02040503050406030204" pitchFamily="18" charset="0"/>
                            </a:rPr>
                          </m:ctrlPr>
                        </m:dPr>
                        <m:e>
                          <m:r>
                            <a:rPr lang="zh-TW" altLang="en-US" sz="1800" i="1">
                              <a:latin typeface="Cambria Math" panose="02040503050406030204" pitchFamily="18" charset="0"/>
                            </a:rPr>
                            <m:t>𝑊</m:t>
                          </m:r>
                        </m:e>
                        <m:e>
                          <m:r>
                            <a:rPr lang="zh-TW" altLang="en-US" sz="1800" i="1">
                              <a:latin typeface="Cambria Math" panose="02040503050406030204" pitchFamily="18" charset="0"/>
                            </a:rPr>
                            <m:t>𝑏</m:t>
                          </m:r>
                        </m:e>
                        <m:e>
                          <m:r>
                            <a:rPr lang="zh-TW" altLang="en-US" sz="1800" i="1">
                              <a:latin typeface="Cambria Math" panose="02040503050406030204" pitchFamily="18" charset="0"/>
                            </a:rPr>
                            <m:t>𝛼</m:t>
                          </m:r>
                        </m:e>
                      </m:d>
                      <m:r>
                        <a:rPr lang="en-US" altLang="zh-TW" sz="1800" b="0" i="1" smtClean="0">
                          <a:latin typeface="Cambria Math" panose="02040503050406030204" pitchFamily="18" charset="0"/>
                        </a:rPr>
                        <m:t>=</m:t>
                      </m:r>
                      <m:f>
                        <m:fPr>
                          <m:ctrlPr>
                            <a:rPr lang="zh-TW" altLang="en-US" i="1">
                              <a:solidFill>
                                <a:srgbClr val="836967"/>
                              </a:solidFill>
                              <a:latin typeface="Cambria Math" panose="02040503050406030204" pitchFamily="18" charset="0"/>
                            </a:rPr>
                          </m:ctrlPr>
                        </m:fPr>
                        <m:num>
                          <m:r>
                            <a:rPr lang="zh-TW" altLang="en-US">
                              <a:latin typeface="Cambria Math" panose="02040503050406030204" pitchFamily="18" charset="0"/>
                            </a:rPr>
                            <m:t>1</m:t>
                          </m:r>
                        </m:num>
                        <m:den>
                          <m:r>
                            <a:rPr lang="zh-TW" altLang="en-US">
                              <a:latin typeface="Cambria Math" panose="02040503050406030204" pitchFamily="18" charset="0"/>
                            </a:rPr>
                            <m:t>2</m:t>
                          </m:r>
                        </m:den>
                      </m:f>
                      <m:sSup>
                        <m:sSupPr>
                          <m:ctrlPr>
                            <a:rPr lang="en-US" altLang="zh-TW" i="1">
                              <a:latin typeface="Cambria Math" panose="02040503050406030204" pitchFamily="18" charset="0"/>
                            </a:rPr>
                          </m:ctrlPr>
                        </m:sSupPr>
                        <m:e>
                          <m:d>
                            <m:dPr>
                              <m:begChr m:val="‖"/>
                              <m:endChr m:val="‖"/>
                              <m:ctrlPr>
                                <a:rPr lang="en-US" altLang="zh-TW" i="1">
                                  <a:latin typeface="Cambria Math" panose="02040503050406030204" pitchFamily="18" charset="0"/>
                                </a:rPr>
                              </m:ctrlPr>
                            </m:dPr>
                            <m:e>
                              <m:r>
                                <a:rPr lang="zh-TW" altLang="en-US" i="1">
                                  <a:latin typeface="Cambria Math" panose="02040503050406030204" pitchFamily="18" charset="0"/>
                                </a:rPr>
                                <m:t>𝑊</m:t>
                              </m:r>
                            </m:e>
                          </m:d>
                        </m:e>
                        <m:sup>
                          <m:r>
                            <a:rPr lang="en-US" altLang="zh-TW" i="1">
                              <a:latin typeface="Cambria Math" panose="02040503050406030204" pitchFamily="18" charset="0"/>
                            </a:rPr>
                            <m:t>2</m:t>
                          </m:r>
                        </m:sup>
                      </m:sSup>
                      <m:r>
                        <a:rPr lang="en-US" altLang="zh-TW" i="1">
                          <a:latin typeface="Cambria Math" panose="02040503050406030204" pitchFamily="18" charset="0"/>
                        </a:rPr>
                        <m:t>−</m:t>
                      </m:r>
                      <m:nary>
                        <m:naryPr>
                          <m:chr m:val="∑"/>
                          <m:limLoc m:val="undOvr"/>
                          <m:grow m:val="on"/>
                          <m:ctrlPr>
                            <a:rPr lang="zh-TW" altLang="en-US" i="1">
                              <a:latin typeface="Cambria Math" panose="02040503050406030204" pitchFamily="18" charset="0"/>
                            </a:rPr>
                          </m:ctrlPr>
                        </m:naryPr>
                        <m:sub>
                          <m:r>
                            <a:rPr lang="zh-TW" altLang="en-US" i="1">
                              <a:latin typeface="Cambria Math" panose="02040503050406030204" pitchFamily="18" charset="0"/>
                            </a:rPr>
                            <m:t>𝑖</m:t>
                          </m:r>
                          <m:r>
                            <a:rPr lang="zh-TW" altLang="en-US">
                              <a:latin typeface="Cambria Math" panose="02040503050406030204" pitchFamily="18" charset="0"/>
                            </a:rPr>
                            <m:t>=1</m:t>
                          </m:r>
                        </m:sub>
                        <m:sup>
                          <m:r>
                            <a:rPr lang="zh-TW" altLang="en-US" i="1">
                              <a:latin typeface="Cambria Math" panose="02040503050406030204" pitchFamily="18" charset="0"/>
                            </a:rPr>
                            <m:t>𝑛</m:t>
                          </m:r>
                        </m:sup>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𝛼</m:t>
                              </m:r>
                            </m:e>
                            <m:sub>
                              <m:r>
                                <a:rPr lang="zh-TW" altLang="en-US" i="1">
                                  <a:latin typeface="Cambria Math" panose="02040503050406030204" pitchFamily="18" charset="0"/>
                                </a:rPr>
                                <m:t>𝑖</m:t>
                              </m:r>
                            </m:sub>
                          </m:sSub>
                          <m:d>
                            <m:dPr>
                              <m:begChr m:val="["/>
                              <m:endChr m:val="]"/>
                              <m:ctrlPr>
                                <a:rPr lang="zh-TW" altLang="en-US" i="1">
                                  <a:latin typeface="Cambria Math" panose="02040503050406030204" pitchFamily="18" charset="0"/>
                                </a:rPr>
                              </m:ctrlPr>
                            </m:dPr>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𝑦</m:t>
                                  </m:r>
                                </m:e>
                                <m:sub>
                                  <m:r>
                                    <a:rPr lang="zh-TW" altLang="en-US" i="1">
                                      <a:latin typeface="Cambria Math" panose="02040503050406030204" pitchFamily="18" charset="0"/>
                                    </a:rPr>
                                    <m:t>𝑖</m:t>
                                  </m:r>
                                </m:sub>
                              </m:sSub>
                              <m:d>
                                <m:dPr>
                                  <m:ctrlPr>
                                    <a:rPr lang="zh-TW" altLang="en-US" i="1">
                                      <a:latin typeface="Cambria Math" panose="02040503050406030204" pitchFamily="18" charset="0"/>
                                    </a:rPr>
                                  </m:ctrlPr>
                                </m:dPr>
                                <m:e>
                                  <m:sSubSup>
                                    <m:sSubSupPr>
                                      <m:ctrlPr>
                                        <a:rPr lang="zh-TW" altLang="en-US" i="1">
                                          <a:solidFill>
                                            <a:srgbClr val="836967"/>
                                          </a:solidFill>
                                          <a:latin typeface="Cambria Math" panose="02040503050406030204" pitchFamily="18" charset="0"/>
                                        </a:rPr>
                                      </m:ctrlPr>
                                    </m:sSubSupPr>
                                    <m:e>
                                      <m:r>
                                        <a:rPr lang="zh-TW" altLang="en-US" i="1">
                                          <a:latin typeface="Cambria Math" panose="02040503050406030204" pitchFamily="18" charset="0"/>
                                        </a:rPr>
                                        <m:t>𝑋</m:t>
                                      </m:r>
                                    </m:e>
                                    <m:sub>
                                      <m:r>
                                        <a:rPr lang="zh-TW" altLang="en-US" i="1">
                                          <a:latin typeface="Cambria Math" panose="02040503050406030204" pitchFamily="18" charset="0"/>
                                        </a:rPr>
                                        <m:t>𝑖</m:t>
                                      </m:r>
                                    </m:sub>
                                    <m:sup>
                                      <m:r>
                                        <a:rPr lang="zh-TW" altLang="en-US" i="1">
                                          <a:latin typeface="Cambria Math" panose="02040503050406030204" pitchFamily="18" charset="0"/>
                                        </a:rPr>
                                        <m:t>𝑇</m:t>
                                      </m:r>
                                    </m:sup>
                                  </m:sSubSup>
                                  <m:r>
                                    <a:rPr lang="zh-TW" altLang="en-US" i="1">
                                      <a:latin typeface="Cambria Math" panose="02040503050406030204" pitchFamily="18" charset="0"/>
                                    </a:rPr>
                                    <m:t>𝑊</m:t>
                                  </m:r>
                                  <m:r>
                                    <a:rPr lang="zh-TW" altLang="en-US">
                                      <a:latin typeface="Cambria Math" panose="02040503050406030204" pitchFamily="18" charset="0"/>
                                    </a:rPr>
                                    <m:t>+</m:t>
                                  </m:r>
                                  <m:r>
                                    <a:rPr lang="zh-TW" altLang="en-US" i="1">
                                      <a:latin typeface="Cambria Math" panose="02040503050406030204" pitchFamily="18" charset="0"/>
                                    </a:rPr>
                                    <m:t>𝑏</m:t>
                                  </m:r>
                                </m:e>
                              </m:d>
                              <m:r>
                                <a:rPr lang="zh-TW" altLang="en-US">
                                  <a:latin typeface="Cambria Math" panose="02040503050406030204" pitchFamily="18" charset="0"/>
                                </a:rPr>
                                <m:t>−1</m:t>
                              </m:r>
                            </m:e>
                          </m:d>
                        </m:e>
                      </m:nary>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2</m:t>
                          </m:r>
                        </m:den>
                      </m:f>
                      <m:nary>
                        <m:naryPr>
                          <m:chr m:val="∑"/>
                          <m:limLoc m:val="undOvr"/>
                          <m:grow m:val="on"/>
                          <m:ctrlPr>
                            <a:rPr lang="zh-TW" altLang="en-US" i="1">
                              <a:latin typeface="Cambria Math" panose="02040503050406030204" pitchFamily="18" charset="0"/>
                            </a:rPr>
                          </m:ctrlPr>
                        </m:naryPr>
                        <m:sub>
                          <m:r>
                            <a:rPr lang="zh-TW" altLang="en-US" i="1">
                              <a:latin typeface="Cambria Math" panose="02040503050406030204" pitchFamily="18" charset="0"/>
                            </a:rPr>
                            <m:t>𝑖</m:t>
                          </m:r>
                          <m:r>
                            <a:rPr lang="zh-TW" altLang="en-US">
                              <a:latin typeface="Cambria Math" panose="02040503050406030204" pitchFamily="18" charset="0"/>
                            </a:rPr>
                            <m:t>=1</m:t>
                          </m:r>
                        </m:sub>
                        <m:sup>
                          <m:r>
                            <a:rPr lang="zh-TW" altLang="en-US" i="1">
                              <a:latin typeface="Cambria Math" panose="02040503050406030204" pitchFamily="18" charset="0"/>
                            </a:rPr>
                            <m:t>𝑛</m:t>
                          </m:r>
                        </m:sup>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𝛼</m:t>
                              </m:r>
                            </m:e>
                            <m:sub>
                              <m:r>
                                <a:rPr lang="zh-TW" altLang="en-US" i="1">
                                  <a:latin typeface="Cambria Math" panose="02040503050406030204" pitchFamily="18" charset="0"/>
                                </a:rPr>
                                <m:t>𝑖</m:t>
                              </m:r>
                            </m:sub>
                          </m:sSub>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𝑦</m:t>
                              </m:r>
                            </m:e>
                            <m:sub>
                              <m:r>
                                <a:rPr lang="zh-TW" altLang="en-US" i="1">
                                  <a:latin typeface="Cambria Math" panose="02040503050406030204" pitchFamily="18" charset="0"/>
                                </a:rPr>
                                <m:t>𝑖</m:t>
                              </m:r>
                            </m:sub>
                          </m:sSub>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𝑖</m:t>
                              </m:r>
                            </m:sub>
                            <m:sup>
                              <m:r>
                                <a:rPr lang="en-US" altLang="zh-TW" b="0" i="1" smtClean="0">
                                  <a:latin typeface="Cambria Math" panose="02040503050406030204" pitchFamily="18" charset="0"/>
                                </a:rPr>
                                <m:t>𝑇</m:t>
                              </m:r>
                            </m:sup>
                          </m:sSubSup>
                        </m:e>
                      </m:nary>
                      <m:nary>
                        <m:naryPr>
                          <m:chr m:val="∑"/>
                          <m:limLoc m:val="undOvr"/>
                          <m:grow m:val="on"/>
                          <m:ctrlPr>
                            <a:rPr lang="zh-TW" altLang="en-US" i="1">
                              <a:latin typeface="Cambria Math" panose="02040503050406030204" pitchFamily="18" charset="0"/>
                            </a:rPr>
                          </m:ctrlPr>
                        </m:naryPr>
                        <m:sub>
                          <m:r>
                            <a:rPr lang="en-US" altLang="zh-TW" b="0" i="1" smtClean="0">
                              <a:latin typeface="Cambria Math" panose="02040503050406030204" pitchFamily="18" charset="0"/>
                            </a:rPr>
                            <m:t>𝑗</m:t>
                          </m:r>
                          <m:r>
                            <a:rPr lang="zh-TW" altLang="en-US">
                              <a:latin typeface="Cambria Math" panose="02040503050406030204" pitchFamily="18" charset="0"/>
                            </a:rPr>
                            <m:t>=1</m:t>
                          </m:r>
                        </m:sub>
                        <m:sup>
                          <m:r>
                            <a:rPr lang="zh-TW" altLang="en-US" i="1">
                              <a:latin typeface="Cambria Math" panose="02040503050406030204" pitchFamily="18" charset="0"/>
                            </a:rPr>
                            <m:t>𝑛</m:t>
                          </m:r>
                        </m:sup>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𝛼</m:t>
                              </m:r>
                            </m:e>
                            <m:sub>
                              <m:r>
                                <a:rPr lang="en-US" altLang="zh-TW" b="0" i="1" smtClean="0">
                                  <a:latin typeface="Cambria Math" panose="02040503050406030204" pitchFamily="18" charset="0"/>
                                </a:rPr>
                                <m:t>𝑗</m:t>
                              </m:r>
                            </m:sub>
                          </m:sSub>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𝑦</m:t>
                              </m:r>
                            </m:e>
                            <m:sub>
                              <m:r>
                                <a:rPr lang="en-US" altLang="zh-TW" b="0" i="1" smtClean="0">
                                  <a:latin typeface="Cambria Math" panose="02040503050406030204" pitchFamily="18" charset="0"/>
                                </a:rPr>
                                <m:t>𝑗</m:t>
                              </m:r>
                            </m:sub>
                          </m:sSub>
                          <m:sSub>
                            <m:sSubPr>
                              <m:ctrlPr>
                                <a:rPr lang="zh-TW" altLang="en-US"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𝑥</m:t>
                              </m:r>
                            </m:e>
                            <m:sub>
                              <m:r>
                                <a:rPr lang="en-US" altLang="zh-TW" b="0" i="1" smtClean="0">
                                  <a:solidFill>
                                    <a:schemeClr val="tx1"/>
                                  </a:solidFill>
                                  <a:latin typeface="Cambria Math" panose="02040503050406030204" pitchFamily="18" charset="0"/>
                                </a:rPr>
                                <m:t>𝑗</m:t>
                              </m:r>
                            </m:sub>
                          </m:sSub>
                          <m:r>
                            <a:rPr lang="en-US" altLang="zh-TW" b="0" i="1" smtClean="0">
                              <a:latin typeface="Cambria Math" panose="02040503050406030204" pitchFamily="18" charset="0"/>
                            </a:rPr>
                            <m:t>−</m:t>
                          </m:r>
                        </m:e>
                      </m:nary>
                      <m:nary>
                        <m:naryPr>
                          <m:chr m:val="∑"/>
                          <m:limLoc m:val="undOvr"/>
                          <m:grow m:val="on"/>
                          <m:ctrlPr>
                            <a:rPr lang="zh-TW" altLang="en-US" i="1">
                              <a:latin typeface="Cambria Math" panose="02040503050406030204" pitchFamily="18" charset="0"/>
                            </a:rPr>
                          </m:ctrlPr>
                        </m:naryPr>
                        <m:sub>
                          <m:r>
                            <a:rPr lang="zh-TW" altLang="en-US" i="1">
                              <a:latin typeface="Cambria Math" panose="02040503050406030204" pitchFamily="18" charset="0"/>
                            </a:rPr>
                            <m:t>𝑖</m:t>
                          </m:r>
                          <m:r>
                            <a:rPr lang="zh-TW" altLang="en-US">
                              <a:latin typeface="Cambria Math" panose="02040503050406030204" pitchFamily="18" charset="0"/>
                            </a:rPr>
                            <m:t>=1</m:t>
                          </m:r>
                        </m:sub>
                        <m:sup>
                          <m:r>
                            <a:rPr lang="zh-TW" altLang="en-US" i="1">
                              <a:latin typeface="Cambria Math" panose="02040503050406030204" pitchFamily="18" charset="0"/>
                            </a:rPr>
                            <m:t>𝑛</m:t>
                          </m:r>
                        </m:sup>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𝛼</m:t>
                              </m:r>
                            </m:e>
                            <m:sub>
                              <m:r>
                                <a:rPr lang="zh-TW" altLang="en-US" i="1">
                                  <a:latin typeface="Cambria Math" panose="02040503050406030204" pitchFamily="18" charset="0"/>
                                </a:rPr>
                                <m:t>𝑖</m:t>
                              </m:r>
                            </m:sub>
                          </m:sSub>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𝑦</m:t>
                              </m:r>
                            </m:e>
                            <m:sub>
                              <m:r>
                                <a:rPr lang="zh-TW" altLang="en-US" i="1">
                                  <a:latin typeface="Cambria Math" panose="02040503050406030204" pitchFamily="18" charset="0"/>
                                </a:rPr>
                                <m:t>𝑖</m:t>
                              </m:r>
                            </m:sub>
                          </m:sSub>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𝑥</m:t>
                              </m:r>
                            </m:e>
                            <m:sub>
                              <m:r>
                                <a:rPr lang="en-US" altLang="zh-TW" i="1">
                                  <a:latin typeface="Cambria Math" panose="02040503050406030204" pitchFamily="18" charset="0"/>
                                </a:rPr>
                                <m:t>𝑖</m:t>
                              </m:r>
                            </m:sub>
                            <m:sup>
                              <m:r>
                                <a:rPr lang="en-US" altLang="zh-TW" i="1">
                                  <a:latin typeface="Cambria Math" panose="02040503050406030204" pitchFamily="18" charset="0"/>
                                </a:rPr>
                                <m:t>𝑇</m:t>
                              </m:r>
                            </m:sup>
                          </m:sSubSup>
                        </m:e>
                      </m:nary>
                      <m:nary>
                        <m:naryPr>
                          <m:chr m:val="∑"/>
                          <m:limLoc m:val="undOvr"/>
                          <m:grow m:val="on"/>
                          <m:ctrlPr>
                            <a:rPr lang="zh-TW" altLang="en-US" i="1">
                              <a:latin typeface="Cambria Math" panose="02040503050406030204" pitchFamily="18" charset="0"/>
                            </a:rPr>
                          </m:ctrlPr>
                        </m:naryPr>
                        <m:sub>
                          <m:r>
                            <a:rPr lang="en-US" altLang="zh-TW" i="1">
                              <a:latin typeface="Cambria Math" panose="02040503050406030204" pitchFamily="18" charset="0"/>
                            </a:rPr>
                            <m:t>𝑗</m:t>
                          </m:r>
                          <m:r>
                            <a:rPr lang="zh-TW" altLang="en-US">
                              <a:latin typeface="Cambria Math" panose="02040503050406030204" pitchFamily="18" charset="0"/>
                            </a:rPr>
                            <m:t>=1</m:t>
                          </m:r>
                        </m:sub>
                        <m:sup>
                          <m:r>
                            <a:rPr lang="zh-TW" altLang="en-US" i="1">
                              <a:latin typeface="Cambria Math" panose="02040503050406030204" pitchFamily="18" charset="0"/>
                            </a:rPr>
                            <m:t>𝑛</m:t>
                          </m:r>
                        </m:sup>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𝛼</m:t>
                              </m:r>
                            </m:e>
                            <m:sub>
                              <m:r>
                                <a:rPr lang="en-US" altLang="zh-TW" i="1">
                                  <a:latin typeface="Cambria Math" panose="02040503050406030204" pitchFamily="18" charset="0"/>
                                </a:rPr>
                                <m:t>𝑗</m:t>
                              </m:r>
                            </m:sub>
                          </m:sSub>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𝑦</m:t>
                              </m:r>
                            </m:e>
                            <m:sub>
                              <m:r>
                                <a:rPr lang="en-US" altLang="zh-TW" i="1">
                                  <a:latin typeface="Cambria Math" panose="02040503050406030204" pitchFamily="18" charset="0"/>
                                </a:rPr>
                                <m:t>𝑗</m:t>
                              </m:r>
                            </m:sub>
                          </m:sSub>
                          <m:sSub>
                            <m:sSubPr>
                              <m:ctrlPr>
                                <a:rPr lang="zh-TW" altLang="en-US"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𝑗</m:t>
                              </m:r>
                            </m:sub>
                          </m:sSub>
                          <m:r>
                            <a:rPr lang="en-US" altLang="zh-TW" b="0" i="1" smtClean="0">
                              <a:latin typeface="Cambria Math" panose="02040503050406030204" pitchFamily="18" charset="0"/>
                            </a:rPr>
                            <m:t>+</m:t>
                          </m:r>
                        </m:e>
                      </m:nary>
                      <m:nary>
                        <m:naryPr>
                          <m:chr m:val="∑"/>
                          <m:ctrlPr>
                            <a:rPr lang="zh-TW" altLang="en-US"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𝑛</m:t>
                          </m:r>
                        </m:sup>
                        <m:e>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𝛼</m:t>
                              </m:r>
                            </m:e>
                            <m:sub>
                              <m:r>
                                <a:rPr lang="en-US" altLang="zh-TW" b="0" i="1" smtClean="0">
                                  <a:latin typeface="Cambria Math" panose="02040503050406030204" pitchFamily="18" charset="0"/>
                                </a:rPr>
                                <m:t>𝑖</m:t>
                              </m:r>
                            </m:sub>
                          </m:sSub>
                        </m:e>
                      </m:nary>
                      <m:r>
                        <a:rPr lang="en-US" altLang="zh-TW" b="0" i="1" smtClean="0">
                          <a:latin typeface="Cambria Math" panose="02040503050406030204" pitchFamily="18" charset="0"/>
                        </a:rPr>
                        <m:t>=</m:t>
                      </m:r>
                      <m:nary>
                        <m:naryPr>
                          <m:chr m:val="∑"/>
                          <m:ctrlPr>
                            <a:rPr lang="zh-TW" altLang="en-US" i="1">
                              <a:latin typeface="Cambria Math" panose="02040503050406030204" pitchFamily="18" charset="0"/>
                            </a:rPr>
                          </m:ctrlPr>
                        </m:naryPr>
                        <m:sub>
                          <m:r>
                            <m:rPr>
                              <m:brk m:alnAt="23"/>
                            </m:rP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𝑛</m:t>
                          </m:r>
                        </m:sup>
                        <m:e>
                          <m:sSub>
                            <m:sSubPr>
                              <m:ctrlPr>
                                <a:rPr lang="en-US" altLang="zh-TW" i="1">
                                  <a:latin typeface="Cambria Math" panose="02040503050406030204" pitchFamily="18" charset="0"/>
                                </a:rPr>
                              </m:ctrlPr>
                            </m:sSubPr>
                            <m:e>
                              <m:r>
                                <a:rPr lang="zh-TW" altLang="en-US" i="1">
                                  <a:latin typeface="Cambria Math" panose="02040503050406030204" pitchFamily="18" charset="0"/>
                                </a:rPr>
                                <m:t>𝛼</m:t>
                              </m:r>
                            </m:e>
                            <m:sub>
                              <m:r>
                                <a:rPr lang="en-US" altLang="zh-TW" i="1">
                                  <a:latin typeface="Cambria Math" panose="02040503050406030204" pitchFamily="18" charset="0"/>
                                </a:rPr>
                                <m:t>𝑖</m:t>
                              </m:r>
                            </m:sub>
                          </m:sSub>
                        </m:e>
                      </m:nary>
                      <m:r>
                        <a:rPr lang="en-US" altLang="zh-TW" b="0" i="1" smtClean="0">
                          <a:latin typeface="Cambria Math" panose="02040503050406030204" pitchFamily="18" charset="0"/>
                        </a:rPr>
                        <m:t>−</m:t>
                      </m:r>
                      <m:f>
                        <m:fPr>
                          <m:ctrlPr>
                            <a:rPr lang="en-US" altLang="zh-TW" i="1">
                              <a:latin typeface="Cambria Math" panose="02040503050406030204" pitchFamily="18" charset="0"/>
                            </a:rPr>
                          </m:ctrlPr>
                        </m:fPr>
                        <m:num>
                          <m:r>
                            <a:rPr lang="en-US" altLang="zh-TW" i="1">
                              <a:latin typeface="Cambria Math" panose="02040503050406030204" pitchFamily="18" charset="0"/>
                            </a:rPr>
                            <m:t>1</m:t>
                          </m:r>
                        </m:num>
                        <m:den>
                          <m:r>
                            <a:rPr lang="en-US" altLang="zh-TW" i="1">
                              <a:latin typeface="Cambria Math" panose="02040503050406030204" pitchFamily="18" charset="0"/>
                            </a:rPr>
                            <m:t>2</m:t>
                          </m:r>
                        </m:den>
                      </m:f>
                      <m:nary>
                        <m:naryPr>
                          <m:chr m:val="∑"/>
                          <m:limLoc m:val="undOvr"/>
                          <m:grow m:val="on"/>
                          <m:ctrlPr>
                            <a:rPr lang="zh-TW" altLang="en-US" i="1">
                              <a:latin typeface="Cambria Math" panose="02040503050406030204" pitchFamily="18" charset="0"/>
                            </a:rPr>
                          </m:ctrlPr>
                        </m:naryPr>
                        <m:sub>
                          <m:r>
                            <a:rPr lang="zh-TW" altLang="en-US" i="1">
                              <a:latin typeface="Cambria Math" panose="02040503050406030204" pitchFamily="18" charset="0"/>
                            </a:rPr>
                            <m:t>𝑖</m:t>
                          </m:r>
                          <m:r>
                            <a:rPr lang="zh-TW" altLang="en-US">
                              <a:latin typeface="Cambria Math" panose="02040503050406030204" pitchFamily="18" charset="0"/>
                            </a:rPr>
                            <m:t>=1</m:t>
                          </m:r>
                        </m:sub>
                        <m:sup>
                          <m:r>
                            <a:rPr lang="zh-TW" altLang="en-US" i="1">
                              <a:latin typeface="Cambria Math" panose="02040503050406030204" pitchFamily="18" charset="0"/>
                            </a:rPr>
                            <m:t>𝑛</m:t>
                          </m:r>
                        </m:sup>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𝛼</m:t>
                              </m:r>
                            </m:e>
                            <m:sub>
                              <m:r>
                                <a:rPr lang="zh-TW" altLang="en-US" i="1">
                                  <a:latin typeface="Cambria Math" panose="02040503050406030204" pitchFamily="18" charset="0"/>
                                </a:rPr>
                                <m:t>𝑖</m:t>
                              </m:r>
                            </m:sub>
                          </m:sSub>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𝑦</m:t>
                              </m:r>
                            </m:e>
                            <m:sub>
                              <m:r>
                                <a:rPr lang="zh-TW" altLang="en-US" i="1">
                                  <a:latin typeface="Cambria Math" panose="02040503050406030204" pitchFamily="18" charset="0"/>
                                </a:rPr>
                                <m:t>𝑖</m:t>
                              </m:r>
                            </m:sub>
                          </m:sSub>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𝑥</m:t>
                              </m:r>
                            </m:e>
                            <m:sub>
                              <m:r>
                                <a:rPr lang="en-US" altLang="zh-TW" i="1">
                                  <a:latin typeface="Cambria Math" panose="02040503050406030204" pitchFamily="18" charset="0"/>
                                </a:rPr>
                                <m:t>𝑖</m:t>
                              </m:r>
                            </m:sub>
                            <m:sup>
                              <m:r>
                                <a:rPr lang="en-US" altLang="zh-TW" i="1">
                                  <a:latin typeface="Cambria Math" panose="02040503050406030204" pitchFamily="18" charset="0"/>
                                </a:rPr>
                                <m:t>𝑇</m:t>
                              </m:r>
                            </m:sup>
                          </m:sSubSup>
                        </m:e>
                      </m:nary>
                      <m:nary>
                        <m:naryPr>
                          <m:chr m:val="∑"/>
                          <m:limLoc m:val="undOvr"/>
                          <m:grow m:val="on"/>
                          <m:ctrlPr>
                            <a:rPr lang="zh-TW" altLang="en-US" i="1">
                              <a:latin typeface="Cambria Math" panose="02040503050406030204" pitchFamily="18" charset="0"/>
                            </a:rPr>
                          </m:ctrlPr>
                        </m:naryPr>
                        <m:sub>
                          <m:r>
                            <a:rPr lang="en-US" altLang="zh-TW" i="1">
                              <a:latin typeface="Cambria Math" panose="02040503050406030204" pitchFamily="18" charset="0"/>
                            </a:rPr>
                            <m:t>𝑗</m:t>
                          </m:r>
                          <m:r>
                            <a:rPr lang="zh-TW" altLang="en-US">
                              <a:latin typeface="Cambria Math" panose="02040503050406030204" pitchFamily="18" charset="0"/>
                            </a:rPr>
                            <m:t>=1</m:t>
                          </m:r>
                        </m:sub>
                        <m:sup>
                          <m:r>
                            <a:rPr lang="zh-TW" altLang="en-US" i="1">
                              <a:latin typeface="Cambria Math" panose="02040503050406030204" pitchFamily="18" charset="0"/>
                            </a:rPr>
                            <m:t>𝑛</m:t>
                          </m:r>
                        </m:sup>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𝛼</m:t>
                              </m:r>
                            </m:e>
                            <m:sub>
                              <m:r>
                                <a:rPr lang="en-US" altLang="zh-TW" i="1">
                                  <a:latin typeface="Cambria Math" panose="02040503050406030204" pitchFamily="18" charset="0"/>
                                </a:rPr>
                                <m:t>𝑗</m:t>
                              </m:r>
                            </m:sub>
                          </m:sSub>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𝑦</m:t>
                              </m:r>
                            </m:e>
                            <m:sub>
                              <m:r>
                                <a:rPr lang="en-US" altLang="zh-TW" i="1">
                                  <a:latin typeface="Cambria Math" panose="02040503050406030204" pitchFamily="18" charset="0"/>
                                </a:rPr>
                                <m:t>𝑗</m:t>
                              </m:r>
                            </m:sub>
                          </m:sSub>
                          <m:sSub>
                            <m:sSubPr>
                              <m:ctrlPr>
                                <a:rPr lang="zh-TW" altLang="en-US"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𝑗</m:t>
                              </m:r>
                            </m:sub>
                          </m:sSub>
                          <m:r>
                            <a:rPr lang="en-US" altLang="zh-TW" b="0" i="1" smtClean="0">
                              <a:latin typeface="Cambria Math" panose="02040503050406030204" pitchFamily="18" charset="0"/>
                            </a:rPr>
                            <m:t>=</m:t>
                          </m:r>
                        </m:e>
                      </m:nary>
                      <m:nary>
                        <m:naryPr>
                          <m:chr m:val="∑"/>
                          <m:ctrlPr>
                            <a:rPr lang="zh-TW" altLang="en-US" i="1">
                              <a:latin typeface="Cambria Math" panose="02040503050406030204" pitchFamily="18" charset="0"/>
                            </a:rPr>
                          </m:ctrlPr>
                        </m:naryPr>
                        <m:sub>
                          <m:r>
                            <m:rPr>
                              <m:brk m:alnAt="23"/>
                            </m:rPr>
                            <a:rPr lang="en-US" altLang="zh-TW" i="1">
                              <a:latin typeface="Cambria Math" panose="02040503050406030204" pitchFamily="18" charset="0"/>
                            </a:rPr>
                            <m:t>𝑖</m:t>
                          </m:r>
                          <m:r>
                            <a:rPr lang="en-US" altLang="zh-TW" i="1">
                              <a:latin typeface="Cambria Math" panose="02040503050406030204" pitchFamily="18" charset="0"/>
                            </a:rPr>
                            <m:t>=1</m:t>
                          </m:r>
                        </m:sub>
                        <m:sup>
                          <m:r>
                            <a:rPr lang="en-US" altLang="zh-TW" i="1">
                              <a:latin typeface="Cambria Math" panose="02040503050406030204" pitchFamily="18" charset="0"/>
                            </a:rPr>
                            <m:t>𝑛</m:t>
                          </m:r>
                        </m:sup>
                        <m:e>
                          <m:sSub>
                            <m:sSubPr>
                              <m:ctrlPr>
                                <a:rPr lang="en-US" altLang="zh-TW" i="1">
                                  <a:latin typeface="Cambria Math" panose="02040503050406030204" pitchFamily="18" charset="0"/>
                                </a:rPr>
                              </m:ctrlPr>
                            </m:sSubPr>
                            <m:e>
                              <m:r>
                                <a:rPr lang="zh-TW" altLang="en-US" i="1">
                                  <a:latin typeface="Cambria Math" panose="02040503050406030204" pitchFamily="18" charset="0"/>
                                </a:rPr>
                                <m:t>𝛼</m:t>
                              </m:r>
                            </m:e>
                            <m:sub>
                              <m:r>
                                <a:rPr lang="en-US" altLang="zh-TW" i="1">
                                  <a:latin typeface="Cambria Math" panose="02040503050406030204" pitchFamily="18" charset="0"/>
                                </a:rPr>
                                <m:t>𝑖</m:t>
                              </m:r>
                            </m:sub>
                          </m:sSub>
                        </m:e>
                      </m:nary>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2</m:t>
                          </m:r>
                        </m:den>
                      </m:f>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𝑛</m:t>
                          </m:r>
                        </m:sup>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𝑦</m:t>
                              </m:r>
                            </m:e>
                            <m:sub>
                              <m:r>
                                <a:rPr lang="en-US" altLang="zh-TW" b="0" i="1" smtClean="0">
                                  <a:latin typeface="Cambria Math" panose="02040503050406030204" pitchFamily="18" charset="0"/>
                                </a:rPr>
                                <m:t>𝑖</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𝑦</m:t>
                              </m:r>
                            </m:e>
                            <m:sub>
                              <m:r>
                                <a:rPr lang="en-US" altLang="zh-TW" b="0" i="1" smtClean="0">
                                  <a:latin typeface="Cambria Math" panose="02040503050406030204" pitchFamily="18" charset="0"/>
                                </a:rPr>
                                <m:t>𝑗</m:t>
                              </m:r>
                            </m:sub>
                          </m:sSub>
                          <m:sSub>
                            <m:sSubPr>
                              <m:ctrlPr>
                                <a:rPr lang="en-US" altLang="zh-TW" i="1">
                                  <a:latin typeface="Cambria Math" panose="02040503050406030204" pitchFamily="18" charset="0"/>
                                </a:rPr>
                              </m:ctrlPr>
                            </m:sSubPr>
                            <m:e>
                              <m:r>
                                <a:rPr lang="zh-TW" altLang="en-US" i="1" smtClean="0">
                                  <a:latin typeface="Cambria Math" panose="02040503050406030204" pitchFamily="18" charset="0"/>
                                </a:rPr>
                                <m:t>𝛼</m:t>
                              </m:r>
                            </m:e>
                            <m:sub>
                              <m:r>
                                <a:rPr lang="en-US" altLang="zh-TW" i="1">
                                  <a:latin typeface="Cambria Math" panose="02040503050406030204" pitchFamily="18" charset="0"/>
                                </a:rPr>
                                <m:t>𝑖</m:t>
                              </m:r>
                            </m:sub>
                          </m:sSub>
                          <m:sSub>
                            <m:sSubPr>
                              <m:ctrlPr>
                                <a:rPr lang="en-US" altLang="zh-TW" i="1">
                                  <a:latin typeface="Cambria Math" panose="02040503050406030204" pitchFamily="18" charset="0"/>
                                </a:rPr>
                              </m:ctrlPr>
                            </m:sSubPr>
                            <m:e>
                              <m:r>
                                <a:rPr lang="zh-TW" altLang="en-US" i="1">
                                  <a:latin typeface="Cambria Math" panose="02040503050406030204" pitchFamily="18" charset="0"/>
                                </a:rPr>
                                <m:t>𝛼</m:t>
                              </m:r>
                            </m:e>
                            <m:sub>
                              <m:r>
                                <a:rPr lang="en-US" altLang="zh-TW" b="0" i="1" smtClean="0">
                                  <a:latin typeface="Cambria Math" panose="02040503050406030204" pitchFamily="18" charset="0"/>
                                </a:rPr>
                                <m:t>𝑗</m:t>
                              </m:r>
                            </m:sub>
                          </m:sSub>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𝑖</m:t>
                              </m:r>
                            </m:sub>
                            <m:sup>
                              <m:r>
                                <a:rPr lang="en-US" altLang="zh-TW" b="0" i="1" smtClean="0">
                                  <a:latin typeface="Cambria Math" panose="02040503050406030204" pitchFamily="18" charset="0"/>
                                </a:rPr>
                                <m:t>𝑇</m:t>
                              </m:r>
                            </m:sup>
                          </m:sSubSup>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𝑗</m:t>
                              </m:r>
                            </m:sub>
                          </m:sSub>
                        </m:e>
                      </m:nary>
                    </m:oMath>
                  </m:oMathPara>
                </a14:m>
                <a:endParaRPr lang="zh-TW" altLang="en-US" dirty="0">
                  <a:latin typeface="+mn-ea"/>
                </a:endParaRPr>
              </a:p>
            </p:txBody>
          </p:sp>
        </mc:Choice>
        <mc:Fallback xmlns="">
          <p:sp>
            <p:nvSpPr>
              <p:cNvPr id="7" name="文字方塊 6">
                <a:extLst>
                  <a:ext uri="{FF2B5EF4-FFF2-40B4-BE49-F238E27FC236}">
                    <a16:creationId xmlns:a16="http://schemas.microsoft.com/office/drawing/2014/main" id="{ED64BC56-90EB-49CB-84ED-54DF433AC063}"/>
                  </a:ext>
                </a:extLst>
              </p:cNvPr>
              <p:cNvSpPr txBox="1">
                <a:spLocks noRot="1" noChangeAspect="1" noMove="1" noResize="1" noEditPoints="1" noAdjustHandles="1" noChangeArrowheads="1" noChangeShapeType="1" noTextEdit="1"/>
              </p:cNvSpPr>
              <p:nvPr/>
            </p:nvSpPr>
            <p:spPr>
              <a:xfrm>
                <a:off x="1166296" y="2882437"/>
                <a:ext cx="9002763" cy="2419445"/>
              </a:xfrm>
              <a:prstGeom prst="rect">
                <a:avLst/>
              </a:prstGeom>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036878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317022-015C-4234-8E6F-D1446E84262A}"/>
              </a:ext>
            </a:extLst>
          </p:cNvPr>
          <p:cNvSpPr>
            <a:spLocks noGrp="1"/>
          </p:cNvSpPr>
          <p:nvPr>
            <p:ph type="title"/>
          </p:nvPr>
        </p:nvSpPr>
        <p:spPr/>
        <p:txBody>
          <a:bodyPr/>
          <a:lstStyle/>
          <a:p>
            <a:r>
              <a:rPr lang="zh-TW" altLang="en-US" dirty="0"/>
              <a:t>拉格朗日對偶性</a:t>
            </a:r>
          </a:p>
        </p:txBody>
      </p:sp>
      <p:sp>
        <p:nvSpPr>
          <p:cNvPr id="3" name="內容版面配置區 2">
            <a:extLst>
              <a:ext uri="{FF2B5EF4-FFF2-40B4-BE49-F238E27FC236}">
                <a16:creationId xmlns:a16="http://schemas.microsoft.com/office/drawing/2014/main" id="{8A6DE72A-1B8A-45CC-A503-4A10EB7BB1E2}"/>
              </a:ext>
            </a:extLst>
          </p:cNvPr>
          <p:cNvSpPr>
            <a:spLocks noGrp="1"/>
          </p:cNvSpPr>
          <p:nvPr>
            <p:ph idx="1"/>
          </p:nvPr>
        </p:nvSpPr>
        <p:spPr/>
        <p:txBody>
          <a:bodyPr/>
          <a:lstStyle/>
          <a:p>
            <a:r>
              <a:rPr lang="zh-TW" altLang="en-US" dirty="0"/>
              <a:t>原本有限制式的問題</a:t>
            </a:r>
            <a:r>
              <a:rPr lang="en-US" altLang="zh-TW" dirty="0"/>
              <a:t>(primal problem)</a:t>
            </a:r>
            <a:r>
              <a:rPr lang="zh-TW" altLang="en-US" dirty="0"/>
              <a:t>可以轉換成下面的對偶問題</a:t>
            </a:r>
            <a:endParaRPr lang="en-US" altLang="zh-TW" dirty="0"/>
          </a:p>
          <a:p>
            <a:endParaRPr lang="zh-TW" altLang="en-US" dirty="0"/>
          </a:p>
        </p:txBody>
      </p:sp>
      <p:pic>
        <p:nvPicPr>
          <p:cNvPr id="4" name="Picture 2058" descr="txp_fig">
            <a:extLst>
              <a:ext uri="{FF2B5EF4-FFF2-40B4-BE49-F238E27FC236}">
                <a16:creationId xmlns:a16="http://schemas.microsoft.com/office/drawing/2014/main" id="{BF8BC775-EA04-4089-9ADD-4A4323B0786B}"/>
              </a:ext>
            </a:extLst>
          </p:cNvPr>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993674" y="3580374"/>
            <a:ext cx="5330825" cy="836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053" descr="txp_fig">
            <a:extLst>
              <a:ext uri="{FF2B5EF4-FFF2-40B4-BE49-F238E27FC236}">
                <a16:creationId xmlns:a16="http://schemas.microsoft.com/office/drawing/2014/main" id="{AD9EABA0-70B0-466C-A408-4B19585A2216}"/>
              </a:ext>
            </a:extLst>
          </p:cNvPr>
          <p:cNvPicPr>
            <a:picLocks noChangeAspect="1" noChangeArrowheads="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1993674" y="2760297"/>
            <a:ext cx="7315200"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2054">
            <a:extLst>
              <a:ext uri="{FF2B5EF4-FFF2-40B4-BE49-F238E27FC236}">
                <a16:creationId xmlns:a16="http://schemas.microsoft.com/office/drawing/2014/main" id="{3C7ECEA4-C7C5-4142-8BA0-6970ED3025E3}"/>
              </a:ext>
            </a:extLst>
          </p:cNvPr>
          <p:cNvSpPr txBox="1">
            <a:spLocks noChangeArrowheads="1"/>
          </p:cNvSpPr>
          <p:nvPr/>
        </p:nvSpPr>
        <p:spPr bwMode="auto">
          <a:xfrm>
            <a:off x="1307714" y="4721823"/>
            <a:ext cx="39782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800" dirty="0">
                <a:ea typeface="宋体" panose="02010600030101010101" pitchFamily="2" charset="-122"/>
              </a:rPr>
              <a:t>Properties of </a:t>
            </a:r>
            <a:r>
              <a:rPr lang="en-US" altLang="zh-CN" sz="1800" dirty="0">
                <a:latin typeface="Symbol" panose="05050102010706020507" pitchFamily="18" charset="2"/>
                <a:ea typeface="宋体" panose="02010600030101010101" pitchFamily="2" charset="-122"/>
              </a:rPr>
              <a:t>a</a:t>
            </a:r>
            <a:r>
              <a:rPr lang="en-US" altLang="zh-CN" sz="1800" baseline="-25000" dirty="0">
                <a:ea typeface="宋体" panose="02010600030101010101" pitchFamily="2" charset="-122"/>
              </a:rPr>
              <a:t>i</a:t>
            </a:r>
            <a:r>
              <a:rPr lang="en-US" altLang="zh-CN" sz="1800" dirty="0">
                <a:ea typeface="宋体" panose="02010600030101010101" pitchFamily="2" charset="-122"/>
              </a:rPr>
              <a:t> when we introduce the Lagrange multipliers</a:t>
            </a:r>
          </a:p>
        </p:txBody>
      </p:sp>
      <p:sp>
        <p:nvSpPr>
          <p:cNvPr id="7" name="AutoShape 2056">
            <a:extLst>
              <a:ext uri="{FF2B5EF4-FFF2-40B4-BE49-F238E27FC236}">
                <a16:creationId xmlns:a16="http://schemas.microsoft.com/office/drawing/2014/main" id="{5EE7164C-D31D-492A-BB66-2232EEE646C8}"/>
              </a:ext>
            </a:extLst>
          </p:cNvPr>
          <p:cNvSpPr>
            <a:spLocks noChangeArrowheads="1"/>
          </p:cNvSpPr>
          <p:nvPr/>
        </p:nvSpPr>
        <p:spPr bwMode="auto">
          <a:xfrm rot="14356866">
            <a:off x="3592061" y="4187561"/>
            <a:ext cx="228600" cy="381000"/>
          </a:xfrm>
          <a:prstGeom prst="downArrow">
            <a:avLst>
              <a:gd name="adj1" fmla="val 50000"/>
              <a:gd name="adj2" fmla="val 41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8" name="AutoShape 2057">
            <a:extLst>
              <a:ext uri="{FF2B5EF4-FFF2-40B4-BE49-F238E27FC236}">
                <a16:creationId xmlns:a16="http://schemas.microsoft.com/office/drawing/2014/main" id="{8921BCE5-DEF9-42D8-860B-926F16DA8AF1}"/>
              </a:ext>
            </a:extLst>
          </p:cNvPr>
          <p:cNvSpPr>
            <a:spLocks noChangeArrowheads="1"/>
          </p:cNvSpPr>
          <p:nvPr/>
        </p:nvSpPr>
        <p:spPr bwMode="auto">
          <a:xfrm rot="6370467">
            <a:off x="7906976" y="3740556"/>
            <a:ext cx="304800" cy="914400"/>
          </a:xfrm>
          <a:prstGeom prst="downArrow">
            <a:avLst>
              <a:gd name="adj1" fmla="val 50000"/>
              <a:gd name="adj2" fmla="val 7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 name="Text Box 2055">
            <a:extLst>
              <a:ext uri="{FF2B5EF4-FFF2-40B4-BE49-F238E27FC236}">
                <a16:creationId xmlns:a16="http://schemas.microsoft.com/office/drawing/2014/main" id="{A0884EFF-5F61-4FE8-BCF9-A1F3F97E986F}"/>
              </a:ext>
            </a:extLst>
          </p:cNvPr>
          <p:cNvSpPr txBox="1">
            <a:spLocks noChangeArrowheads="1"/>
          </p:cNvSpPr>
          <p:nvPr/>
        </p:nvSpPr>
        <p:spPr bwMode="auto">
          <a:xfrm>
            <a:off x="6476548" y="4680878"/>
            <a:ext cx="39782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800" dirty="0">
                <a:ea typeface="宋体" panose="02010600030101010101" pitchFamily="2" charset="-122"/>
              </a:rPr>
              <a:t>The result when we differentiate the original </a:t>
            </a:r>
            <a:r>
              <a:rPr lang="en-US" altLang="zh-CN" sz="1800" dirty="0" err="1">
                <a:ea typeface="宋体" panose="02010600030101010101" pitchFamily="2" charset="-122"/>
              </a:rPr>
              <a:t>Lagrangian</a:t>
            </a:r>
            <a:r>
              <a:rPr lang="en-US" altLang="zh-CN" sz="1800" dirty="0">
                <a:ea typeface="宋体" panose="02010600030101010101" pitchFamily="2" charset="-122"/>
              </a:rPr>
              <a:t> </a:t>
            </a:r>
            <a:r>
              <a:rPr lang="en-US" altLang="zh-CN" sz="1800" dirty="0" err="1">
                <a:ea typeface="宋体" panose="02010600030101010101" pitchFamily="2" charset="-122"/>
              </a:rPr>
              <a:t>w.r.t.</a:t>
            </a:r>
            <a:r>
              <a:rPr lang="en-US" altLang="zh-CN" sz="1800" dirty="0">
                <a:ea typeface="宋体" panose="02010600030101010101" pitchFamily="2" charset="-122"/>
              </a:rPr>
              <a:t> b</a:t>
            </a:r>
          </a:p>
        </p:txBody>
      </p:sp>
    </p:spTree>
    <p:extLst>
      <p:ext uri="{BB962C8B-B14F-4D97-AF65-F5344CB8AC3E}">
        <p14:creationId xmlns:p14="http://schemas.microsoft.com/office/powerpoint/2010/main" val="1720884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95491B16-DFD2-9C4A-394B-A7507FC3A240}"/>
              </a:ext>
            </a:extLst>
          </p:cNvPr>
          <p:cNvSpPr>
            <a:spLocks noGrp="1"/>
          </p:cNvSpPr>
          <p:nvPr>
            <p:ph type="title"/>
          </p:nvPr>
        </p:nvSpPr>
        <p:spPr/>
        <p:txBody>
          <a:bodyPr/>
          <a:lstStyle/>
          <a:p>
            <a:r>
              <a:rPr lang="zh-TW" altLang="en-US" dirty="0"/>
              <a:t>軟邊距分類</a:t>
            </a:r>
          </a:p>
        </p:txBody>
      </p:sp>
      <p:sp>
        <p:nvSpPr>
          <p:cNvPr id="5" name="文字版面配置區 4">
            <a:extLst>
              <a:ext uri="{FF2B5EF4-FFF2-40B4-BE49-F238E27FC236}">
                <a16:creationId xmlns:a16="http://schemas.microsoft.com/office/drawing/2014/main" id="{25E6A536-286E-6B55-E767-25B78508E2D2}"/>
              </a:ext>
            </a:extLst>
          </p:cNvPr>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23278486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AD3905-8207-4603-A26A-21F1E481C6DD}"/>
              </a:ext>
            </a:extLst>
          </p:cNvPr>
          <p:cNvSpPr>
            <a:spLocks noGrp="1"/>
          </p:cNvSpPr>
          <p:nvPr>
            <p:ph type="title"/>
          </p:nvPr>
        </p:nvSpPr>
        <p:spPr/>
        <p:txBody>
          <a:bodyPr/>
          <a:lstStyle/>
          <a:p>
            <a:r>
              <a:rPr lang="zh-TW" altLang="en-US" dirty="0"/>
              <a:t>是否要允許分類錯誤？</a:t>
            </a:r>
            <a:r>
              <a:rPr lang="en-US" altLang="zh-TW" dirty="0"/>
              <a:t>	</a:t>
            </a:r>
            <a:endParaRPr lang="zh-TW" altLang="en-US" dirty="0"/>
          </a:p>
        </p:txBody>
      </p:sp>
      <p:sp>
        <p:nvSpPr>
          <p:cNvPr id="3" name="內容版面配置區 2">
            <a:extLst>
              <a:ext uri="{FF2B5EF4-FFF2-40B4-BE49-F238E27FC236}">
                <a16:creationId xmlns:a16="http://schemas.microsoft.com/office/drawing/2014/main" id="{B8B29D58-8D3E-4B4F-AB60-7591A27B7D2C}"/>
              </a:ext>
            </a:extLst>
          </p:cNvPr>
          <p:cNvSpPr>
            <a:spLocks noGrp="1"/>
          </p:cNvSpPr>
          <p:nvPr>
            <p:ph idx="1"/>
          </p:nvPr>
        </p:nvSpPr>
        <p:spPr>
          <a:xfrm>
            <a:off x="838200" y="1825624"/>
            <a:ext cx="10515600" cy="4873755"/>
          </a:xfrm>
        </p:spPr>
        <p:txBody>
          <a:bodyPr>
            <a:normAutofit/>
          </a:bodyPr>
          <a:lstStyle/>
          <a:p>
            <a:r>
              <a:rPr lang="zh-TW" altLang="en-US" dirty="0"/>
              <a:t>為什麼？</a:t>
            </a:r>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r>
              <a:rPr lang="zh-TW" altLang="en-US" dirty="0"/>
              <a:t>左邊的圖將資料完全地正確分類，但</a:t>
            </a:r>
            <a:r>
              <a:rPr lang="en-US" altLang="zh-TW" dirty="0"/>
              <a:t>margin</a:t>
            </a:r>
            <a:r>
              <a:rPr lang="zh-TW" altLang="en-US" dirty="0"/>
              <a:t>超小 </a:t>
            </a:r>
            <a:r>
              <a:rPr lang="en-US" altLang="zh-TW" dirty="0"/>
              <a:t>(margin error)</a:t>
            </a:r>
          </a:p>
          <a:p>
            <a:pPr lvl="1"/>
            <a:r>
              <a:rPr lang="en-US" altLang="zh-TW" dirty="0"/>
              <a:t>Hard margin(</a:t>
            </a:r>
            <a:r>
              <a:rPr lang="zh-TW" altLang="en-US" dirty="0"/>
              <a:t>硬邊距</a:t>
            </a:r>
            <a:r>
              <a:rPr lang="en-US" altLang="zh-TW" dirty="0"/>
              <a:t>): these try to maximize the margin without introducing any kind of errors.</a:t>
            </a:r>
          </a:p>
          <a:p>
            <a:r>
              <a:rPr lang="zh-TW" altLang="en-US" dirty="0"/>
              <a:t>右邊的圖</a:t>
            </a:r>
            <a:r>
              <a:rPr lang="en-US" altLang="zh-TW" dirty="0"/>
              <a:t>(Soft margin)</a:t>
            </a:r>
            <a:r>
              <a:rPr lang="zh-TW" altLang="en-US" dirty="0"/>
              <a:t>允許一定程度的錯誤</a:t>
            </a:r>
            <a:r>
              <a:rPr lang="en-US" altLang="zh-TW" dirty="0"/>
              <a:t>(classification error) </a:t>
            </a:r>
            <a:r>
              <a:rPr lang="zh-TW" altLang="en-US" dirty="0"/>
              <a:t>，讓兩類的</a:t>
            </a:r>
            <a:r>
              <a:rPr lang="en-US" altLang="zh-TW" dirty="0"/>
              <a:t>margin</a:t>
            </a:r>
            <a:r>
              <a:rPr lang="zh-TW" altLang="en-US" dirty="0"/>
              <a:t>最大</a:t>
            </a:r>
          </a:p>
        </p:txBody>
      </p:sp>
      <p:pic>
        <p:nvPicPr>
          <p:cNvPr id="2050" name="Picture 2" descr="comparison of C values">
            <a:extLst>
              <a:ext uri="{FF2B5EF4-FFF2-40B4-BE49-F238E27FC236}">
                <a16:creationId xmlns:a16="http://schemas.microsoft.com/office/drawing/2014/main" id="{A6356D33-A598-4966-B154-35AB468069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7897" y="1729176"/>
            <a:ext cx="7411230" cy="3399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6750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BCABEA-2B1C-D633-EFA9-072468C053AD}"/>
              </a:ext>
            </a:extLst>
          </p:cNvPr>
          <p:cNvSpPr>
            <a:spLocks noGrp="1"/>
          </p:cNvSpPr>
          <p:nvPr>
            <p:ph type="title"/>
          </p:nvPr>
        </p:nvSpPr>
        <p:spPr/>
        <p:txBody>
          <a:bodyPr/>
          <a:lstStyle/>
          <a:p>
            <a:r>
              <a:rPr lang="zh-TW" altLang="en-US" dirty="0"/>
              <a:t>引入</a:t>
            </a:r>
            <a:r>
              <a:rPr lang="en-US" altLang="zh-TW" dirty="0"/>
              <a:t>Hinge(</a:t>
            </a:r>
            <a:r>
              <a:rPr lang="zh-TW" altLang="en-US" dirty="0"/>
              <a:t>鉸鏈</a:t>
            </a:r>
            <a:r>
              <a:rPr lang="en-US" altLang="zh-TW" dirty="0"/>
              <a:t>)loss</a:t>
            </a:r>
            <a:r>
              <a:rPr lang="zh-TW" altLang="en-US" dirty="0"/>
              <a:t>的計算</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F33782F-E102-5FC1-1E54-B49D9D21FB55}"/>
                  </a:ext>
                </a:extLst>
              </p:cNvPr>
              <p:cNvSpPr>
                <a:spLocks noGrp="1"/>
              </p:cNvSpPr>
              <p:nvPr>
                <p:ph idx="1"/>
              </p:nvPr>
            </p:nvSpPr>
            <p:spPr/>
            <p:txBody>
              <a:bodyPr/>
              <a:lstStyle/>
              <a:p>
                <a:r>
                  <a:rPr lang="zh-TW" altLang="en-US" dirty="0"/>
                  <a:t>在 </a:t>
                </a:r>
                <a:r>
                  <a:rPr lang="en-US" altLang="zh-TW" dirty="0"/>
                  <a:t>SVM </a:t>
                </a:r>
                <a:r>
                  <a:rPr lang="zh-TW" altLang="en-US" dirty="0"/>
                  <a:t>中，每一筆樣本的損失定義如下：</a:t>
                </a:r>
                <a:endParaRPr lang="en-US" altLang="zh-TW" sz="1800" i="1" kern="100" dirty="0">
                  <a:effectLst/>
                  <a:latin typeface="Cambria Math" panose="02040503050406030204" pitchFamily="18" charset="0"/>
                  <a:ea typeface="Cambria Math" panose="02040503050406030204" pitchFamily="18" charset="0"/>
                  <a:cs typeface="Times New Roman" panose="02020603050405020304" pitchFamily="18" charset="0"/>
                </a:endParaRPr>
              </a:p>
              <a:p>
                <a14:m>
                  <m:oMath xmlns:m="http://schemas.openxmlformats.org/officeDocument/2006/math">
                    <m:sSub>
                      <m:sSubPr>
                        <m:ctrlPr>
                          <a:rPr lang="zh-TW" altLang="zh-TW" sz="20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𝐿</m:t>
                        </m:r>
                      </m:e>
                      <m:sub>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𝑖</m:t>
                        </m:r>
                      </m:sub>
                    </m:sSub>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𝑚𝑎𝑥</m:t>
                    </m:r>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(0,1−</m:t>
                    </m:r>
                    <m:sSub>
                      <m:sSubPr>
                        <m:ctrlPr>
                          <a:rPr lang="zh-TW" altLang="zh-TW"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𝑦</m:t>
                        </m:r>
                      </m:e>
                      <m:sub>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𝑖</m:t>
                        </m:r>
                      </m:sub>
                    </m:sSub>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m:t>
                    </m:r>
                    <m:sSup>
                      <m:sSupPr>
                        <m:ctrlPr>
                          <a:rPr lang="zh-TW" altLang="zh-TW" sz="20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𝑤</m:t>
                        </m:r>
                      </m:e>
                      <m:sup>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𝑇</m:t>
                        </m:r>
                      </m:sup>
                    </m:sSup>
                    <m:sSub>
                      <m:sSubPr>
                        <m:ctrlPr>
                          <a:rPr lang="zh-TW" altLang="zh-TW"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𝑥</m:t>
                        </m:r>
                      </m:e>
                      <m:sub>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𝑖</m:t>
                        </m:r>
                      </m:sub>
                    </m:sSub>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𝑏</m:t>
                    </m:r>
                    <m:r>
                      <a:rPr lang="en-US" altLang="zh-TW" sz="2000" i="1" kern="100">
                        <a:effectLst/>
                        <a:latin typeface="Cambria Math" panose="02040503050406030204" pitchFamily="18" charset="0"/>
                        <a:ea typeface="新細明體" panose="02020500000000000000" pitchFamily="18" charset="-120"/>
                        <a:cs typeface="Times New Roman" panose="02020603050405020304" pitchFamily="18" charset="0"/>
                      </a:rPr>
                      <m:t>))</m:t>
                    </m:r>
                  </m:oMath>
                </a14:m>
                <a:endParaRPr lang="en-US" altLang="zh-TW" sz="2400" dirty="0"/>
              </a:p>
              <a:p>
                <a:r>
                  <a:rPr lang="zh-TW" altLang="en-US" dirty="0"/>
                  <a:t>整體損失則是：</a:t>
                </a:r>
              </a:p>
            </p:txBody>
          </p:sp>
        </mc:Choice>
        <mc:Fallback xmlns="">
          <p:sp>
            <p:nvSpPr>
              <p:cNvPr id="3" name="內容版面配置區 2">
                <a:extLst>
                  <a:ext uri="{FF2B5EF4-FFF2-40B4-BE49-F238E27FC236}">
                    <a16:creationId xmlns:a16="http://schemas.microsoft.com/office/drawing/2014/main" id="{AF33782F-E102-5FC1-1E54-B49D9D21FB55}"/>
                  </a:ext>
                </a:extLst>
              </p:cNvPr>
              <p:cNvSpPr>
                <a:spLocks noGrp="1" noRot="1" noChangeAspect="1" noMove="1" noResize="1" noEditPoints="1" noAdjustHandles="1" noChangeArrowheads="1" noChangeShapeType="1" noTextEdit="1"/>
              </p:cNvSpPr>
              <p:nvPr>
                <p:ph idx="1"/>
              </p:nvPr>
            </p:nvSpPr>
            <p:spPr>
              <a:blipFill>
                <a:blip r:embed="rId2"/>
                <a:stretch>
                  <a:fillRect l="-313" t="-1970"/>
                </a:stretch>
              </a:blipFill>
            </p:spPr>
            <p:txBody>
              <a:bodyPr/>
              <a:lstStyle/>
              <a:p>
                <a:r>
                  <a:rPr lang="zh-TW" altLang="en-US">
                    <a:noFill/>
                  </a:rPr>
                  <a:t> </a:t>
                </a:r>
              </a:p>
            </p:txBody>
          </p:sp>
        </mc:Fallback>
      </mc:AlternateContent>
      <p:pic>
        <p:nvPicPr>
          <p:cNvPr id="4" name="Picture 2" descr="https://pic2.zhimg.com/80/v2-3c6aa9626ee8e4609b0d7c5712baf624_720w.jpg?source=1940ef5c">
            <a:extLst>
              <a:ext uri="{FF2B5EF4-FFF2-40B4-BE49-F238E27FC236}">
                <a16:creationId xmlns:a16="http://schemas.microsoft.com/office/drawing/2014/main" id="{B79C8056-8F11-4E01-BF4E-0F1CC84193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1693" y="984538"/>
            <a:ext cx="3257636" cy="237382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 name="文字方塊 6">
            <a:extLst>
              <a:ext uri="{FF2B5EF4-FFF2-40B4-BE49-F238E27FC236}">
                <a16:creationId xmlns:a16="http://schemas.microsoft.com/office/drawing/2014/main" id="{935DDCA5-BA69-D9CB-62BF-D3AE3F9AC691}"/>
              </a:ext>
            </a:extLst>
          </p:cNvPr>
          <p:cNvSpPr txBox="1"/>
          <p:nvPr/>
        </p:nvSpPr>
        <p:spPr>
          <a:xfrm>
            <a:off x="5638800" y="2973137"/>
            <a:ext cx="65" cy="276999"/>
          </a:xfrm>
          <a:prstGeom prst="rect">
            <a:avLst/>
          </a:prstGeom>
          <a:noFill/>
        </p:spPr>
        <p:txBody>
          <a:bodyPr wrap="none" lIns="0" tIns="0" rIns="0" bIns="0" rtlCol="0">
            <a:spAutoFit/>
          </a:bodyPr>
          <a:lstStyle/>
          <a:p>
            <a:endParaRPr lang="zh-TW" altLang="en-US" dirty="0"/>
          </a:p>
        </p:txBody>
      </p:sp>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531F799F-6E84-7C88-40D2-365F5C1A4C29}"/>
                  </a:ext>
                </a:extLst>
              </p:cNvPr>
              <p:cNvSpPr txBox="1"/>
              <p:nvPr/>
            </p:nvSpPr>
            <p:spPr>
              <a:xfrm>
                <a:off x="2836179" y="3079430"/>
                <a:ext cx="4737638" cy="6365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limLoc m:val="subSup"/>
                          <m:ctrlPr>
                            <a:rPr lang="zh-TW" altLang="en-US" i="1" smtClean="0">
                              <a:latin typeface="Cambria Math" panose="02040503050406030204" pitchFamily="18" charset="0"/>
                            </a:rPr>
                          </m:ctrlPr>
                        </m:naryPr>
                        <m:sub>
                          <m:r>
                            <a:rPr lang="zh-TW" altLang="en-US" i="1">
                              <a:latin typeface="Cambria Math" panose="02040503050406030204" pitchFamily="18" charset="0"/>
                            </a:rPr>
                            <m:t>𝑖</m:t>
                          </m:r>
                          <m:r>
                            <a:rPr lang="zh-TW" altLang="en-US" i="0">
                              <a:latin typeface="Cambria Math" panose="02040503050406030204" pitchFamily="18" charset="0"/>
                            </a:rPr>
                            <m:t>=1</m:t>
                          </m:r>
                        </m:sub>
                        <m:sup>
                          <m:r>
                            <a:rPr lang="zh-TW" altLang="en-US" i="1">
                              <a:latin typeface="Cambria Math" panose="02040503050406030204" pitchFamily="18" charset="0"/>
                            </a:rPr>
                            <m:t>𝑛</m:t>
                          </m:r>
                        </m:sup>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𝐿</m:t>
                              </m:r>
                            </m:e>
                            <m:sub>
                              <m:r>
                                <a:rPr lang="zh-TW" altLang="en-US" i="1">
                                  <a:latin typeface="Cambria Math" panose="02040503050406030204" pitchFamily="18" charset="0"/>
                                </a:rPr>
                                <m:t>𝑖</m:t>
                              </m:r>
                            </m:sub>
                          </m:sSub>
                        </m:e>
                      </m:nary>
                      <m:r>
                        <a:rPr lang="zh-TW" altLang="en-US" i="0">
                          <a:latin typeface="Cambria Math" panose="02040503050406030204" pitchFamily="18" charset="0"/>
                        </a:rPr>
                        <m:t>=</m:t>
                      </m:r>
                      <m:nary>
                        <m:naryPr>
                          <m:chr m:val="∑"/>
                          <m:limLoc m:val="subSup"/>
                          <m:ctrlPr>
                            <a:rPr lang="zh-TW" altLang="en-US" i="1">
                              <a:latin typeface="Cambria Math" panose="02040503050406030204" pitchFamily="18" charset="0"/>
                            </a:rPr>
                          </m:ctrlPr>
                        </m:naryPr>
                        <m:sub>
                          <m:r>
                            <a:rPr lang="zh-TW" altLang="en-US" i="1">
                              <a:latin typeface="Cambria Math" panose="02040503050406030204" pitchFamily="18" charset="0"/>
                            </a:rPr>
                            <m:t>𝑖</m:t>
                          </m:r>
                          <m:r>
                            <a:rPr lang="zh-TW" altLang="en-US" i="0">
                              <a:latin typeface="Cambria Math" panose="02040503050406030204" pitchFamily="18" charset="0"/>
                            </a:rPr>
                            <m:t>=1</m:t>
                          </m:r>
                        </m:sub>
                        <m:sup>
                          <m:r>
                            <a:rPr lang="zh-TW" altLang="en-US" i="1">
                              <a:latin typeface="Cambria Math" panose="02040503050406030204" pitchFamily="18" charset="0"/>
                            </a:rPr>
                            <m:t>𝑛</m:t>
                          </m:r>
                        </m:sup>
                        <m:e>
                          <m:func>
                            <m:funcPr>
                              <m:ctrlPr>
                                <a:rPr lang="zh-TW" altLang="en-US" i="1">
                                  <a:latin typeface="Cambria Math" panose="02040503050406030204" pitchFamily="18" charset="0"/>
                                </a:rPr>
                              </m:ctrlPr>
                            </m:funcPr>
                            <m:fName>
                              <m:r>
                                <m:rPr>
                                  <m:sty m:val="p"/>
                                </m:rPr>
                                <a:rPr lang="zh-TW" altLang="en-US" i="0">
                                  <a:latin typeface="Cambria Math" panose="02040503050406030204" pitchFamily="18" charset="0"/>
                                </a:rPr>
                                <m:t>max</m:t>
                              </m:r>
                            </m:fName>
                            <m:e>
                              <m:d>
                                <m:dPr>
                                  <m:ctrlPr>
                                    <a:rPr lang="zh-TW" altLang="en-US" i="1">
                                      <a:solidFill>
                                        <a:srgbClr val="836967"/>
                                      </a:solidFill>
                                      <a:latin typeface="Cambria Math" panose="02040503050406030204" pitchFamily="18" charset="0"/>
                                    </a:rPr>
                                  </m:ctrlPr>
                                </m:dPr>
                                <m:e>
                                  <m:r>
                                    <a:rPr lang="zh-TW" altLang="en-US" i="0">
                                      <a:latin typeface="Cambria Math" panose="02040503050406030204" pitchFamily="18" charset="0"/>
                                    </a:rPr>
                                    <m:t>0,1−</m:t>
                                  </m:r>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𝑦</m:t>
                                      </m:r>
                                    </m:e>
                                    <m:sub>
                                      <m:r>
                                        <a:rPr lang="zh-TW" altLang="en-US" i="1">
                                          <a:latin typeface="Cambria Math" panose="02040503050406030204" pitchFamily="18" charset="0"/>
                                        </a:rPr>
                                        <m:t>𝑖</m:t>
                                      </m:r>
                                    </m:sub>
                                  </m:sSub>
                                  <m:d>
                                    <m:dPr>
                                      <m:ctrlPr>
                                        <a:rPr lang="zh-TW" altLang="en-US" i="1">
                                          <a:solidFill>
                                            <a:srgbClr val="836967"/>
                                          </a:solidFill>
                                          <a:latin typeface="Cambria Math" panose="02040503050406030204" pitchFamily="18" charset="0"/>
                                        </a:rPr>
                                      </m:ctrlPr>
                                    </m:dPr>
                                    <m:e>
                                      <m:sSup>
                                        <m:sSupPr>
                                          <m:ctrlPr>
                                            <a:rPr lang="zh-TW" altLang="en-US" i="1">
                                              <a:solidFill>
                                                <a:srgbClr val="836967"/>
                                              </a:solidFill>
                                              <a:latin typeface="Cambria Math" panose="02040503050406030204" pitchFamily="18" charset="0"/>
                                            </a:rPr>
                                          </m:ctrlPr>
                                        </m:sSupPr>
                                        <m:e>
                                          <m:r>
                                            <a:rPr lang="zh-TW" altLang="en-US" i="1">
                                              <a:latin typeface="Cambria Math" panose="02040503050406030204" pitchFamily="18" charset="0"/>
                                            </a:rPr>
                                            <m:t>𝑤</m:t>
                                          </m:r>
                                        </m:e>
                                        <m:sup>
                                          <m:r>
                                            <a:rPr lang="zh-TW" altLang="en-US" i="1">
                                              <a:latin typeface="Cambria Math" panose="02040503050406030204" pitchFamily="18" charset="0"/>
                                            </a:rPr>
                                            <m:t>𝑇</m:t>
                                          </m:r>
                                        </m:sup>
                                      </m:sSup>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𝑖</m:t>
                                          </m:r>
                                        </m:sub>
                                      </m:sSub>
                                      <m:r>
                                        <a:rPr lang="zh-TW" altLang="en-US" i="0">
                                          <a:latin typeface="Cambria Math" panose="02040503050406030204" pitchFamily="18" charset="0"/>
                                        </a:rPr>
                                        <m:t>+</m:t>
                                      </m:r>
                                      <m:r>
                                        <a:rPr lang="zh-TW" altLang="en-US" i="1">
                                          <a:latin typeface="Cambria Math" panose="02040503050406030204" pitchFamily="18" charset="0"/>
                                        </a:rPr>
                                        <m:t>𝑏</m:t>
                                      </m:r>
                                    </m:e>
                                  </m:d>
                                </m:e>
                              </m:d>
                            </m:e>
                          </m:func>
                        </m:e>
                      </m:nary>
                    </m:oMath>
                  </m:oMathPara>
                </a14:m>
                <a:endParaRPr lang="zh-TW" altLang="en-US" dirty="0"/>
              </a:p>
            </p:txBody>
          </p:sp>
        </mc:Choice>
        <mc:Fallback xmlns="">
          <p:sp>
            <p:nvSpPr>
              <p:cNvPr id="9" name="文字方塊 8">
                <a:extLst>
                  <a:ext uri="{FF2B5EF4-FFF2-40B4-BE49-F238E27FC236}">
                    <a16:creationId xmlns:a16="http://schemas.microsoft.com/office/drawing/2014/main" id="{531F799F-6E84-7C88-40D2-365F5C1A4C29}"/>
                  </a:ext>
                </a:extLst>
              </p:cNvPr>
              <p:cNvSpPr txBox="1">
                <a:spLocks noRot="1" noChangeAspect="1" noMove="1" noResize="1" noEditPoints="1" noAdjustHandles="1" noChangeArrowheads="1" noChangeShapeType="1" noTextEdit="1"/>
              </p:cNvSpPr>
              <p:nvPr/>
            </p:nvSpPr>
            <p:spPr>
              <a:xfrm>
                <a:off x="2836179" y="3079430"/>
                <a:ext cx="4737638" cy="636585"/>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id="{EC5FCC77-DF70-34A8-6435-AC21588D536B}"/>
                  </a:ext>
                </a:extLst>
              </p:cNvPr>
              <p:cNvGraphicFramePr>
                <a:graphicFrameLocks noGrp="1"/>
              </p:cNvGraphicFramePr>
              <p:nvPr>
                <p:extLst>
                  <p:ext uri="{D42A27DB-BD31-4B8C-83A1-F6EECF244321}">
                    <p14:modId xmlns:p14="http://schemas.microsoft.com/office/powerpoint/2010/main" val="1293020462"/>
                  </p:ext>
                </p:extLst>
              </p:nvPr>
            </p:nvGraphicFramePr>
            <p:xfrm>
              <a:off x="1024128" y="3802634"/>
              <a:ext cx="9638526" cy="2234946"/>
            </p:xfrm>
            <a:graphic>
              <a:graphicData uri="http://schemas.openxmlformats.org/drawingml/2006/table">
                <a:tbl>
                  <a:tblPr firstRow="1" bandRow="1">
                    <a:tableStyleId>{5C22544A-7EE6-4342-B048-85BDC9FD1C3A}</a:tableStyleId>
                  </a:tblPr>
                  <a:tblGrid>
                    <a:gridCol w="2895493">
                      <a:extLst>
                        <a:ext uri="{9D8B030D-6E8A-4147-A177-3AD203B41FA5}">
                          <a16:colId xmlns:a16="http://schemas.microsoft.com/office/drawing/2014/main" val="2815825186"/>
                        </a:ext>
                      </a:extLst>
                    </a:gridCol>
                    <a:gridCol w="3530191">
                      <a:extLst>
                        <a:ext uri="{9D8B030D-6E8A-4147-A177-3AD203B41FA5}">
                          <a16:colId xmlns:a16="http://schemas.microsoft.com/office/drawing/2014/main" val="2486776814"/>
                        </a:ext>
                      </a:extLst>
                    </a:gridCol>
                    <a:gridCol w="3212842">
                      <a:extLst>
                        <a:ext uri="{9D8B030D-6E8A-4147-A177-3AD203B41FA5}">
                          <a16:colId xmlns:a16="http://schemas.microsoft.com/office/drawing/2014/main" val="4235791731"/>
                        </a:ext>
                      </a:extLst>
                    </a:gridCol>
                  </a:tblGrid>
                  <a:tr h="370840">
                    <a:tc>
                      <a:txBody>
                        <a:bodyPr/>
                        <a:lstStyle/>
                        <a:p>
                          <a:pPr algn="ctr"/>
                          <a:r>
                            <a:rPr lang="zh-TW" altLang="en-US" dirty="0"/>
                            <a:t>分類正確且離邊界遠 </a:t>
                          </a:r>
                        </a:p>
                      </a:txBody>
                      <a:tcPr/>
                    </a:tc>
                    <a:tc>
                      <a:txBody>
                        <a:bodyPr/>
                        <a:lstStyle/>
                        <a:p>
                          <a:pPr algn="ctr"/>
                          <a:r>
                            <a:rPr lang="zh-TW" altLang="en-US" dirty="0"/>
                            <a:t>分類正確但太靠近邊界</a:t>
                          </a:r>
                        </a:p>
                      </a:txBody>
                      <a:tcPr/>
                    </a:tc>
                    <a:tc>
                      <a:txBody>
                        <a:bodyPr/>
                        <a:lstStyle/>
                        <a:p>
                          <a:pPr algn="ctr"/>
                          <a:r>
                            <a:rPr lang="zh-TW" altLang="en-US" dirty="0"/>
                            <a:t>分類錯誤</a:t>
                          </a:r>
                        </a:p>
                      </a:txBody>
                      <a:tcPr/>
                    </a:tc>
                    <a:extLst>
                      <a:ext uri="{0D108BD9-81ED-4DB2-BD59-A6C34878D82A}">
                        <a16:rowId xmlns:a16="http://schemas.microsoft.com/office/drawing/2014/main" val="193875950"/>
                      </a:ext>
                    </a:extLst>
                  </a:tr>
                  <a:tr h="370840">
                    <a:tc>
                      <a:txBody>
                        <a:bodyPr/>
                        <a:lstStyle/>
                        <a:p>
                          <a:r>
                            <a:rPr lang="zh-TW" altLang="en-US" dirty="0"/>
                            <a:t>如果</a:t>
                          </a:r>
                          <a14:m>
                            <m:oMath xmlns:m="http://schemas.openxmlformats.org/officeDocument/2006/math">
                              <m:m>
                                <m:mPr>
                                  <m:plcHide m:val="on"/>
                                  <m:mcs>
                                    <m:mc>
                                      <m:mcPr>
                                        <m:count m:val="1"/>
                                        <m:mcJc m:val="center"/>
                                      </m:mcPr>
                                    </m:mc>
                                  </m:mcs>
                                  <m:ctrlPr>
                                    <a:rPr lang="zh-TW" altLang="en-US" sz="1800" i="1" smtClean="0">
                                      <a:solidFill>
                                        <a:srgbClr val="836967"/>
                                      </a:solidFill>
                                      <a:latin typeface="Cambria Math" panose="02040503050406030204" pitchFamily="18" charset="0"/>
                                    </a:rPr>
                                  </m:ctrlPr>
                                </m:mPr>
                                <m:mr>
                                  <m:e>
                                    <m:sSub>
                                      <m:sSubPr>
                                        <m:ctrlPr>
                                          <a:rPr lang="zh-TW" altLang="en-US" sz="1800" i="1">
                                            <a:solidFill>
                                              <a:srgbClr val="836967"/>
                                            </a:solidFill>
                                            <a:latin typeface="Cambria Math" panose="02040503050406030204" pitchFamily="18" charset="0"/>
                                          </a:rPr>
                                        </m:ctrlPr>
                                      </m:sSubPr>
                                      <m:e>
                                        <m:r>
                                          <a:rPr lang="zh-TW" altLang="en-US" sz="1800" i="1">
                                            <a:latin typeface="Cambria Math" panose="02040503050406030204" pitchFamily="18" charset="0"/>
                                          </a:rPr>
                                          <m:t>𝑦</m:t>
                                        </m:r>
                                      </m:e>
                                      <m:sub>
                                        <m:r>
                                          <a:rPr lang="zh-TW" altLang="en-US" sz="1800" i="1">
                                            <a:latin typeface="Cambria Math" panose="02040503050406030204" pitchFamily="18" charset="0"/>
                                          </a:rPr>
                                          <m:t>𝑖</m:t>
                                        </m:r>
                                      </m:sub>
                                    </m:sSub>
                                    <m:d>
                                      <m:dPr>
                                        <m:ctrlPr>
                                          <a:rPr lang="zh-TW" altLang="en-US" sz="1800" i="1">
                                            <a:latin typeface="Cambria Math" panose="02040503050406030204" pitchFamily="18" charset="0"/>
                                          </a:rPr>
                                        </m:ctrlPr>
                                      </m:dPr>
                                      <m:e>
                                        <m:sSubSup>
                                          <m:sSubSupPr>
                                            <m:ctrlPr>
                                              <a:rPr lang="zh-TW" altLang="en-US" sz="1800" i="1">
                                                <a:solidFill>
                                                  <a:srgbClr val="836967"/>
                                                </a:solidFill>
                                                <a:latin typeface="Cambria Math" panose="02040503050406030204" pitchFamily="18" charset="0"/>
                                              </a:rPr>
                                            </m:ctrlPr>
                                          </m:sSubSupPr>
                                          <m:e>
                                            <m:r>
                                              <a:rPr lang="zh-TW" altLang="en-US" sz="1800" i="1">
                                                <a:latin typeface="Cambria Math" panose="02040503050406030204" pitchFamily="18" charset="0"/>
                                              </a:rPr>
                                              <m:t>𝑋</m:t>
                                            </m:r>
                                          </m:e>
                                          <m:sub>
                                            <m:r>
                                              <a:rPr lang="zh-TW" altLang="en-US" sz="1800" i="1">
                                                <a:latin typeface="Cambria Math" panose="02040503050406030204" pitchFamily="18" charset="0"/>
                                              </a:rPr>
                                              <m:t>𝑖</m:t>
                                            </m:r>
                                          </m:sub>
                                          <m:sup>
                                            <m:r>
                                              <a:rPr lang="zh-TW" altLang="en-US" sz="1800" i="1">
                                                <a:latin typeface="Cambria Math" panose="02040503050406030204" pitchFamily="18" charset="0"/>
                                              </a:rPr>
                                              <m:t>𝑇</m:t>
                                            </m:r>
                                          </m:sup>
                                        </m:sSubSup>
                                        <m:r>
                                          <a:rPr lang="zh-TW" altLang="en-US" sz="1800" i="1">
                                            <a:latin typeface="Cambria Math" panose="02040503050406030204" pitchFamily="18" charset="0"/>
                                          </a:rPr>
                                          <m:t>𝑊</m:t>
                                        </m:r>
                                        <m:r>
                                          <a:rPr lang="zh-TW" altLang="en-US" sz="1800" i="0">
                                            <a:latin typeface="Cambria Math" panose="02040503050406030204" pitchFamily="18" charset="0"/>
                                          </a:rPr>
                                          <m:t>+</m:t>
                                        </m:r>
                                        <m:r>
                                          <a:rPr lang="zh-TW" altLang="en-US" sz="1800" i="1">
                                            <a:latin typeface="Cambria Math" panose="02040503050406030204" pitchFamily="18" charset="0"/>
                                          </a:rPr>
                                          <m:t>𝑏</m:t>
                                        </m:r>
                                      </m:e>
                                    </m:d>
                                    <m:r>
                                      <a:rPr lang="zh-TW" altLang="en-US" sz="1800" i="0">
                                        <a:latin typeface="Cambria Math" panose="02040503050406030204" pitchFamily="18" charset="0"/>
                                      </a:rPr>
                                      <m:t>≥1</m:t>
                                    </m:r>
                                  </m:e>
                                </m:mr>
                              </m:m>
                            </m:oMath>
                          </a14:m>
                          <a:endParaRPr lang="en-US" altLang="zh-TW" dirty="0"/>
                        </a:p>
                        <a:p>
                          <a:r>
                            <a:rPr lang="en-US" altLang="zh-TW" dirty="0"/>
                            <a:t>→ </a:t>
                          </a:r>
                          <a:r>
                            <a:rPr lang="zh-TW" altLang="en-US" dirty="0"/>
                            <a:t>樣本被分對了，而且在</a:t>
                          </a:r>
                          <a:r>
                            <a:rPr lang="zh-TW" altLang="en-US" b="1" dirty="0"/>
                            <a:t>邊界之外</a:t>
                          </a:r>
                          <a:r>
                            <a:rPr lang="zh-TW" altLang="en-US" dirty="0"/>
                            <a:t>。</a:t>
                          </a:r>
                        </a:p>
                        <a:p>
                          <a:pPr/>
                          <a14:m>
                            <m:oMathPara xmlns:m="http://schemas.openxmlformats.org/officeDocument/2006/math">
                              <m:oMathParaPr>
                                <m:jc m:val="centerGroup"/>
                              </m:oMathParaPr>
                              <m:oMath xmlns:m="http://schemas.openxmlformats.org/officeDocument/2006/math">
                                <m:sSub>
                                  <m:sSub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𝐿</m:t>
                                    </m:r>
                                  </m:e>
                                  <m:sub>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𝑖</m:t>
                                    </m:r>
                                  </m:sub>
                                </m:sSub>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=0</m:t>
                                </m:r>
                              </m:oMath>
                            </m:oMathPara>
                          </a14:m>
                          <a:endParaRPr lang="en-US" altLang="zh-TW" sz="1800" b="0" kern="100" dirty="0">
                            <a:effectLst/>
                            <a:ea typeface="新細明體" panose="02020500000000000000" pitchFamily="18" charset="-120"/>
                            <a:cs typeface="Times New Roman" panose="02020603050405020304" pitchFamily="18" charset="0"/>
                          </a:endParaRPr>
                        </a:p>
                      </a:txBody>
                      <a:tcPr/>
                    </a:tc>
                    <a:tc>
                      <a:txBody>
                        <a:bodyPr/>
                        <a:lstStyle/>
                        <a:p>
                          <a:r>
                            <a:rPr lang="zh-TW" altLang="en-US" dirty="0"/>
                            <a:t>如果</a:t>
                          </a:r>
                          <a14:m>
                            <m:oMath xmlns:m="http://schemas.openxmlformats.org/officeDocument/2006/math">
                              <m:r>
                                <a:rPr lang="en-US" altLang="zh-TW" sz="1800" b="0" i="0" smtClean="0">
                                  <a:solidFill>
                                    <a:srgbClr val="836967"/>
                                  </a:solidFill>
                                  <a:latin typeface="Cambria Math" panose="02040503050406030204" pitchFamily="18" charset="0"/>
                                </a:rPr>
                                <m:t> </m:t>
                              </m:r>
                              <m:m>
                                <m:mPr>
                                  <m:plcHide m:val="on"/>
                                  <m:mcs>
                                    <m:mc>
                                      <m:mcPr>
                                        <m:count m:val="1"/>
                                        <m:mcJc m:val="center"/>
                                      </m:mcPr>
                                    </m:mc>
                                  </m:mcs>
                                  <m:ctrlPr>
                                    <a:rPr lang="zh-TW" altLang="en-US" sz="1800" i="1" smtClean="0">
                                      <a:solidFill>
                                        <a:schemeClr val="tx1"/>
                                      </a:solidFill>
                                      <a:latin typeface="Cambria Math" panose="02040503050406030204" pitchFamily="18" charset="0"/>
                                    </a:rPr>
                                  </m:ctrlPr>
                                </m:mPr>
                                <m:mr>
                                  <m:e>
                                    <m:r>
                                      <a:rPr lang="en-US" altLang="zh-TW" sz="1800" b="0" i="1" smtClean="0">
                                        <a:solidFill>
                                          <a:schemeClr val="tx1"/>
                                        </a:solidFill>
                                        <a:latin typeface="Cambria Math" panose="02040503050406030204" pitchFamily="18" charset="0"/>
                                      </a:rPr>
                                      <m:t>0</m:t>
                                    </m:r>
                                    <m:r>
                                      <a:rPr lang="en-US" altLang="zh-TW" sz="1800" b="0" i="1" smtClean="0">
                                        <a:solidFill>
                                          <a:schemeClr val="tx1"/>
                                        </a:solidFill>
                                        <a:latin typeface="Cambria Math" panose="02040503050406030204" pitchFamily="18" charset="0"/>
                                        <a:ea typeface="Cambria Math" panose="02040503050406030204" pitchFamily="18" charset="0"/>
                                      </a:rPr>
                                      <m:t>≤</m:t>
                                    </m:r>
                                    <m:sSub>
                                      <m:sSubPr>
                                        <m:ctrlPr>
                                          <a:rPr lang="zh-TW" altLang="en-US" sz="1800" i="1" smtClean="0">
                                            <a:solidFill>
                                              <a:schemeClr val="tx1"/>
                                            </a:solidFill>
                                            <a:latin typeface="Cambria Math" panose="02040503050406030204" pitchFamily="18" charset="0"/>
                                          </a:rPr>
                                        </m:ctrlPr>
                                      </m:sSubPr>
                                      <m:e>
                                        <m:r>
                                          <a:rPr lang="zh-TW" altLang="en-US" sz="1800" i="1">
                                            <a:solidFill>
                                              <a:schemeClr val="tx1"/>
                                            </a:solidFill>
                                            <a:latin typeface="Cambria Math" panose="02040503050406030204" pitchFamily="18" charset="0"/>
                                          </a:rPr>
                                          <m:t>𝑦</m:t>
                                        </m:r>
                                      </m:e>
                                      <m:sub>
                                        <m:r>
                                          <a:rPr lang="zh-TW" altLang="en-US" sz="1800" i="1">
                                            <a:solidFill>
                                              <a:schemeClr val="tx1"/>
                                            </a:solidFill>
                                            <a:latin typeface="Cambria Math" panose="02040503050406030204" pitchFamily="18" charset="0"/>
                                          </a:rPr>
                                          <m:t>𝑖</m:t>
                                        </m:r>
                                      </m:sub>
                                    </m:sSub>
                                    <m:d>
                                      <m:dPr>
                                        <m:ctrlPr>
                                          <a:rPr lang="zh-TW" altLang="en-US" sz="1800" i="1">
                                            <a:solidFill>
                                              <a:schemeClr val="tx1"/>
                                            </a:solidFill>
                                            <a:latin typeface="Cambria Math" panose="02040503050406030204" pitchFamily="18" charset="0"/>
                                          </a:rPr>
                                        </m:ctrlPr>
                                      </m:dPr>
                                      <m:e>
                                        <m:sSubSup>
                                          <m:sSubSupPr>
                                            <m:ctrlPr>
                                              <a:rPr lang="zh-TW" altLang="en-US" sz="1800" i="1">
                                                <a:solidFill>
                                                  <a:schemeClr val="tx1"/>
                                                </a:solidFill>
                                                <a:latin typeface="Cambria Math" panose="02040503050406030204" pitchFamily="18" charset="0"/>
                                              </a:rPr>
                                            </m:ctrlPr>
                                          </m:sSubSupPr>
                                          <m:e>
                                            <m:r>
                                              <a:rPr lang="zh-TW" altLang="en-US" sz="1800" i="1">
                                                <a:solidFill>
                                                  <a:schemeClr val="tx1"/>
                                                </a:solidFill>
                                                <a:latin typeface="Cambria Math" panose="02040503050406030204" pitchFamily="18" charset="0"/>
                                              </a:rPr>
                                              <m:t>𝑋</m:t>
                                            </m:r>
                                          </m:e>
                                          <m:sub>
                                            <m:r>
                                              <a:rPr lang="zh-TW" altLang="en-US" sz="1800" i="1">
                                                <a:solidFill>
                                                  <a:schemeClr val="tx1"/>
                                                </a:solidFill>
                                                <a:latin typeface="Cambria Math" panose="02040503050406030204" pitchFamily="18" charset="0"/>
                                              </a:rPr>
                                              <m:t>𝑖</m:t>
                                            </m:r>
                                          </m:sub>
                                          <m:sup>
                                            <m:r>
                                              <a:rPr lang="zh-TW" altLang="en-US" sz="1800" i="1">
                                                <a:solidFill>
                                                  <a:schemeClr val="tx1"/>
                                                </a:solidFill>
                                                <a:latin typeface="Cambria Math" panose="02040503050406030204" pitchFamily="18" charset="0"/>
                                              </a:rPr>
                                              <m:t>𝑇</m:t>
                                            </m:r>
                                          </m:sup>
                                        </m:sSubSup>
                                        <m:r>
                                          <a:rPr lang="zh-TW" altLang="en-US" sz="1800" i="1">
                                            <a:solidFill>
                                              <a:schemeClr val="tx1"/>
                                            </a:solidFill>
                                            <a:latin typeface="Cambria Math" panose="02040503050406030204" pitchFamily="18" charset="0"/>
                                          </a:rPr>
                                          <m:t>𝑊</m:t>
                                        </m:r>
                                        <m:r>
                                          <a:rPr lang="zh-TW" altLang="en-US" sz="1800" i="0">
                                            <a:solidFill>
                                              <a:schemeClr val="tx1"/>
                                            </a:solidFill>
                                            <a:latin typeface="Cambria Math" panose="02040503050406030204" pitchFamily="18" charset="0"/>
                                          </a:rPr>
                                          <m:t>+</m:t>
                                        </m:r>
                                        <m:r>
                                          <a:rPr lang="zh-TW" altLang="en-US" sz="1800" i="1">
                                            <a:solidFill>
                                              <a:schemeClr val="tx1"/>
                                            </a:solidFill>
                                            <a:latin typeface="Cambria Math" panose="02040503050406030204" pitchFamily="18" charset="0"/>
                                          </a:rPr>
                                          <m:t>𝑏</m:t>
                                        </m:r>
                                      </m:e>
                                    </m:d>
                                    <m:r>
                                      <a:rPr lang="en-US" altLang="zh-TW" sz="1800" b="0" i="1" smtClean="0">
                                        <a:solidFill>
                                          <a:schemeClr val="tx1"/>
                                        </a:solidFill>
                                        <a:latin typeface="Cambria Math" panose="02040503050406030204" pitchFamily="18" charset="0"/>
                                        <a:ea typeface="Cambria Math" panose="02040503050406030204" pitchFamily="18" charset="0"/>
                                      </a:rPr>
                                      <m:t>≤</m:t>
                                    </m:r>
                                    <m:r>
                                      <a:rPr lang="zh-TW" altLang="en-US" sz="1800" i="0">
                                        <a:solidFill>
                                          <a:schemeClr val="tx1"/>
                                        </a:solidFill>
                                        <a:latin typeface="Cambria Math" panose="02040503050406030204" pitchFamily="18" charset="0"/>
                                      </a:rPr>
                                      <m:t>1</m:t>
                                    </m:r>
                                  </m:e>
                                </m:mr>
                              </m:m>
                            </m:oMath>
                          </a14:m>
                          <a:endParaRPr lang="en-US" altLang="zh-TW" sz="18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 </a:t>
                          </a:r>
                          <a:r>
                            <a:rPr lang="zh-TW" altLang="en-US" dirty="0"/>
                            <a:t>樣本被分對，但離</a:t>
                          </a:r>
                          <a:r>
                            <a:rPr lang="zh-TW" altLang="en-US" b="1" dirty="0"/>
                            <a:t>邊界太近</a:t>
                          </a:r>
                          <a:r>
                            <a:rPr lang="zh-TW" altLang="en-US" dirty="0"/>
                            <a:t>。</a:t>
                          </a:r>
                          <a:br>
                            <a:rPr lang="zh-TW" altLang="en-US" dirty="0"/>
                          </a:br>
                          <a:endParaRPr lang="en-US" altLang="zh-TW" sz="1800" i="1" kern="1200" dirty="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zh-TW" altLang="zh-TW" sz="1800" i="1" kern="1200" smtClean="0">
                                        <a:solidFill>
                                          <a:schemeClr val="dk1"/>
                                        </a:solidFill>
                                        <a:effectLst/>
                                        <a:latin typeface="Cambria Math" panose="02040503050406030204" pitchFamily="18" charset="0"/>
                                        <a:ea typeface="+mn-ea"/>
                                        <a:cs typeface="+mn-cs"/>
                                      </a:rPr>
                                    </m:ctrlPr>
                                  </m:sSubPr>
                                  <m:e>
                                    <m:r>
                                      <a:rPr lang="en-US" altLang="zh-TW" sz="1800" i="1" kern="1200">
                                        <a:solidFill>
                                          <a:schemeClr val="dk1"/>
                                        </a:solidFill>
                                        <a:effectLst/>
                                        <a:latin typeface="Cambria Math" panose="02040503050406030204" pitchFamily="18" charset="0"/>
                                        <a:ea typeface="+mn-ea"/>
                                        <a:cs typeface="+mn-cs"/>
                                      </a:rPr>
                                      <m:t>𝐿</m:t>
                                    </m:r>
                                  </m:e>
                                  <m:sub>
                                    <m:r>
                                      <a:rPr lang="en-US" altLang="zh-TW" sz="1800" i="1" kern="1200">
                                        <a:solidFill>
                                          <a:schemeClr val="dk1"/>
                                        </a:solidFill>
                                        <a:effectLst/>
                                        <a:latin typeface="Cambria Math" panose="02040503050406030204" pitchFamily="18" charset="0"/>
                                        <a:ea typeface="+mn-ea"/>
                                        <a:cs typeface="+mn-cs"/>
                                      </a:rPr>
                                      <m:t>𝑖</m:t>
                                    </m:r>
                                  </m:sub>
                                </m:sSub>
                                <m:r>
                                  <a:rPr lang="en-US" altLang="zh-TW" sz="1800" i="1" kern="1200">
                                    <a:solidFill>
                                      <a:schemeClr val="dk1"/>
                                    </a:solidFill>
                                    <a:effectLst/>
                                    <a:latin typeface="Cambria Math" panose="02040503050406030204" pitchFamily="18" charset="0"/>
                                    <a:ea typeface="+mn-ea"/>
                                    <a:cs typeface="+mn-cs"/>
                                  </a:rPr>
                                  <m:t>=1−</m:t>
                                </m:r>
                                <m:sSub>
                                  <m:sSubPr>
                                    <m:ctrlPr>
                                      <a:rPr lang="zh-TW" altLang="zh-TW" sz="1800" i="1" kern="1200">
                                        <a:solidFill>
                                          <a:schemeClr val="dk1"/>
                                        </a:solidFill>
                                        <a:effectLst/>
                                        <a:latin typeface="Cambria Math" panose="02040503050406030204" pitchFamily="18" charset="0"/>
                                        <a:ea typeface="+mn-ea"/>
                                        <a:cs typeface="+mn-cs"/>
                                      </a:rPr>
                                    </m:ctrlPr>
                                  </m:sSubPr>
                                  <m:e>
                                    <m:r>
                                      <a:rPr lang="en-US" altLang="zh-TW" sz="1800" i="1" kern="1200">
                                        <a:solidFill>
                                          <a:schemeClr val="dk1"/>
                                        </a:solidFill>
                                        <a:effectLst/>
                                        <a:latin typeface="Cambria Math" panose="02040503050406030204" pitchFamily="18" charset="0"/>
                                        <a:ea typeface="+mn-ea"/>
                                        <a:cs typeface="+mn-cs"/>
                                      </a:rPr>
                                      <m:t>𝑦</m:t>
                                    </m:r>
                                  </m:e>
                                  <m:sub>
                                    <m:r>
                                      <a:rPr lang="en-US" altLang="zh-TW" sz="1800" i="1" kern="1200">
                                        <a:solidFill>
                                          <a:schemeClr val="dk1"/>
                                        </a:solidFill>
                                        <a:effectLst/>
                                        <a:latin typeface="Cambria Math" panose="02040503050406030204" pitchFamily="18" charset="0"/>
                                        <a:ea typeface="+mn-ea"/>
                                        <a:cs typeface="+mn-cs"/>
                                      </a:rPr>
                                      <m:t>𝑖</m:t>
                                    </m:r>
                                  </m:sub>
                                </m:sSub>
                                <m:d>
                                  <m:dPr>
                                    <m:ctrlPr>
                                      <a:rPr lang="zh-TW" altLang="zh-TW" sz="1800" i="1" kern="1200">
                                        <a:solidFill>
                                          <a:schemeClr val="dk1"/>
                                        </a:solidFill>
                                        <a:effectLst/>
                                        <a:latin typeface="Cambria Math" panose="02040503050406030204" pitchFamily="18" charset="0"/>
                                        <a:ea typeface="+mn-ea"/>
                                        <a:cs typeface="+mn-cs"/>
                                      </a:rPr>
                                    </m:ctrlPr>
                                  </m:dPr>
                                  <m:e>
                                    <m:sSup>
                                      <m:sSupPr>
                                        <m:ctrlPr>
                                          <a:rPr lang="zh-TW" altLang="zh-TW" sz="1800" i="1" kern="1200">
                                            <a:solidFill>
                                              <a:schemeClr val="dk1"/>
                                            </a:solidFill>
                                            <a:effectLst/>
                                            <a:latin typeface="Cambria Math" panose="02040503050406030204" pitchFamily="18" charset="0"/>
                                            <a:ea typeface="+mn-ea"/>
                                            <a:cs typeface="+mn-cs"/>
                                          </a:rPr>
                                        </m:ctrlPr>
                                      </m:sSupPr>
                                      <m:e>
                                        <m:r>
                                          <a:rPr lang="en-US" altLang="zh-TW" sz="1800" i="1" kern="1200">
                                            <a:solidFill>
                                              <a:schemeClr val="dk1"/>
                                            </a:solidFill>
                                            <a:effectLst/>
                                            <a:latin typeface="Cambria Math" panose="02040503050406030204" pitchFamily="18" charset="0"/>
                                            <a:ea typeface="+mn-ea"/>
                                            <a:cs typeface="+mn-cs"/>
                                          </a:rPr>
                                          <m:t>𝑤</m:t>
                                        </m:r>
                                      </m:e>
                                      <m:sup>
                                        <m:r>
                                          <a:rPr lang="en-US" altLang="zh-TW" sz="1800" i="1" kern="1200">
                                            <a:solidFill>
                                              <a:schemeClr val="dk1"/>
                                            </a:solidFill>
                                            <a:effectLst/>
                                            <a:latin typeface="Cambria Math" panose="02040503050406030204" pitchFamily="18" charset="0"/>
                                            <a:ea typeface="+mn-ea"/>
                                            <a:cs typeface="+mn-cs"/>
                                          </a:rPr>
                                          <m:t>𝑇</m:t>
                                        </m:r>
                                      </m:sup>
                                    </m:sSup>
                                    <m:sSub>
                                      <m:sSubPr>
                                        <m:ctrlPr>
                                          <a:rPr lang="zh-TW" altLang="zh-TW" sz="1800" i="1" kern="1200">
                                            <a:solidFill>
                                              <a:schemeClr val="dk1"/>
                                            </a:solidFill>
                                            <a:effectLst/>
                                            <a:latin typeface="Cambria Math" panose="02040503050406030204" pitchFamily="18" charset="0"/>
                                            <a:ea typeface="+mn-ea"/>
                                            <a:cs typeface="+mn-cs"/>
                                          </a:rPr>
                                        </m:ctrlPr>
                                      </m:sSubPr>
                                      <m:e>
                                        <m:r>
                                          <a:rPr lang="en-US" altLang="zh-TW" sz="1800" i="1" kern="1200">
                                            <a:solidFill>
                                              <a:schemeClr val="dk1"/>
                                            </a:solidFill>
                                            <a:effectLst/>
                                            <a:latin typeface="Cambria Math" panose="02040503050406030204" pitchFamily="18" charset="0"/>
                                            <a:ea typeface="+mn-ea"/>
                                            <a:cs typeface="+mn-cs"/>
                                          </a:rPr>
                                          <m:t>𝑥</m:t>
                                        </m:r>
                                      </m:e>
                                      <m:sub>
                                        <m:r>
                                          <a:rPr lang="en-US" altLang="zh-TW" sz="1800" i="1" kern="1200">
                                            <a:solidFill>
                                              <a:schemeClr val="dk1"/>
                                            </a:solidFill>
                                            <a:effectLst/>
                                            <a:latin typeface="Cambria Math" panose="02040503050406030204" pitchFamily="18" charset="0"/>
                                            <a:ea typeface="+mn-ea"/>
                                            <a:cs typeface="+mn-cs"/>
                                          </a:rPr>
                                          <m:t>𝑖</m:t>
                                        </m:r>
                                      </m:sub>
                                    </m:sSub>
                                    <m:r>
                                      <a:rPr lang="en-US" altLang="zh-TW" sz="1800" i="1" kern="1200">
                                        <a:solidFill>
                                          <a:schemeClr val="dk1"/>
                                        </a:solidFill>
                                        <a:effectLst/>
                                        <a:latin typeface="Cambria Math" panose="02040503050406030204" pitchFamily="18" charset="0"/>
                                        <a:ea typeface="+mn-ea"/>
                                        <a:cs typeface="+mn-cs"/>
                                      </a:rPr>
                                      <m:t>+</m:t>
                                    </m:r>
                                    <m:r>
                                      <a:rPr lang="en-US" altLang="zh-TW" sz="1800" i="1" kern="1200">
                                        <a:solidFill>
                                          <a:schemeClr val="dk1"/>
                                        </a:solidFill>
                                        <a:effectLst/>
                                        <a:latin typeface="Cambria Math" panose="02040503050406030204" pitchFamily="18" charset="0"/>
                                        <a:ea typeface="+mn-ea"/>
                                        <a:cs typeface="+mn-cs"/>
                                      </a:rPr>
                                      <m:t>𝑏</m:t>
                                    </m:r>
                                  </m:e>
                                </m:d>
                              </m:oMath>
                            </m:oMathPara>
                          </a14:m>
                          <a:endParaRPr lang="zh-TW" altLang="en-US" dirty="0"/>
                        </a:p>
                      </a:txBody>
                      <a:tcPr/>
                    </a:tc>
                    <a:tc>
                      <a:txBody>
                        <a:bodyPr/>
                        <a:lstStyle/>
                        <a:p>
                          <a:r>
                            <a:rPr lang="zh-TW" altLang="en-US" dirty="0"/>
                            <a:t>如果</a:t>
                          </a:r>
                          <a14:m>
                            <m:oMath xmlns:m="http://schemas.openxmlformats.org/officeDocument/2006/math">
                              <m:m>
                                <m:mPr>
                                  <m:plcHide m:val="on"/>
                                  <m:mcs>
                                    <m:mc>
                                      <m:mcPr>
                                        <m:count m:val="1"/>
                                        <m:mcJc m:val="center"/>
                                      </m:mcPr>
                                    </m:mc>
                                  </m:mcs>
                                  <m:ctrlPr>
                                    <a:rPr lang="zh-TW" altLang="en-US" sz="1800" i="1" smtClean="0">
                                      <a:solidFill>
                                        <a:schemeClr val="tx1"/>
                                      </a:solidFill>
                                      <a:latin typeface="Cambria Math" panose="02040503050406030204" pitchFamily="18" charset="0"/>
                                    </a:rPr>
                                  </m:ctrlPr>
                                </m:mPr>
                                <m:mr>
                                  <m:e>
                                    <m:sSub>
                                      <m:sSubPr>
                                        <m:ctrlPr>
                                          <a:rPr lang="zh-TW" altLang="en-US" sz="1800" i="1" smtClean="0">
                                            <a:solidFill>
                                              <a:schemeClr val="tx1"/>
                                            </a:solidFill>
                                            <a:latin typeface="Cambria Math" panose="02040503050406030204" pitchFamily="18" charset="0"/>
                                          </a:rPr>
                                        </m:ctrlPr>
                                      </m:sSubPr>
                                      <m:e>
                                        <m:r>
                                          <a:rPr lang="zh-TW" altLang="en-US" sz="1800" i="1">
                                            <a:solidFill>
                                              <a:schemeClr val="tx1"/>
                                            </a:solidFill>
                                            <a:latin typeface="Cambria Math" panose="02040503050406030204" pitchFamily="18" charset="0"/>
                                          </a:rPr>
                                          <m:t>𝑦</m:t>
                                        </m:r>
                                      </m:e>
                                      <m:sub>
                                        <m:r>
                                          <a:rPr lang="zh-TW" altLang="en-US" sz="1800" i="1">
                                            <a:solidFill>
                                              <a:schemeClr val="tx1"/>
                                            </a:solidFill>
                                            <a:latin typeface="Cambria Math" panose="02040503050406030204" pitchFamily="18" charset="0"/>
                                          </a:rPr>
                                          <m:t>𝑖</m:t>
                                        </m:r>
                                      </m:sub>
                                    </m:sSub>
                                    <m:d>
                                      <m:dPr>
                                        <m:ctrlPr>
                                          <a:rPr lang="zh-TW" altLang="en-US" sz="1800" i="1">
                                            <a:solidFill>
                                              <a:schemeClr val="tx1"/>
                                            </a:solidFill>
                                            <a:latin typeface="Cambria Math" panose="02040503050406030204" pitchFamily="18" charset="0"/>
                                          </a:rPr>
                                        </m:ctrlPr>
                                      </m:dPr>
                                      <m:e>
                                        <m:sSubSup>
                                          <m:sSubSupPr>
                                            <m:ctrlPr>
                                              <a:rPr lang="zh-TW" altLang="en-US" sz="1800" i="1">
                                                <a:solidFill>
                                                  <a:schemeClr val="tx1"/>
                                                </a:solidFill>
                                                <a:latin typeface="Cambria Math" panose="02040503050406030204" pitchFamily="18" charset="0"/>
                                              </a:rPr>
                                            </m:ctrlPr>
                                          </m:sSubSupPr>
                                          <m:e>
                                            <m:r>
                                              <a:rPr lang="zh-TW" altLang="en-US" sz="1800" i="1">
                                                <a:solidFill>
                                                  <a:schemeClr val="tx1"/>
                                                </a:solidFill>
                                                <a:latin typeface="Cambria Math" panose="02040503050406030204" pitchFamily="18" charset="0"/>
                                              </a:rPr>
                                              <m:t>𝑋</m:t>
                                            </m:r>
                                          </m:e>
                                          <m:sub>
                                            <m:r>
                                              <a:rPr lang="zh-TW" altLang="en-US" sz="1800" i="1">
                                                <a:solidFill>
                                                  <a:schemeClr val="tx1"/>
                                                </a:solidFill>
                                                <a:latin typeface="Cambria Math" panose="02040503050406030204" pitchFamily="18" charset="0"/>
                                              </a:rPr>
                                              <m:t>𝑖</m:t>
                                            </m:r>
                                          </m:sub>
                                          <m:sup>
                                            <m:r>
                                              <a:rPr lang="zh-TW" altLang="en-US" sz="1800" i="1">
                                                <a:solidFill>
                                                  <a:schemeClr val="tx1"/>
                                                </a:solidFill>
                                                <a:latin typeface="Cambria Math" panose="02040503050406030204" pitchFamily="18" charset="0"/>
                                              </a:rPr>
                                              <m:t>𝑇</m:t>
                                            </m:r>
                                          </m:sup>
                                        </m:sSubSup>
                                        <m:r>
                                          <a:rPr lang="zh-TW" altLang="en-US" sz="1800" i="1">
                                            <a:solidFill>
                                              <a:schemeClr val="tx1"/>
                                            </a:solidFill>
                                            <a:latin typeface="Cambria Math" panose="02040503050406030204" pitchFamily="18" charset="0"/>
                                          </a:rPr>
                                          <m:t>𝑊</m:t>
                                        </m:r>
                                        <m:r>
                                          <a:rPr lang="zh-TW" altLang="en-US" sz="1800" i="0">
                                            <a:solidFill>
                                              <a:schemeClr val="tx1"/>
                                            </a:solidFill>
                                            <a:latin typeface="Cambria Math" panose="02040503050406030204" pitchFamily="18" charset="0"/>
                                          </a:rPr>
                                          <m:t>+</m:t>
                                        </m:r>
                                        <m:r>
                                          <a:rPr lang="zh-TW" altLang="en-US" sz="1800" i="1">
                                            <a:solidFill>
                                              <a:schemeClr val="tx1"/>
                                            </a:solidFill>
                                            <a:latin typeface="Cambria Math" panose="02040503050406030204" pitchFamily="18" charset="0"/>
                                          </a:rPr>
                                          <m:t>𝑏</m:t>
                                        </m:r>
                                      </m:e>
                                    </m:d>
                                    <m:r>
                                      <a:rPr lang="en-US" altLang="zh-TW" sz="1800" b="0" i="1" smtClean="0">
                                        <a:solidFill>
                                          <a:schemeClr val="tx1"/>
                                        </a:solidFill>
                                        <a:latin typeface="Cambria Math" panose="02040503050406030204" pitchFamily="18" charset="0"/>
                                        <a:ea typeface="Cambria Math" panose="02040503050406030204" pitchFamily="18" charset="0"/>
                                      </a:rPr>
                                      <m:t>≤</m:t>
                                    </m:r>
                                    <m:r>
                                      <a:rPr lang="en-US" altLang="zh-TW" sz="1800" b="0" i="0" smtClean="0">
                                        <a:solidFill>
                                          <a:schemeClr val="tx1"/>
                                        </a:solidFill>
                                        <a:latin typeface="Cambria Math" panose="02040503050406030204" pitchFamily="18" charset="0"/>
                                        <a:ea typeface="Cambria Math" panose="02040503050406030204" pitchFamily="18" charset="0"/>
                                      </a:rPr>
                                      <m:t>0</m:t>
                                    </m:r>
                                  </m:e>
                                </m:mr>
                              </m:m>
                            </m:oMath>
                          </a14:m>
                          <a:r>
                            <a:rPr lang="en-US" altLang="zh-TW" dirty="0"/>
                            <a:t> </a:t>
                          </a:r>
                        </a:p>
                        <a:p>
                          <a:r>
                            <a:rPr lang="en-US" altLang="zh-TW" dirty="0"/>
                            <a:t> → </a:t>
                          </a:r>
                          <a:r>
                            <a:rPr lang="zh-TW" altLang="en-US" dirty="0"/>
                            <a:t>樣本被分錯類。</a:t>
                          </a:r>
                          <a:endParaRPr lang="en-US" altLang="zh-TW" dirty="0"/>
                        </a:p>
                        <a:p>
                          <a:pPr/>
                          <a:br>
                            <a:rPr lang="zh-TW" altLang="en-US" dirty="0"/>
                          </a:br>
                          <a14:m>
                            <m:oMathPara xmlns:m="http://schemas.openxmlformats.org/officeDocument/2006/math">
                              <m:oMathParaPr>
                                <m:jc m:val="centerGroup"/>
                              </m:oMathParaPr>
                              <m:oMath xmlns:m="http://schemas.openxmlformats.org/officeDocument/2006/math">
                                <m:sSub>
                                  <m:sSubPr>
                                    <m:ctrlPr>
                                      <a:rPr lang="zh-TW" altLang="zh-TW" sz="1800" i="1" kern="1200" smtClean="0">
                                        <a:solidFill>
                                          <a:schemeClr val="dk1"/>
                                        </a:solidFill>
                                        <a:effectLst/>
                                        <a:latin typeface="Cambria Math" panose="02040503050406030204" pitchFamily="18" charset="0"/>
                                        <a:ea typeface="+mn-ea"/>
                                        <a:cs typeface="+mn-cs"/>
                                      </a:rPr>
                                    </m:ctrlPr>
                                  </m:sSubPr>
                                  <m:e>
                                    <m:r>
                                      <a:rPr lang="en-US" altLang="zh-TW" sz="1800" i="1" kern="1200">
                                        <a:solidFill>
                                          <a:schemeClr val="dk1"/>
                                        </a:solidFill>
                                        <a:effectLst/>
                                        <a:latin typeface="Cambria Math" panose="02040503050406030204" pitchFamily="18" charset="0"/>
                                        <a:ea typeface="+mn-ea"/>
                                        <a:cs typeface="+mn-cs"/>
                                      </a:rPr>
                                      <m:t>𝐿</m:t>
                                    </m:r>
                                  </m:e>
                                  <m:sub>
                                    <m:r>
                                      <a:rPr lang="en-US" altLang="zh-TW" sz="1800" i="1" kern="1200">
                                        <a:solidFill>
                                          <a:schemeClr val="dk1"/>
                                        </a:solidFill>
                                        <a:effectLst/>
                                        <a:latin typeface="Cambria Math" panose="02040503050406030204" pitchFamily="18" charset="0"/>
                                        <a:ea typeface="+mn-ea"/>
                                        <a:cs typeface="+mn-cs"/>
                                      </a:rPr>
                                      <m:t>𝑖</m:t>
                                    </m:r>
                                  </m:sub>
                                </m:sSub>
                                <m:r>
                                  <a:rPr lang="en-US" altLang="zh-TW" sz="1800" i="1" kern="1200">
                                    <a:solidFill>
                                      <a:schemeClr val="dk1"/>
                                    </a:solidFill>
                                    <a:effectLst/>
                                    <a:latin typeface="Cambria Math" panose="02040503050406030204" pitchFamily="18" charset="0"/>
                                    <a:ea typeface="+mn-ea"/>
                                    <a:cs typeface="+mn-cs"/>
                                  </a:rPr>
                                  <m:t>=1−</m:t>
                                </m:r>
                                <m:sSub>
                                  <m:sSubPr>
                                    <m:ctrlPr>
                                      <a:rPr lang="zh-TW" altLang="zh-TW" sz="1800" i="1" kern="1200">
                                        <a:solidFill>
                                          <a:schemeClr val="dk1"/>
                                        </a:solidFill>
                                        <a:effectLst/>
                                        <a:latin typeface="Cambria Math" panose="02040503050406030204" pitchFamily="18" charset="0"/>
                                        <a:ea typeface="+mn-ea"/>
                                        <a:cs typeface="+mn-cs"/>
                                      </a:rPr>
                                    </m:ctrlPr>
                                  </m:sSubPr>
                                  <m:e>
                                    <m:r>
                                      <a:rPr lang="en-US" altLang="zh-TW" sz="1800" i="1" kern="1200">
                                        <a:solidFill>
                                          <a:schemeClr val="dk1"/>
                                        </a:solidFill>
                                        <a:effectLst/>
                                        <a:latin typeface="Cambria Math" panose="02040503050406030204" pitchFamily="18" charset="0"/>
                                        <a:ea typeface="+mn-ea"/>
                                        <a:cs typeface="+mn-cs"/>
                                      </a:rPr>
                                      <m:t>𝑦</m:t>
                                    </m:r>
                                  </m:e>
                                  <m:sub>
                                    <m:r>
                                      <a:rPr lang="en-US" altLang="zh-TW" sz="1800" i="1" kern="1200">
                                        <a:solidFill>
                                          <a:schemeClr val="dk1"/>
                                        </a:solidFill>
                                        <a:effectLst/>
                                        <a:latin typeface="Cambria Math" panose="02040503050406030204" pitchFamily="18" charset="0"/>
                                        <a:ea typeface="+mn-ea"/>
                                        <a:cs typeface="+mn-cs"/>
                                      </a:rPr>
                                      <m:t>𝑖</m:t>
                                    </m:r>
                                  </m:sub>
                                </m:sSub>
                                <m:d>
                                  <m:dPr>
                                    <m:ctrlPr>
                                      <a:rPr lang="zh-TW" altLang="zh-TW" sz="1800" i="1" kern="1200">
                                        <a:solidFill>
                                          <a:schemeClr val="dk1"/>
                                        </a:solidFill>
                                        <a:effectLst/>
                                        <a:latin typeface="Cambria Math" panose="02040503050406030204" pitchFamily="18" charset="0"/>
                                        <a:ea typeface="+mn-ea"/>
                                        <a:cs typeface="+mn-cs"/>
                                      </a:rPr>
                                    </m:ctrlPr>
                                  </m:dPr>
                                  <m:e>
                                    <m:sSup>
                                      <m:sSupPr>
                                        <m:ctrlPr>
                                          <a:rPr lang="zh-TW" altLang="zh-TW" sz="1800" i="1" kern="1200">
                                            <a:solidFill>
                                              <a:schemeClr val="dk1"/>
                                            </a:solidFill>
                                            <a:effectLst/>
                                            <a:latin typeface="Cambria Math" panose="02040503050406030204" pitchFamily="18" charset="0"/>
                                            <a:ea typeface="+mn-ea"/>
                                            <a:cs typeface="+mn-cs"/>
                                          </a:rPr>
                                        </m:ctrlPr>
                                      </m:sSupPr>
                                      <m:e>
                                        <m:r>
                                          <a:rPr lang="en-US" altLang="zh-TW" sz="1800" i="1" kern="1200">
                                            <a:solidFill>
                                              <a:schemeClr val="dk1"/>
                                            </a:solidFill>
                                            <a:effectLst/>
                                            <a:latin typeface="Cambria Math" panose="02040503050406030204" pitchFamily="18" charset="0"/>
                                            <a:ea typeface="+mn-ea"/>
                                            <a:cs typeface="+mn-cs"/>
                                          </a:rPr>
                                          <m:t>𝑤</m:t>
                                        </m:r>
                                      </m:e>
                                      <m:sup>
                                        <m:r>
                                          <a:rPr lang="en-US" altLang="zh-TW" sz="1800" i="1" kern="1200">
                                            <a:solidFill>
                                              <a:schemeClr val="dk1"/>
                                            </a:solidFill>
                                            <a:effectLst/>
                                            <a:latin typeface="Cambria Math" panose="02040503050406030204" pitchFamily="18" charset="0"/>
                                            <a:ea typeface="+mn-ea"/>
                                            <a:cs typeface="+mn-cs"/>
                                          </a:rPr>
                                          <m:t>𝑇</m:t>
                                        </m:r>
                                      </m:sup>
                                    </m:sSup>
                                    <m:sSub>
                                      <m:sSubPr>
                                        <m:ctrlPr>
                                          <a:rPr lang="zh-TW" altLang="zh-TW" sz="1800" i="1" kern="1200">
                                            <a:solidFill>
                                              <a:schemeClr val="dk1"/>
                                            </a:solidFill>
                                            <a:effectLst/>
                                            <a:latin typeface="Cambria Math" panose="02040503050406030204" pitchFamily="18" charset="0"/>
                                            <a:ea typeface="+mn-ea"/>
                                            <a:cs typeface="+mn-cs"/>
                                          </a:rPr>
                                        </m:ctrlPr>
                                      </m:sSubPr>
                                      <m:e>
                                        <m:r>
                                          <a:rPr lang="en-US" altLang="zh-TW" sz="1800" i="1" kern="1200">
                                            <a:solidFill>
                                              <a:schemeClr val="dk1"/>
                                            </a:solidFill>
                                            <a:effectLst/>
                                            <a:latin typeface="Cambria Math" panose="02040503050406030204" pitchFamily="18" charset="0"/>
                                            <a:ea typeface="+mn-ea"/>
                                            <a:cs typeface="+mn-cs"/>
                                          </a:rPr>
                                          <m:t>𝑥</m:t>
                                        </m:r>
                                      </m:e>
                                      <m:sub>
                                        <m:r>
                                          <a:rPr lang="en-US" altLang="zh-TW" sz="1800" i="1" kern="1200">
                                            <a:solidFill>
                                              <a:schemeClr val="dk1"/>
                                            </a:solidFill>
                                            <a:effectLst/>
                                            <a:latin typeface="Cambria Math" panose="02040503050406030204" pitchFamily="18" charset="0"/>
                                            <a:ea typeface="+mn-ea"/>
                                            <a:cs typeface="+mn-cs"/>
                                          </a:rPr>
                                          <m:t>𝑖</m:t>
                                        </m:r>
                                      </m:sub>
                                    </m:sSub>
                                    <m:r>
                                      <a:rPr lang="en-US" altLang="zh-TW" sz="1800" i="1" kern="1200">
                                        <a:solidFill>
                                          <a:schemeClr val="dk1"/>
                                        </a:solidFill>
                                        <a:effectLst/>
                                        <a:latin typeface="Cambria Math" panose="02040503050406030204" pitchFamily="18" charset="0"/>
                                        <a:ea typeface="+mn-ea"/>
                                        <a:cs typeface="+mn-cs"/>
                                      </a:rPr>
                                      <m:t>+</m:t>
                                    </m:r>
                                    <m:r>
                                      <a:rPr lang="en-US" altLang="zh-TW" sz="1800" i="1" kern="1200">
                                        <a:solidFill>
                                          <a:schemeClr val="dk1"/>
                                        </a:solidFill>
                                        <a:effectLst/>
                                        <a:latin typeface="Cambria Math" panose="02040503050406030204" pitchFamily="18" charset="0"/>
                                        <a:ea typeface="+mn-ea"/>
                                        <a:cs typeface="+mn-cs"/>
                                      </a:rPr>
                                      <m:t>𝑏</m:t>
                                    </m:r>
                                  </m:e>
                                </m:d>
                                <m:r>
                                  <a:rPr lang="en-US" altLang="zh-TW" sz="1800" b="0" i="1" kern="1200" smtClean="0">
                                    <a:solidFill>
                                      <a:schemeClr val="dk1"/>
                                    </a:solidFill>
                                    <a:effectLst/>
                                    <a:latin typeface="Cambria Math" panose="02040503050406030204" pitchFamily="18" charset="0"/>
                                    <a:ea typeface="+mn-ea"/>
                                    <a:cs typeface="+mn-cs"/>
                                  </a:rPr>
                                  <m:t>&gt;1</m:t>
                                </m:r>
                              </m:oMath>
                            </m:oMathPara>
                          </a14:m>
                          <a:endParaRPr lang="en-US" altLang="zh-TW" sz="1800" b="0" kern="1200" dirty="0">
                            <a:solidFill>
                              <a:schemeClr val="dk1"/>
                            </a:solidFill>
                            <a:effectLst/>
                            <a:ea typeface="+mn-ea"/>
                            <a:cs typeface="+mn-cs"/>
                          </a:endParaRPr>
                        </a:p>
                      </a:txBody>
                      <a:tcPr/>
                    </a:tc>
                    <a:extLst>
                      <a:ext uri="{0D108BD9-81ED-4DB2-BD59-A6C34878D82A}">
                        <a16:rowId xmlns:a16="http://schemas.microsoft.com/office/drawing/2014/main" val="3346386379"/>
                      </a:ext>
                    </a:extLst>
                  </a:tr>
                  <a:tr h="370840">
                    <a:tc>
                      <a:txBody>
                        <a:bodyPr/>
                        <a:lstStyle/>
                        <a:p>
                          <a:r>
                            <a:rPr lang="zh-TW" altLang="en-US" dirty="0"/>
                            <a:t>沒有懲罰，因為它「安全地」分類正確</a:t>
                          </a:r>
                        </a:p>
                      </a:txBody>
                      <a:tcPr/>
                    </a:tc>
                    <a:tc>
                      <a:txBody>
                        <a:bodyPr/>
                        <a:lstStyle/>
                        <a:p>
                          <a:r>
                            <a:rPr lang="zh-TW" altLang="en-US" dirty="0"/>
                            <a:t>有懲罰，鼓勵模型讓資料點「離邊界更遠」。</a:t>
                          </a:r>
                        </a:p>
                      </a:txBody>
                      <a:tcPr/>
                    </a:tc>
                    <a:tc>
                      <a:txBody>
                        <a:bodyPr/>
                        <a:lstStyle/>
                        <a:p>
                          <a:r>
                            <a:rPr lang="zh-TW" altLang="en-US" dirty="0"/>
                            <a:t>懲罰會更大，模型必須調整權重 </a:t>
                          </a:r>
                          <a:r>
                            <a:rPr lang="en-US" altLang="zh-TW" dirty="0" err="1"/>
                            <a:t>w,b</a:t>
                          </a:r>
                          <a:r>
                            <a:rPr lang="en-US" altLang="zh-TW" dirty="0"/>
                            <a:t> </a:t>
                          </a:r>
                          <a:r>
                            <a:rPr lang="zh-TW" altLang="en-US" dirty="0"/>
                            <a:t>以修正錯誤。</a:t>
                          </a:r>
                        </a:p>
                      </a:txBody>
                      <a:tcPr/>
                    </a:tc>
                    <a:extLst>
                      <a:ext uri="{0D108BD9-81ED-4DB2-BD59-A6C34878D82A}">
                        <a16:rowId xmlns:a16="http://schemas.microsoft.com/office/drawing/2014/main" val="3547848934"/>
                      </a:ext>
                    </a:extLst>
                  </a:tr>
                </a:tbl>
              </a:graphicData>
            </a:graphic>
          </p:graphicFrame>
        </mc:Choice>
        <mc:Fallback xmlns="">
          <p:graphicFrame>
            <p:nvGraphicFramePr>
              <p:cNvPr id="10" name="表格 9">
                <a:extLst>
                  <a:ext uri="{FF2B5EF4-FFF2-40B4-BE49-F238E27FC236}">
                    <a16:creationId xmlns:a16="http://schemas.microsoft.com/office/drawing/2014/main" id="{EC5FCC77-DF70-34A8-6435-AC21588D536B}"/>
                  </a:ext>
                </a:extLst>
              </p:cNvPr>
              <p:cNvGraphicFramePr>
                <a:graphicFrameLocks noGrp="1"/>
              </p:cNvGraphicFramePr>
              <p:nvPr>
                <p:extLst>
                  <p:ext uri="{D42A27DB-BD31-4B8C-83A1-F6EECF244321}">
                    <p14:modId xmlns:p14="http://schemas.microsoft.com/office/powerpoint/2010/main" val="1293020462"/>
                  </p:ext>
                </p:extLst>
              </p:nvPr>
            </p:nvGraphicFramePr>
            <p:xfrm>
              <a:off x="1024128" y="3802634"/>
              <a:ext cx="9638526" cy="2270252"/>
            </p:xfrm>
            <a:graphic>
              <a:graphicData uri="http://schemas.openxmlformats.org/drawingml/2006/table">
                <a:tbl>
                  <a:tblPr firstRow="1" bandRow="1">
                    <a:tableStyleId>{5C22544A-7EE6-4342-B048-85BDC9FD1C3A}</a:tableStyleId>
                  </a:tblPr>
                  <a:tblGrid>
                    <a:gridCol w="2895493">
                      <a:extLst>
                        <a:ext uri="{9D8B030D-6E8A-4147-A177-3AD203B41FA5}">
                          <a16:colId xmlns:a16="http://schemas.microsoft.com/office/drawing/2014/main" val="2815825186"/>
                        </a:ext>
                      </a:extLst>
                    </a:gridCol>
                    <a:gridCol w="3530191">
                      <a:extLst>
                        <a:ext uri="{9D8B030D-6E8A-4147-A177-3AD203B41FA5}">
                          <a16:colId xmlns:a16="http://schemas.microsoft.com/office/drawing/2014/main" val="2486776814"/>
                        </a:ext>
                      </a:extLst>
                    </a:gridCol>
                    <a:gridCol w="3212842">
                      <a:extLst>
                        <a:ext uri="{9D8B030D-6E8A-4147-A177-3AD203B41FA5}">
                          <a16:colId xmlns:a16="http://schemas.microsoft.com/office/drawing/2014/main" val="4235791731"/>
                        </a:ext>
                      </a:extLst>
                    </a:gridCol>
                  </a:tblGrid>
                  <a:tr h="370840">
                    <a:tc>
                      <a:txBody>
                        <a:bodyPr/>
                        <a:lstStyle/>
                        <a:p>
                          <a:pPr algn="ctr"/>
                          <a:r>
                            <a:rPr lang="zh-TW" altLang="en-US" dirty="0"/>
                            <a:t>分類正確且離邊界遠 </a:t>
                          </a:r>
                        </a:p>
                      </a:txBody>
                      <a:tcPr/>
                    </a:tc>
                    <a:tc>
                      <a:txBody>
                        <a:bodyPr/>
                        <a:lstStyle/>
                        <a:p>
                          <a:pPr algn="ctr"/>
                          <a:r>
                            <a:rPr lang="zh-TW" altLang="en-US" dirty="0"/>
                            <a:t>分類正確但太靠近邊界</a:t>
                          </a:r>
                        </a:p>
                      </a:txBody>
                      <a:tcPr/>
                    </a:tc>
                    <a:tc>
                      <a:txBody>
                        <a:bodyPr/>
                        <a:lstStyle/>
                        <a:p>
                          <a:pPr algn="ctr"/>
                          <a:r>
                            <a:rPr lang="zh-TW" altLang="en-US" dirty="0"/>
                            <a:t>分類錯誤</a:t>
                          </a:r>
                        </a:p>
                      </a:txBody>
                      <a:tcPr/>
                    </a:tc>
                    <a:extLst>
                      <a:ext uri="{0D108BD9-81ED-4DB2-BD59-A6C34878D82A}">
                        <a16:rowId xmlns:a16="http://schemas.microsoft.com/office/drawing/2014/main" val="193875950"/>
                      </a:ext>
                    </a:extLst>
                  </a:tr>
                  <a:tr h="1259332">
                    <a:tc>
                      <a:txBody>
                        <a:bodyPr/>
                        <a:lstStyle/>
                        <a:p>
                          <a:endParaRPr lang="zh-TW"/>
                        </a:p>
                      </a:txBody>
                      <a:tcPr>
                        <a:blipFill>
                          <a:blip r:embed="rId5"/>
                          <a:stretch>
                            <a:fillRect l="-421" t="-32212" r="-233895" b="-58173"/>
                          </a:stretch>
                        </a:blipFill>
                      </a:tcPr>
                    </a:tc>
                    <a:tc>
                      <a:txBody>
                        <a:bodyPr/>
                        <a:lstStyle/>
                        <a:p>
                          <a:endParaRPr lang="zh-TW"/>
                        </a:p>
                      </a:txBody>
                      <a:tcPr>
                        <a:blipFill>
                          <a:blip r:embed="rId5"/>
                          <a:stretch>
                            <a:fillRect l="-82241" t="-32212" r="-91552" b="-58173"/>
                          </a:stretch>
                        </a:blipFill>
                      </a:tcPr>
                    </a:tc>
                    <a:tc>
                      <a:txBody>
                        <a:bodyPr/>
                        <a:lstStyle/>
                        <a:p>
                          <a:endParaRPr lang="zh-TW"/>
                        </a:p>
                      </a:txBody>
                      <a:tcPr>
                        <a:blipFill>
                          <a:blip r:embed="rId5"/>
                          <a:stretch>
                            <a:fillRect l="-200569" t="-32212" r="-759" b="-58173"/>
                          </a:stretch>
                        </a:blipFill>
                      </a:tcPr>
                    </a:tc>
                    <a:extLst>
                      <a:ext uri="{0D108BD9-81ED-4DB2-BD59-A6C34878D82A}">
                        <a16:rowId xmlns:a16="http://schemas.microsoft.com/office/drawing/2014/main" val="3346386379"/>
                      </a:ext>
                    </a:extLst>
                  </a:tr>
                  <a:tr h="640080">
                    <a:tc>
                      <a:txBody>
                        <a:bodyPr/>
                        <a:lstStyle/>
                        <a:p>
                          <a:r>
                            <a:rPr lang="zh-TW" altLang="en-US" dirty="0"/>
                            <a:t>沒有懲罰，因為它「安全地」分類正確</a:t>
                          </a:r>
                        </a:p>
                      </a:txBody>
                      <a:tcPr/>
                    </a:tc>
                    <a:tc>
                      <a:txBody>
                        <a:bodyPr/>
                        <a:lstStyle/>
                        <a:p>
                          <a:r>
                            <a:rPr lang="zh-TW" altLang="en-US" dirty="0"/>
                            <a:t>有懲罰，鼓勵模型讓資料點「離邊界更遠」。</a:t>
                          </a:r>
                        </a:p>
                      </a:txBody>
                      <a:tcPr/>
                    </a:tc>
                    <a:tc>
                      <a:txBody>
                        <a:bodyPr/>
                        <a:lstStyle/>
                        <a:p>
                          <a:r>
                            <a:rPr lang="zh-TW" altLang="en-US" dirty="0"/>
                            <a:t>懲罰會更大，模型必須調整權重 </a:t>
                          </a:r>
                          <a:r>
                            <a:rPr lang="en-US" altLang="zh-TW" dirty="0" err="1"/>
                            <a:t>w,b</a:t>
                          </a:r>
                          <a:r>
                            <a:rPr lang="en-US" altLang="zh-TW" dirty="0"/>
                            <a:t> </a:t>
                          </a:r>
                          <a:r>
                            <a:rPr lang="zh-TW" altLang="en-US" dirty="0"/>
                            <a:t>以修正錯誤。</a:t>
                          </a:r>
                        </a:p>
                      </a:txBody>
                      <a:tcPr/>
                    </a:tc>
                    <a:extLst>
                      <a:ext uri="{0D108BD9-81ED-4DB2-BD59-A6C34878D82A}">
                        <a16:rowId xmlns:a16="http://schemas.microsoft.com/office/drawing/2014/main" val="3547848934"/>
                      </a:ext>
                    </a:extLst>
                  </a:tr>
                </a:tbl>
              </a:graphicData>
            </a:graphic>
          </p:graphicFrame>
        </mc:Fallback>
      </mc:AlternateContent>
    </p:spTree>
    <p:extLst>
      <p:ext uri="{BB962C8B-B14F-4D97-AF65-F5344CB8AC3E}">
        <p14:creationId xmlns:p14="http://schemas.microsoft.com/office/powerpoint/2010/main" val="538044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A962956-2485-4B65-8924-E57EB384062E}"/>
              </a:ext>
            </a:extLst>
          </p:cNvPr>
          <p:cNvSpPr>
            <a:spLocks noGrp="1"/>
          </p:cNvSpPr>
          <p:nvPr>
            <p:ph type="title"/>
          </p:nvPr>
        </p:nvSpPr>
        <p:spPr/>
        <p:txBody>
          <a:bodyPr/>
          <a:lstStyle/>
          <a:p>
            <a:r>
              <a:rPr lang="zh-TW" altLang="en-US" dirty="0"/>
              <a:t>軟邊距</a:t>
            </a:r>
            <a:r>
              <a:rPr lang="en-US" altLang="zh-TW" dirty="0"/>
              <a:t>(</a:t>
            </a:r>
            <a:r>
              <a:rPr lang="zh-TW" altLang="en-US" dirty="0"/>
              <a:t>軟間隔</a:t>
            </a:r>
            <a:r>
              <a:rPr lang="en-US" altLang="zh-TW" dirty="0"/>
              <a:t>)</a:t>
            </a:r>
            <a:r>
              <a:rPr lang="zh-TW" altLang="en-US" dirty="0"/>
              <a:t>最大化</a:t>
            </a:r>
          </a:p>
        </p:txBody>
      </p:sp>
      <mc:AlternateContent xmlns:mc="http://schemas.openxmlformats.org/markup-compatibility/2006" xmlns:a14="http://schemas.microsoft.com/office/drawing/2010/main">
        <mc:Choice Requires="a14">
          <p:sp>
            <p:nvSpPr>
              <p:cNvPr id="8" name="內容版面配置區 7">
                <a:extLst>
                  <a:ext uri="{FF2B5EF4-FFF2-40B4-BE49-F238E27FC236}">
                    <a16:creationId xmlns:a16="http://schemas.microsoft.com/office/drawing/2014/main" id="{9DE6E4BE-B00B-979A-2341-8A5257C906D8}"/>
                  </a:ext>
                </a:extLst>
              </p:cNvPr>
              <p:cNvSpPr>
                <a:spLocks noGrp="1"/>
              </p:cNvSpPr>
              <p:nvPr>
                <p:ph idx="1"/>
              </p:nvPr>
            </p:nvSpPr>
            <p:spPr>
              <a:xfrm>
                <a:off x="1023938" y="1839496"/>
                <a:ext cx="9720262" cy="4876800"/>
              </a:xfrm>
            </p:spPr>
            <p:txBody>
              <a:bodyPr>
                <a:normAutofit fontScale="92500" lnSpcReduction="10000"/>
              </a:bodyPr>
              <a:lstStyle/>
              <a:p>
                <a:r>
                  <a:rPr lang="zh-TW" altLang="en-US" dirty="0"/>
                  <a:t>解決該問題的一個辦法是允許</a:t>
                </a:r>
                <a:r>
                  <a:rPr lang="en-US" altLang="zh-TW" dirty="0"/>
                  <a:t>SVM</a:t>
                </a:r>
                <a:r>
                  <a:rPr lang="zh-TW" altLang="en-US" dirty="0"/>
                  <a:t>在少量樣本上出錯，即將之前的硬邊距最大化條件放寬一點，為此引入“軟邊距</a:t>
                </a:r>
                <a:r>
                  <a:rPr lang="en-US" altLang="zh-TW" dirty="0"/>
                  <a:t>(soft margin)”</a:t>
                </a:r>
                <a:r>
                  <a:rPr lang="zh-TW" altLang="en-US" dirty="0"/>
                  <a:t>的概念。</a:t>
                </a:r>
                <a:endParaRPr lang="en-US" altLang="zh-TW" dirty="0"/>
              </a:p>
              <a:p>
                <a:r>
                  <a:rPr lang="zh-TW" altLang="en-US" dirty="0"/>
                  <a:t>即允許少量樣本不滿足限制式：</a:t>
                </a:r>
                <a14:m>
                  <m:oMath xmlns:m="http://schemas.openxmlformats.org/officeDocument/2006/math">
                    <m:m>
                      <m:mPr>
                        <m:plcHide m:val="on"/>
                        <m:mcs>
                          <m:mc>
                            <m:mcPr>
                              <m:count m:val="1"/>
                              <m:mcJc m:val="center"/>
                            </m:mcPr>
                          </m:mc>
                        </m:mcs>
                        <m:ctrlPr>
                          <a:rPr lang="zh-TW" altLang="en-US" sz="2400" i="1" smtClean="0">
                            <a:solidFill>
                              <a:srgbClr val="836967"/>
                            </a:solidFill>
                            <a:latin typeface="Cambria Math" panose="02040503050406030204" pitchFamily="18" charset="0"/>
                          </a:rPr>
                        </m:ctrlPr>
                      </m:mPr>
                      <m:mr>
                        <m:e>
                          <m:sSub>
                            <m:sSubPr>
                              <m:ctrlPr>
                                <a:rPr lang="zh-TW" altLang="en-US" sz="2400" i="1">
                                  <a:solidFill>
                                    <a:srgbClr val="836967"/>
                                  </a:solidFill>
                                  <a:latin typeface="Cambria Math" panose="02040503050406030204" pitchFamily="18" charset="0"/>
                                </a:rPr>
                              </m:ctrlPr>
                            </m:sSubPr>
                            <m:e>
                              <m:r>
                                <a:rPr lang="zh-TW" altLang="en-US" sz="2400" i="1">
                                  <a:latin typeface="Cambria Math" panose="02040503050406030204" pitchFamily="18" charset="0"/>
                                </a:rPr>
                                <m:t>𝑦</m:t>
                              </m:r>
                            </m:e>
                            <m:sub>
                              <m:r>
                                <a:rPr lang="zh-TW" altLang="en-US" sz="2400" i="1">
                                  <a:latin typeface="Cambria Math" panose="02040503050406030204" pitchFamily="18" charset="0"/>
                                </a:rPr>
                                <m:t>𝑖</m:t>
                              </m:r>
                            </m:sub>
                          </m:sSub>
                          <m:d>
                            <m:dPr>
                              <m:ctrlPr>
                                <a:rPr lang="zh-TW" altLang="en-US" sz="2400" i="1">
                                  <a:latin typeface="Cambria Math" panose="02040503050406030204" pitchFamily="18" charset="0"/>
                                </a:rPr>
                              </m:ctrlPr>
                            </m:dPr>
                            <m:e>
                              <m:sSubSup>
                                <m:sSubSupPr>
                                  <m:ctrlPr>
                                    <a:rPr lang="zh-TW" altLang="en-US" sz="2400" i="1">
                                      <a:solidFill>
                                        <a:srgbClr val="836967"/>
                                      </a:solidFill>
                                      <a:latin typeface="Cambria Math" panose="02040503050406030204" pitchFamily="18" charset="0"/>
                                    </a:rPr>
                                  </m:ctrlPr>
                                </m:sSubSupPr>
                                <m:e>
                                  <m:r>
                                    <a:rPr lang="zh-TW" altLang="en-US" sz="2400" i="1">
                                      <a:latin typeface="Cambria Math" panose="02040503050406030204" pitchFamily="18" charset="0"/>
                                    </a:rPr>
                                    <m:t>𝑋</m:t>
                                  </m:r>
                                </m:e>
                                <m:sub>
                                  <m:r>
                                    <a:rPr lang="zh-TW" altLang="en-US" sz="2400" i="1">
                                      <a:latin typeface="Cambria Math" panose="02040503050406030204" pitchFamily="18" charset="0"/>
                                    </a:rPr>
                                    <m:t>𝑖</m:t>
                                  </m:r>
                                </m:sub>
                                <m:sup>
                                  <m:r>
                                    <a:rPr lang="zh-TW" altLang="en-US" sz="2400" i="1">
                                      <a:latin typeface="Cambria Math" panose="02040503050406030204" pitchFamily="18" charset="0"/>
                                    </a:rPr>
                                    <m:t>𝑇</m:t>
                                  </m:r>
                                </m:sup>
                              </m:sSubSup>
                              <m:r>
                                <a:rPr lang="zh-TW" altLang="en-US" sz="2400" i="1">
                                  <a:latin typeface="Cambria Math" panose="02040503050406030204" pitchFamily="18" charset="0"/>
                                </a:rPr>
                                <m:t>𝑊</m:t>
                              </m:r>
                              <m:r>
                                <a:rPr lang="zh-TW" altLang="en-US" sz="2400" i="0">
                                  <a:latin typeface="Cambria Math" panose="02040503050406030204" pitchFamily="18" charset="0"/>
                                </a:rPr>
                                <m:t>+</m:t>
                              </m:r>
                              <m:r>
                                <a:rPr lang="zh-TW" altLang="en-US" sz="2400" i="1">
                                  <a:latin typeface="Cambria Math" panose="02040503050406030204" pitchFamily="18" charset="0"/>
                                </a:rPr>
                                <m:t>𝑏</m:t>
                              </m:r>
                            </m:e>
                          </m:d>
                          <m:r>
                            <a:rPr lang="zh-TW" altLang="en-US" sz="2400" i="0">
                              <a:latin typeface="Cambria Math" panose="02040503050406030204" pitchFamily="18" charset="0"/>
                            </a:rPr>
                            <m:t>≥1</m:t>
                          </m:r>
                        </m:e>
                      </m:mr>
                    </m:m>
                  </m:oMath>
                </a14:m>
                <a:endParaRPr lang="en-US" altLang="zh-TW" dirty="0"/>
              </a:p>
              <a:p>
                <a:r>
                  <a:rPr lang="zh-TW" altLang="en-US" dirty="0"/>
                  <a:t>最小化的是</a:t>
                </a:r>
                <a14:m>
                  <m:oMath xmlns:m="http://schemas.openxmlformats.org/officeDocument/2006/math">
                    <m:r>
                      <a:rPr lang="zh-TW" altLang="en-US" sz="2400" i="1" smtClean="0">
                        <a:latin typeface="Cambria Math" panose="02040503050406030204" pitchFamily="18" charset="0"/>
                      </a:rPr>
                      <m:t>𝐽</m:t>
                    </m:r>
                    <m:d>
                      <m:dPr>
                        <m:sepChr m:val=","/>
                        <m:ctrlPr>
                          <a:rPr lang="zh-TW" altLang="en-US" sz="2400" i="1">
                            <a:latin typeface="Cambria Math" panose="02040503050406030204" pitchFamily="18" charset="0"/>
                          </a:rPr>
                        </m:ctrlPr>
                      </m:dPr>
                      <m:e>
                        <m:r>
                          <a:rPr lang="zh-TW" altLang="en-US" sz="2400" i="1">
                            <a:latin typeface="Cambria Math" panose="02040503050406030204" pitchFamily="18" charset="0"/>
                          </a:rPr>
                          <m:t>𝑤</m:t>
                        </m:r>
                      </m:e>
                      <m:e>
                        <m:r>
                          <a:rPr lang="zh-TW" altLang="en-US" sz="2400" i="1">
                            <a:latin typeface="Cambria Math" panose="02040503050406030204" pitchFamily="18" charset="0"/>
                          </a:rPr>
                          <m:t>𝑏</m:t>
                        </m:r>
                      </m:e>
                    </m:d>
                    <m:r>
                      <a:rPr lang="zh-TW" altLang="en-US" sz="2400" i="0">
                        <a:latin typeface="Cambria Math" panose="02040503050406030204" pitchFamily="18" charset="0"/>
                      </a:rPr>
                      <m:t>=</m:t>
                    </m:r>
                    <m:f>
                      <m:fPr>
                        <m:ctrlPr>
                          <a:rPr lang="zh-TW" altLang="en-US" sz="2400" i="1" smtClean="0">
                            <a:solidFill>
                              <a:schemeClr val="tx1"/>
                            </a:solidFill>
                            <a:latin typeface="Cambria Math" panose="02040503050406030204" pitchFamily="18" charset="0"/>
                          </a:rPr>
                        </m:ctrlPr>
                      </m:fPr>
                      <m:num>
                        <m:r>
                          <a:rPr lang="zh-TW" altLang="en-US" sz="2400" i="0">
                            <a:solidFill>
                              <a:schemeClr val="tx1"/>
                            </a:solidFill>
                            <a:latin typeface="Cambria Math" panose="02040503050406030204" pitchFamily="18" charset="0"/>
                          </a:rPr>
                          <m:t>1</m:t>
                        </m:r>
                      </m:num>
                      <m:den>
                        <m:r>
                          <a:rPr lang="zh-TW" altLang="en-US" sz="2400" i="0">
                            <a:solidFill>
                              <a:schemeClr val="tx1"/>
                            </a:solidFill>
                            <a:latin typeface="Cambria Math" panose="02040503050406030204" pitchFamily="18" charset="0"/>
                          </a:rPr>
                          <m:t>2</m:t>
                        </m:r>
                      </m:den>
                    </m:f>
                    <m:sSup>
                      <m:sSupPr>
                        <m:ctrlPr>
                          <a:rPr lang="zh-TW" altLang="en-US" sz="2400" i="1">
                            <a:solidFill>
                              <a:schemeClr val="tx1"/>
                            </a:solidFill>
                            <a:latin typeface="Cambria Math" panose="02040503050406030204" pitchFamily="18" charset="0"/>
                          </a:rPr>
                        </m:ctrlPr>
                      </m:sSupPr>
                      <m:e>
                        <m:d>
                          <m:dPr>
                            <m:begChr m:val="‖"/>
                            <m:endChr m:val="‖"/>
                            <m:ctrlPr>
                              <a:rPr lang="en-US" altLang="zh-TW" sz="2400" i="1">
                                <a:solidFill>
                                  <a:schemeClr val="tx1"/>
                                </a:solidFill>
                                <a:latin typeface="Cambria Math" panose="02040503050406030204" pitchFamily="18" charset="0"/>
                              </a:rPr>
                            </m:ctrlPr>
                          </m:dPr>
                          <m:e>
                            <m:r>
                              <a:rPr lang="en-US" altLang="zh-TW" sz="2400" i="1">
                                <a:solidFill>
                                  <a:schemeClr val="tx1"/>
                                </a:solidFill>
                                <a:latin typeface="Cambria Math" panose="02040503050406030204" pitchFamily="18" charset="0"/>
                              </a:rPr>
                              <m:t>𝑤</m:t>
                            </m:r>
                          </m:e>
                        </m:d>
                      </m:e>
                      <m:sup>
                        <m:r>
                          <a:rPr lang="zh-TW" altLang="en-US" sz="2400">
                            <a:solidFill>
                              <a:schemeClr val="tx1"/>
                            </a:solidFill>
                            <a:latin typeface="Cambria Math" panose="02040503050406030204" pitchFamily="18" charset="0"/>
                          </a:rPr>
                          <m:t>2</m:t>
                        </m:r>
                      </m:sup>
                    </m:sSup>
                    <m:r>
                      <a:rPr lang="zh-TW" altLang="en-US" sz="2400">
                        <a:solidFill>
                          <a:schemeClr val="tx1"/>
                        </a:solidFill>
                        <a:latin typeface="Cambria Math" panose="02040503050406030204" pitchFamily="18" charset="0"/>
                      </a:rPr>
                      <m:t>+</m:t>
                    </m:r>
                    <m:r>
                      <a:rPr lang="zh-TW" altLang="en-US" sz="2400" i="1">
                        <a:solidFill>
                          <a:schemeClr val="tx1"/>
                        </a:solidFill>
                        <a:latin typeface="Cambria Math" panose="02040503050406030204" pitchFamily="18" charset="0"/>
                      </a:rPr>
                      <m:t>𝐶</m:t>
                    </m:r>
                    <m:nary>
                      <m:naryPr>
                        <m:chr m:val="∑"/>
                        <m:limLoc m:val="undOvr"/>
                        <m:grow m:val="on"/>
                        <m:ctrlPr>
                          <a:rPr lang="zh-TW" altLang="en-US" sz="2400" i="1">
                            <a:solidFill>
                              <a:schemeClr val="tx1"/>
                            </a:solidFill>
                            <a:latin typeface="Cambria Math" panose="02040503050406030204" pitchFamily="18" charset="0"/>
                          </a:rPr>
                        </m:ctrlPr>
                      </m:naryPr>
                      <m:sub>
                        <m:r>
                          <a:rPr lang="zh-TW" altLang="en-US" sz="2400" i="1">
                            <a:solidFill>
                              <a:schemeClr val="tx1"/>
                            </a:solidFill>
                            <a:latin typeface="Cambria Math" panose="02040503050406030204" pitchFamily="18" charset="0"/>
                          </a:rPr>
                          <m:t>𝑖</m:t>
                        </m:r>
                        <m:r>
                          <a:rPr lang="zh-TW" altLang="en-US" sz="2400">
                            <a:solidFill>
                              <a:schemeClr val="tx1"/>
                            </a:solidFill>
                            <a:latin typeface="Cambria Math" panose="02040503050406030204" pitchFamily="18" charset="0"/>
                          </a:rPr>
                          <m:t>=1</m:t>
                        </m:r>
                      </m:sub>
                      <m:sup>
                        <m:r>
                          <a:rPr lang="zh-TW" altLang="en-US" sz="2400" i="1">
                            <a:solidFill>
                              <a:schemeClr val="tx1"/>
                            </a:solidFill>
                            <a:latin typeface="Cambria Math" panose="02040503050406030204" pitchFamily="18" charset="0"/>
                          </a:rPr>
                          <m:t>𝑛</m:t>
                        </m:r>
                      </m:sup>
                      <m:e>
                        <m:r>
                          <a:rPr lang="zh-TW" altLang="en-US" sz="2400" i="1">
                            <a:solidFill>
                              <a:schemeClr val="tx1"/>
                            </a:solidFill>
                            <a:latin typeface="Cambria Math" panose="02040503050406030204" pitchFamily="18" charset="0"/>
                          </a:rPr>
                          <m:t>𝑚𝑎𝑥</m:t>
                        </m:r>
                        <m:d>
                          <m:dPr>
                            <m:ctrlPr>
                              <a:rPr lang="zh-TW" altLang="en-US" sz="2400" i="1">
                                <a:solidFill>
                                  <a:schemeClr val="tx1"/>
                                </a:solidFill>
                                <a:latin typeface="Cambria Math" panose="02040503050406030204" pitchFamily="18" charset="0"/>
                              </a:rPr>
                            </m:ctrlPr>
                          </m:dPr>
                          <m:e>
                            <m:r>
                              <a:rPr lang="zh-TW" altLang="en-US" sz="2400">
                                <a:solidFill>
                                  <a:schemeClr val="tx1"/>
                                </a:solidFill>
                                <a:latin typeface="Cambria Math" panose="02040503050406030204" pitchFamily="18" charset="0"/>
                              </a:rPr>
                              <m:t>0,</m:t>
                            </m:r>
                            <m:r>
                              <a:rPr lang="en-US" altLang="zh-TW" sz="2400" b="0" i="0" smtClean="0">
                                <a:solidFill>
                                  <a:schemeClr val="tx1"/>
                                </a:solidFill>
                                <a:latin typeface="Cambria Math" panose="02040503050406030204" pitchFamily="18" charset="0"/>
                              </a:rPr>
                              <m:t> </m:t>
                            </m:r>
                            <m:r>
                              <a:rPr lang="zh-TW" altLang="en-US" sz="2400">
                                <a:solidFill>
                                  <a:schemeClr val="tx1"/>
                                </a:solidFill>
                                <a:latin typeface="Cambria Math" panose="02040503050406030204" pitchFamily="18" charset="0"/>
                              </a:rPr>
                              <m:t>1−</m:t>
                            </m:r>
                            <m:sSub>
                              <m:sSubPr>
                                <m:ctrlPr>
                                  <a:rPr lang="zh-TW" altLang="en-US" sz="2400" i="1">
                                    <a:solidFill>
                                      <a:schemeClr val="tx1"/>
                                    </a:solidFill>
                                    <a:latin typeface="Cambria Math" panose="02040503050406030204" pitchFamily="18" charset="0"/>
                                  </a:rPr>
                                </m:ctrlPr>
                              </m:sSubPr>
                              <m:e>
                                <m:r>
                                  <a:rPr lang="zh-TW" altLang="en-US" sz="2400" i="1">
                                    <a:solidFill>
                                      <a:schemeClr val="tx1"/>
                                    </a:solidFill>
                                    <a:latin typeface="Cambria Math" panose="02040503050406030204" pitchFamily="18" charset="0"/>
                                  </a:rPr>
                                  <m:t>𝑦</m:t>
                                </m:r>
                              </m:e>
                              <m:sub>
                                <m:r>
                                  <a:rPr lang="zh-TW" altLang="en-US" sz="2400" i="1">
                                    <a:solidFill>
                                      <a:schemeClr val="tx1"/>
                                    </a:solidFill>
                                    <a:latin typeface="Cambria Math" panose="02040503050406030204" pitchFamily="18" charset="0"/>
                                  </a:rPr>
                                  <m:t>𝑖</m:t>
                                </m:r>
                              </m:sub>
                            </m:sSub>
                            <m:d>
                              <m:dPr>
                                <m:ctrlPr>
                                  <a:rPr lang="zh-TW" altLang="en-US" sz="2400" i="1">
                                    <a:solidFill>
                                      <a:schemeClr val="tx1"/>
                                    </a:solidFill>
                                    <a:latin typeface="Cambria Math" panose="02040503050406030204" pitchFamily="18" charset="0"/>
                                  </a:rPr>
                                </m:ctrlPr>
                              </m:dPr>
                              <m:e>
                                <m:sSup>
                                  <m:sSupPr>
                                    <m:ctrlPr>
                                      <a:rPr lang="zh-TW" altLang="en-US" sz="2400" i="1">
                                        <a:solidFill>
                                          <a:schemeClr val="tx1"/>
                                        </a:solidFill>
                                        <a:latin typeface="Cambria Math" panose="02040503050406030204" pitchFamily="18" charset="0"/>
                                      </a:rPr>
                                    </m:ctrlPr>
                                  </m:sSupPr>
                                  <m:e>
                                    <m:r>
                                      <a:rPr lang="zh-TW" altLang="en-US" sz="2400" i="1">
                                        <a:solidFill>
                                          <a:schemeClr val="tx1"/>
                                        </a:solidFill>
                                        <a:latin typeface="Cambria Math" panose="02040503050406030204" pitchFamily="18" charset="0"/>
                                      </a:rPr>
                                      <m:t>𝑤</m:t>
                                    </m:r>
                                  </m:e>
                                  <m:sup>
                                    <m:r>
                                      <a:rPr lang="zh-TW" altLang="en-US" sz="2400" i="1">
                                        <a:solidFill>
                                          <a:schemeClr val="tx1"/>
                                        </a:solidFill>
                                        <a:latin typeface="Cambria Math" panose="02040503050406030204" pitchFamily="18" charset="0"/>
                                      </a:rPr>
                                      <m:t>𝑇</m:t>
                                    </m:r>
                                  </m:sup>
                                </m:sSup>
                                <m:sSub>
                                  <m:sSubPr>
                                    <m:ctrlPr>
                                      <a:rPr lang="zh-TW" altLang="en-US" sz="2400" i="1">
                                        <a:solidFill>
                                          <a:schemeClr val="tx1"/>
                                        </a:solidFill>
                                        <a:latin typeface="Cambria Math" panose="02040503050406030204" pitchFamily="18" charset="0"/>
                                      </a:rPr>
                                    </m:ctrlPr>
                                  </m:sSubPr>
                                  <m:e>
                                    <m:r>
                                      <a:rPr lang="zh-TW" altLang="en-US" sz="2400" i="1">
                                        <a:solidFill>
                                          <a:schemeClr val="tx1"/>
                                        </a:solidFill>
                                        <a:latin typeface="Cambria Math" panose="02040503050406030204" pitchFamily="18" charset="0"/>
                                      </a:rPr>
                                      <m:t>𝑥</m:t>
                                    </m:r>
                                  </m:e>
                                  <m:sub>
                                    <m:r>
                                      <a:rPr lang="zh-TW" altLang="en-US" sz="2400" i="1">
                                        <a:solidFill>
                                          <a:schemeClr val="tx1"/>
                                        </a:solidFill>
                                        <a:latin typeface="Cambria Math" panose="02040503050406030204" pitchFamily="18" charset="0"/>
                                      </a:rPr>
                                      <m:t>𝑖</m:t>
                                    </m:r>
                                  </m:sub>
                                </m:sSub>
                                <m:r>
                                  <a:rPr lang="zh-TW" altLang="en-US" sz="2400">
                                    <a:solidFill>
                                      <a:schemeClr val="tx1"/>
                                    </a:solidFill>
                                    <a:latin typeface="Cambria Math" panose="02040503050406030204" pitchFamily="18" charset="0"/>
                                  </a:rPr>
                                  <m:t>+</m:t>
                                </m:r>
                                <m:r>
                                  <a:rPr lang="zh-TW" altLang="en-US" sz="2400" i="1">
                                    <a:solidFill>
                                      <a:schemeClr val="tx1"/>
                                    </a:solidFill>
                                    <a:latin typeface="Cambria Math" panose="02040503050406030204" pitchFamily="18" charset="0"/>
                                  </a:rPr>
                                  <m:t>𝑏</m:t>
                                </m:r>
                              </m:e>
                            </m:d>
                          </m:e>
                        </m:d>
                      </m:e>
                    </m:nary>
                  </m:oMath>
                </a14:m>
                <a:endParaRPr lang="en-US" altLang="zh-TW" dirty="0"/>
              </a:p>
              <a:p>
                <a:r>
                  <a:rPr lang="zh-TW" altLang="en-US" dirty="0"/>
                  <a:t>第一項： </a:t>
                </a:r>
                <a14:m>
                  <m:oMath xmlns:m="http://schemas.openxmlformats.org/officeDocument/2006/math">
                    <m:f>
                      <m:fPr>
                        <m:ctrlPr>
                          <a:rPr lang="zh-TW" altLang="en-US" i="1" smtClean="0">
                            <a:latin typeface="Cambria Math" panose="02040503050406030204" pitchFamily="18" charset="0"/>
                          </a:rPr>
                        </m:ctrlPr>
                      </m:fPr>
                      <m:num>
                        <m:r>
                          <a:rPr lang="zh-TW" altLang="en-US">
                            <a:latin typeface="Cambria Math" panose="02040503050406030204" pitchFamily="18" charset="0"/>
                          </a:rPr>
                          <m:t>1</m:t>
                        </m:r>
                      </m:num>
                      <m:den>
                        <m:r>
                          <a:rPr lang="zh-TW" altLang="en-US">
                            <a:latin typeface="Cambria Math" panose="02040503050406030204" pitchFamily="18" charset="0"/>
                          </a:rPr>
                          <m:t>2</m:t>
                        </m:r>
                      </m:den>
                    </m:f>
                    <m:sSup>
                      <m:sSupPr>
                        <m:ctrlPr>
                          <a:rPr lang="zh-TW" altLang="en-US" i="1">
                            <a:latin typeface="Cambria Math" panose="02040503050406030204" pitchFamily="18" charset="0"/>
                          </a:rPr>
                        </m:ctrlPr>
                      </m:sSupPr>
                      <m:e>
                        <m:d>
                          <m:dPr>
                            <m:begChr m:val="‖"/>
                            <m:endChr m:val="‖"/>
                            <m:ctrlPr>
                              <a:rPr lang="en-US" altLang="zh-TW" i="1">
                                <a:latin typeface="Cambria Math" panose="02040503050406030204" pitchFamily="18" charset="0"/>
                              </a:rPr>
                            </m:ctrlPr>
                          </m:dPr>
                          <m:e>
                            <m:r>
                              <a:rPr lang="en-US" altLang="zh-TW">
                                <a:latin typeface="Cambria Math" panose="02040503050406030204" pitchFamily="18" charset="0"/>
                              </a:rPr>
                              <m:t>𝑤</m:t>
                            </m:r>
                          </m:e>
                        </m:d>
                      </m:e>
                      <m:sup>
                        <m:r>
                          <a:rPr lang="zh-TW" altLang="en-US">
                            <a:latin typeface="Cambria Math" panose="02040503050406030204" pitchFamily="18" charset="0"/>
                          </a:rPr>
                          <m:t>2</m:t>
                        </m:r>
                      </m:sup>
                    </m:sSup>
                  </m:oMath>
                </a14:m>
                <a:endParaRPr lang="en-US" altLang="zh-TW" dirty="0"/>
              </a:p>
              <a:p>
                <a:pPr lvl="1"/>
                <a:r>
                  <a:rPr lang="zh-TW" altLang="en-US" dirty="0"/>
                  <a:t>這個等同於「正則化項（</a:t>
                </a:r>
                <a:r>
                  <a:rPr lang="en-US" altLang="zh-TW" dirty="0"/>
                  <a:t>regularization term</a:t>
                </a:r>
                <a:r>
                  <a:rPr lang="zh-TW" altLang="en-US" dirty="0"/>
                  <a:t>）」代表模型的平滑度與邊界最大化。</a:t>
                </a:r>
                <a:endParaRPr lang="en-US" altLang="zh-TW" dirty="0"/>
              </a:p>
              <a:p>
                <a:pPr lvl="1"/>
                <a:r>
                  <a:rPr lang="zh-TW" altLang="en-US" dirty="0"/>
                  <a:t>越小代表邊界越寬 → 模型較簡單，不易過擬合。</a:t>
                </a:r>
                <a:endParaRPr lang="en-US" altLang="zh-TW" dirty="0"/>
              </a:p>
              <a:p>
                <a:r>
                  <a:rPr lang="zh-TW" altLang="en-US" dirty="0"/>
                  <a:t>第二項：</a:t>
                </a:r>
                <a14:m>
                  <m:oMath xmlns:m="http://schemas.openxmlformats.org/officeDocument/2006/math">
                    <m:r>
                      <a:rPr lang="zh-TW" altLang="en-US" smtClean="0">
                        <a:latin typeface="Cambria Math" panose="02040503050406030204" pitchFamily="18" charset="0"/>
                      </a:rPr>
                      <m:t>𝐶</m:t>
                    </m:r>
                    <m:nary>
                      <m:naryPr>
                        <m:chr m:val="∑"/>
                        <m:limLoc m:val="undOvr"/>
                        <m:grow m:val="on"/>
                        <m:ctrlPr>
                          <a:rPr lang="zh-TW" altLang="en-US" i="1">
                            <a:latin typeface="Cambria Math" panose="02040503050406030204" pitchFamily="18" charset="0"/>
                          </a:rPr>
                        </m:ctrlPr>
                      </m:naryPr>
                      <m:sub>
                        <m:r>
                          <a:rPr lang="zh-TW" altLang="en-US">
                            <a:latin typeface="Cambria Math" panose="02040503050406030204" pitchFamily="18" charset="0"/>
                          </a:rPr>
                          <m:t>𝑖</m:t>
                        </m:r>
                        <m:r>
                          <a:rPr lang="zh-TW" altLang="en-US">
                            <a:latin typeface="Cambria Math" panose="02040503050406030204" pitchFamily="18" charset="0"/>
                          </a:rPr>
                          <m:t>=1</m:t>
                        </m:r>
                      </m:sub>
                      <m:sup>
                        <m:r>
                          <a:rPr lang="zh-TW" altLang="en-US">
                            <a:latin typeface="Cambria Math" panose="02040503050406030204" pitchFamily="18" charset="0"/>
                          </a:rPr>
                          <m:t>𝑛</m:t>
                        </m:r>
                      </m:sup>
                      <m:e>
                        <m:r>
                          <a:rPr lang="zh-TW" altLang="en-US">
                            <a:latin typeface="Cambria Math" panose="02040503050406030204" pitchFamily="18" charset="0"/>
                          </a:rPr>
                          <m:t>𝑚𝑎𝑥</m:t>
                        </m:r>
                        <m:d>
                          <m:dPr>
                            <m:ctrlPr>
                              <a:rPr lang="zh-TW" altLang="en-US" i="1">
                                <a:latin typeface="Cambria Math" panose="02040503050406030204" pitchFamily="18" charset="0"/>
                              </a:rPr>
                            </m:ctrlPr>
                          </m:dPr>
                          <m:e>
                            <m:r>
                              <a:rPr lang="zh-TW" altLang="en-US">
                                <a:latin typeface="Cambria Math" panose="02040503050406030204" pitchFamily="18" charset="0"/>
                              </a:rPr>
                              <m:t>0,1−</m:t>
                            </m:r>
                            <m:sSub>
                              <m:sSubPr>
                                <m:ctrlPr>
                                  <a:rPr lang="zh-TW" altLang="en-US" i="1">
                                    <a:latin typeface="Cambria Math" panose="02040503050406030204" pitchFamily="18" charset="0"/>
                                  </a:rPr>
                                </m:ctrlPr>
                              </m:sSubPr>
                              <m:e>
                                <m:r>
                                  <a:rPr lang="zh-TW" altLang="en-US">
                                    <a:latin typeface="Cambria Math" panose="02040503050406030204" pitchFamily="18" charset="0"/>
                                  </a:rPr>
                                  <m:t>𝑦</m:t>
                                </m:r>
                              </m:e>
                              <m:sub>
                                <m:r>
                                  <a:rPr lang="zh-TW" altLang="en-US">
                                    <a:latin typeface="Cambria Math" panose="02040503050406030204" pitchFamily="18" charset="0"/>
                                  </a:rPr>
                                  <m:t>𝑖</m:t>
                                </m:r>
                              </m:sub>
                            </m:sSub>
                            <m:d>
                              <m:dPr>
                                <m:ctrlPr>
                                  <a:rPr lang="zh-TW" altLang="en-US" i="1">
                                    <a:latin typeface="Cambria Math" panose="02040503050406030204" pitchFamily="18" charset="0"/>
                                  </a:rPr>
                                </m:ctrlPr>
                              </m:dPr>
                              <m:e>
                                <m:sSup>
                                  <m:sSupPr>
                                    <m:ctrlPr>
                                      <a:rPr lang="zh-TW" altLang="en-US" i="1">
                                        <a:latin typeface="Cambria Math" panose="02040503050406030204" pitchFamily="18" charset="0"/>
                                      </a:rPr>
                                    </m:ctrlPr>
                                  </m:sSupPr>
                                  <m:e>
                                    <m:r>
                                      <a:rPr lang="zh-TW" altLang="en-US">
                                        <a:latin typeface="Cambria Math" panose="02040503050406030204" pitchFamily="18" charset="0"/>
                                      </a:rPr>
                                      <m:t>𝑤</m:t>
                                    </m:r>
                                  </m:e>
                                  <m:sup>
                                    <m:r>
                                      <a:rPr lang="zh-TW" altLang="en-US">
                                        <a:latin typeface="Cambria Math" panose="02040503050406030204" pitchFamily="18" charset="0"/>
                                      </a:rPr>
                                      <m:t>𝑇</m:t>
                                    </m:r>
                                  </m:sup>
                                </m:sSup>
                                <m:sSub>
                                  <m:sSubPr>
                                    <m:ctrlPr>
                                      <a:rPr lang="zh-TW" altLang="en-US" i="1">
                                        <a:latin typeface="Cambria Math" panose="02040503050406030204" pitchFamily="18" charset="0"/>
                                      </a:rPr>
                                    </m:ctrlPr>
                                  </m:sSubPr>
                                  <m:e>
                                    <m:r>
                                      <a:rPr lang="zh-TW" altLang="en-US">
                                        <a:latin typeface="Cambria Math" panose="02040503050406030204" pitchFamily="18" charset="0"/>
                                      </a:rPr>
                                      <m:t>𝑥</m:t>
                                    </m:r>
                                  </m:e>
                                  <m:sub>
                                    <m:r>
                                      <a:rPr lang="zh-TW" altLang="en-US">
                                        <a:latin typeface="Cambria Math" panose="02040503050406030204" pitchFamily="18" charset="0"/>
                                      </a:rPr>
                                      <m:t>𝑖</m:t>
                                    </m:r>
                                  </m:sub>
                                </m:sSub>
                                <m:r>
                                  <a:rPr lang="zh-TW" altLang="en-US">
                                    <a:latin typeface="Cambria Math" panose="02040503050406030204" pitchFamily="18" charset="0"/>
                                  </a:rPr>
                                  <m:t>+</m:t>
                                </m:r>
                                <m:r>
                                  <a:rPr lang="zh-TW" altLang="en-US">
                                    <a:latin typeface="Cambria Math" panose="02040503050406030204" pitchFamily="18" charset="0"/>
                                  </a:rPr>
                                  <m:t>𝑏</m:t>
                                </m:r>
                              </m:e>
                            </m:d>
                          </m:e>
                        </m:d>
                      </m:e>
                    </m:nary>
                  </m:oMath>
                </a14:m>
                <a:endParaRPr lang="en-US" altLang="zh-TW" dirty="0"/>
              </a:p>
              <a:p>
                <a:pPr lvl="1"/>
                <a:r>
                  <a:rPr lang="zh-TW" altLang="en-US" dirty="0"/>
                  <a:t>這是「懲罰項（</a:t>
                </a:r>
                <a:r>
                  <a:rPr lang="en-US" altLang="zh-TW" dirty="0"/>
                  <a:t>hinge loss term</a:t>
                </a:r>
                <a:r>
                  <a:rPr lang="zh-TW" altLang="en-US" dirty="0"/>
                  <a:t>）」</a:t>
                </a:r>
                <a:endParaRPr lang="en-US" altLang="zh-TW" dirty="0"/>
              </a:p>
              <a:p>
                <a:pPr lvl="1"/>
                <a:r>
                  <a:rPr lang="zh-TW" altLang="en-US" dirty="0"/>
                  <a:t>每個樣本如果滿足 </a:t>
                </a:r>
                <a14:m>
                  <m:oMath xmlns:m="http://schemas.openxmlformats.org/officeDocument/2006/math">
                    <m:m>
                      <m:mPr>
                        <m:plcHide m:val="on"/>
                        <m:mcs>
                          <m:mc>
                            <m:mcPr>
                              <m:count m:val="1"/>
                              <m:mcJc m:val="center"/>
                            </m:mcPr>
                          </m:mc>
                        </m:mcs>
                        <m:ctrlPr>
                          <a:rPr lang="zh-TW" altLang="en-US" i="1" smtClean="0">
                            <a:latin typeface="Cambria Math" panose="02040503050406030204" pitchFamily="18" charset="0"/>
                          </a:rPr>
                        </m:ctrlPr>
                      </m:mPr>
                      <m:mr>
                        <m:e>
                          <m:sSub>
                            <m:sSubPr>
                              <m:ctrlPr>
                                <a:rPr lang="zh-TW" altLang="en-US" i="1">
                                  <a:latin typeface="Cambria Math" panose="02040503050406030204" pitchFamily="18" charset="0"/>
                                </a:rPr>
                              </m:ctrlPr>
                            </m:sSubPr>
                            <m:e>
                              <m:r>
                                <a:rPr lang="zh-TW" altLang="en-US">
                                  <a:latin typeface="Cambria Math" panose="02040503050406030204" pitchFamily="18" charset="0"/>
                                </a:rPr>
                                <m:t>𝑦</m:t>
                              </m:r>
                            </m:e>
                            <m:sub>
                              <m:r>
                                <a:rPr lang="zh-TW" altLang="en-US">
                                  <a:latin typeface="Cambria Math" panose="02040503050406030204" pitchFamily="18" charset="0"/>
                                </a:rPr>
                                <m:t>𝑖</m:t>
                              </m:r>
                            </m:sub>
                          </m:sSub>
                          <m:d>
                            <m:dPr>
                              <m:ctrlPr>
                                <a:rPr lang="zh-TW" altLang="en-US" i="1">
                                  <a:latin typeface="Cambria Math" panose="02040503050406030204" pitchFamily="18" charset="0"/>
                                </a:rPr>
                              </m:ctrlPr>
                            </m:dPr>
                            <m:e>
                              <m:sSubSup>
                                <m:sSubSupPr>
                                  <m:ctrlPr>
                                    <a:rPr lang="zh-TW" altLang="en-US" i="1">
                                      <a:latin typeface="Cambria Math" panose="02040503050406030204" pitchFamily="18" charset="0"/>
                                    </a:rPr>
                                  </m:ctrlPr>
                                </m:sSubSupPr>
                                <m:e>
                                  <m:r>
                                    <a:rPr lang="zh-TW" altLang="en-US">
                                      <a:latin typeface="Cambria Math" panose="02040503050406030204" pitchFamily="18" charset="0"/>
                                    </a:rPr>
                                    <m:t>𝑋</m:t>
                                  </m:r>
                                </m:e>
                                <m:sub>
                                  <m:r>
                                    <a:rPr lang="zh-TW" altLang="en-US">
                                      <a:latin typeface="Cambria Math" panose="02040503050406030204" pitchFamily="18" charset="0"/>
                                    </a:rPr>
                                    <m:t>𝑖</m:t>
                                  </m:r>
                                </m:sub>
                                <m:sup>
                                  <m:r>
                                    <a:rPr lang="zh-TW" altLang="en-US">
                                      <a:latin typeface="Cambria Math" panose="02040503050406030204" pitchFamily="18" charset="0"/>
                                    </a:rPr>
                                    <m:t>𝑇</m:t>
                                  </m:r>
                                </m:sup>
                              </m:sSubSup>
                              <m:r>
                                <a:rPr lang="zh-TW" altLang="en-US">
                                  <a:latin typeface="Cambria Math" panose="02040503050406030204" pitchFamily="18" charset="0"/>
                                </a:rPr>
                                <m:t>𝑊</m:t>
                              </m:r>
                              <m:r>
                                <a:rPr lang="zh-TW" altLang="en-US">
                                  <a:latin typeface="Cambria Math" panose="02040503050406030204" pitchFamily="18" charset="0"/>
                                </a:rPr>
                                <m:t>+</m:t>
                              </m:r>
                              <m:r>
                                <a:rPr lang="zh-TW" altLang="en-US">
                                  <a:latin typeface="Cambria Math" panose="02040503050406030204" pitchFamily="18" charset="0"/>
                                </a:rPr>
                                <m:t>𝑏</m:t>
                              </m:r>
                            </m:e>
                          </m:d>
                          <m:r>
                            <a:rPr lang="zh-TW" altLang="en-US">
                              <a:latin typeface="Cambria Math" panose="02040503050406030204" pitchFamily="18" charset="0"/>
                            </a:rPr>
                            <m:t>≥1</m:t>
                          </m:r>
                        </m:e>
                      </m:mr>
                    </m:m>
                  </m:oMath>
                </a14:m>
                <a:r>
                  <a:rPr lang="zh-TW" altLang="en-US" dirty="0"/>
                  <a:t>，代表分類正確且在邊界外，損失為</a:t>
                </a:r>
                <a:r>
                  <a:rPr lang="en-US" altLang="zh-TW" dirty="0"/>
                  <a:t>0</a:t>
                </a:r>
                <a:r>
                  <a:rPr lang="zh-TW" altLang="en-US" dirty="0"/>
                  <a:t>。</a:t>
                </a:r>
                <a:endParaRPr lang="en-US" altLang="zh-TW" dirty="0"/>
              </a:p>
              <a:p>
                <a:pPr lvl="1"/>
                <a:r>
                  <a:rPr lang="zh-TW" altLang="en-US" dirty="0"/>
                  <a:t>若小於</a:t>
                </a:r>
                <a:r>
                  <a:rPr lang="en-US" altLang="zh-TW" dirty="0"/>
                  <a:t>1</a:t>
                </a:r>
                <a:r>
                  <a:rPr lang="zh-TW" altLang="en-US" dirty="0"/>
                  <a:t>，表示分類錯誤或落在邊界內，損失就會大於</a:t>
                </a:r>
                <a:r>
                  <a:rPr lang="en-US" altLang="zh-TW" dirty="0"/>
                  <a:t>0</a:t>
                </a:r>
                <a:r>
                  <a:rPr lang="zh-TW" altLang="en-US" dirty="0"/>
                  <a:t>。</a:t>
                </a:r>
                <a:endParaRPr lang="en-US" altLang="zh-TW" dirty="0"/>
              </a:p>
              <a:p>
                <a:r>
                  <a:rPr lang="zh-TW" altLang="en-US" dirty="0"/>
                  <a:t>外層的 </a:t>
                </a:r>
                <a:r>
                  <a:rPr lang="en-US" altLang="zh-TW" dirty="0"/>
                  <a:t>C </a:t>
                </a:r>
                <a:r>
                  <a:rPr lang="zh-TW" altLang="en-US" dirty="0"/>
                  <a:t>是關鍵權重，控制「邊界最大化」與「分類錯誤懲罰」的平衡。</a:t>
                </a:r>
                <a:endParaRPr lang="en-US" altLang="zh-TW" dirty="0"/>
              </a:p>
            </p:txBody>
          </p:sp>
        </mc:Choice>
        <mc:Fallback xmlns="">
          <p:sp>
            <p:nvSpPr>
              <p:cNvPr id="8" name="內容版面配置區 7">
                <a:extLst>
                  <a:ext uri="{FF2B5EF4-FFF2-40B4-BE49-F238E27FC236}">
                    <a16:creationId xmlns:a16="http://schemas.microsoft.com/office/drawing/2014/main" id="{9DE6E4BE-B00B-979A-2341-8A5257C906D8}"/>
                  </a:ext>
                </a:extLst>
              </p:cNvPr>
              <p:cNvSpPr>
                <a:spLocks noGrp="1" noRot="1" noChangeAspect="1" noMove="1" noResize="1" noEditPoints="1" noAdjustHandles="1" noChangeArrowheads="1" noChangeShapeType="1" noTextEdit="1"/>
              </p:cNvSpPr>
              <p:nvPr>
                <p:ph idx="1"/>
              </p:nvPr>
            </p:nvSpPr>
            <p:spPr>
              <a:xfrm>
                <a:off x="1023938" y="1839496"/>
                <a:ext cx="9720262" cy="4876800"/>
              </a:xfrm>
              <a:blipFill>
                <a:blip r:embed="rId2"/>
                <a:stretch>
                  <a:fillRect l="-188" t="-20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45567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B2C344-941E-6ED1-4DB5-DD0224C4FAC0}"/>
              </a:ext>
            </a:extLst>
          </p:cNvPr>
          <p:cNvSpPr>
            <a:spLocks noGrp="1"/>
          </p:cNvSpPr>
          <p:nvPr>
            <p:ph type="title"/>
          </p:nvPr>
        </p:nvSpPr>
        <p:spPr/>
        <p:txBody>
          <a:bodyPr/>
          <a:lstStyle/>
          <a:p>
            <a:r>
              <a:rPr lang="zh-TW" altLang="en-US" dirty="0"/>
              <a:t>引入權重超參數</a:t>
            </a:r>
            <a:r>
              <a:rPr lang="en-US" altLang="zh-TW" dirty="0"/>
              <a:t>C</a:t>
            </a:r>
            <a:endParaRPr lang="zh-TW" altLang="en-US" dirty="0"/>
          </a:p>
        </p:txBody>
      </p:sp>
      <p:graphicFrame>
        <p:nvGraphicFramePr>
          <p:cNvPr id="4" name="內容版面配置區 3">
            <a:extLst>
              <a:ext uri="{FF2B5EF4-FFF2-40B4-BE49-F238E27FC236}">
                <a16:creationId xmlns:a16="http://schemas.microsoft.com/office/drawing/2014/main" id="{65749605-E584-52AB-37D0-84BFEA8182D9}"/>
              </a:ext>
            </a:extLst>
          </p:cNvPr>
          <p:cNvGraphicFramePr>
            <a:graphicFrameLocks noGrp="1"/>
          </p:cNvGraphicFramePr>
          <p:nvPr>
            <p:ph idx="1"/>
            <p:extLst>
              <p:ext uri="{D42A27DB-BD31-4B8C-83A1-F6EECF244321}">
                <p14:modId xmlns:p14="http://schemas.microsoft.com/office/powerpoint/2010/main" val="2169238085"/>
              </p:ext>
            </p:extLst>
          </p:nvPr>
        </p:nvGraphicFramePr>
        <p:xfrm>
          <a:off x="949075" y="3382211"/>
          <a:ext cx="10398041" cy="1301760"/>
        </p:xfrm>
        <a:graphic>
          <a:graphicData uri="http://schemas.openxmlformats.org/drawingml/2006/table">
            <a:tbl>
              <a:tblPr>
                <a:tableStyleId>{5940675A-B579-460E-94D1-54222C63F5DA}</a:tableStyleId>
              </a:tblPr>
              <a:tblGrid>
                <a:gridCol w="719303">
                  <a:extLst>
                    <a:ext uri="{9D8B030D-6E8A-4147-A177-3AD203B41FA5}">
                      <a16:colId xmlns:a16="http://schemas.microsoft.com/office/drawing/2014/main" val="2913031924"/>
                    </a:ext>
                  </a:extLst>
                </a:gridCol>
                <a:gridCol w="2502569">
                  <a:extLst>
                    <a:ext uri="{9D8B030D-6E8A-4147-A177-3AD203B41FA5}">
                      <a16:colId xmlns:a16="http://schemas.microsoft.com/office/drawing/2014/main" val="2373261543"/>
                    </a:ext>
                  </a:extLst>
                </a:gridCol>
                <a:gridCol w="2566736">
                  <a:extLst>
                    <a:ext uri="{9D8B030D-6E8A-4147-A177-3AD203B41FA5}">
                      <a16:colId xmlns:a16="http://schemas.microsoft.com/office/drawing/2014/main" val="1652175807"/>
                    </a:ext>
                  </a:extLst>
                </a:gridCol>
                <a:gridCol w="4609433">
                  <a:extLst>
                    <a:ext uri="{9D8B030D-6E8A-4147-A177-3AD203B41FA5}">
                      <a16:colId xmlns:a16="http://schemas.microsoft.com/office/drawing/2014/main" val="1978146553"/>
                    </a:ext>
                  </a:extLst>
                </a:gridCol>
              </a:tblGrid>
              <a:tr h="365760">
                <a:tc>
                  <a:txBody>
                    <a:bodyPr/>
                    <a:lstStyle/>
                    <a:p>
                      <a:r>
                        <a:rPr lang="en-US" sz="1800" dirty="0"/>
                        <a:t>C </a:t>
                      </a:r>
                      <a:r>
                        <a:rPr lang="zh-TW" altLang="en-US" sz="1800" dirty="0"/>
                        <a:t>值</a:t>
                      </a:r>
                    </a:p>
                  </a:txBody>
                  <a:tcPr anchor="ctr"/>
                </a:tc>
                <a:tc>
                  <a:txBody>
                    <a:bodyPr/>
                    <a:lstStyle/>
                    <a:p>
                      <a:r>
                        <a:rPr lang="zh-TW" altLang="en-US" sz="1800" dirty="0"/>
                        <a:t>意義</a:t>
                      </a:r>
                    </a:p>
                  </a:txBody>
                  <a:tcPr anchor="ctr"/>
                </a:tc>
                <a:tc>
                  <a:txBody>
                    <a:bodyPr/>
                    <a:lstStyle/>
                    <a:p>
                      <a:r>
                        <a:rPr lang="zh-TW" altLang="en-US" sz="1800"/>
                        <a:t>模型傾向</a:t>
                      </a:r>
                    </a:p>
                  </a:txBody>
                  <a:tcPr anchor="ctr"/>
                </a:tc>
                <a:tc>
                  <a:txBody>
                    <a:bodyPr/>
                    <a:lstStyle/>
                    <a:p>
                      <a:r>
                        <a:rPr lang="zh-TW" altLang="en-US" sz="1800"/>
                        <a:t>效果</a:t>
                      </a:r>
                    </a:p>
                  </a:txBody>
                  <a:tcPr anchor="ctr"/>
                </a:tc>
                <a:extLst>
                  <a:ext uri="{0D108BD9-81ED-4DB2-BD59-A6C34878D82A}">
                    <a16:rowId xmlns:a16="http://schemas.microsoft.com/office/drawing/2014/main" val="329928067"/>
                  </a:ext>
                </a:extLst>
              </a:tr>
              <a:tr h="468000">
                <a:tc>
                  <a:txBody>
                    <a:bodyPr/>
                    <a:lstStyle/>
                    <a:p>
                      <a:r>
                        <a:rPr lang="en-US" sz="1800" b="1" dirty="0"/>
                        <a:t>C </a:t>
                      </a:r>
                      <a:r>
                        <a:rPr lang="zh-TW" altLang="en-US" sz="1800" b="1" dirty="0"/>
                        <a:t>大</a:t>
                      </a:r>
                      <a:endParaRPr lang="zh-TW" altLang="en-US" sz="1800" dirty="0"/>
                    </a:p>
                  </a:txBody>
                  <a:tcPr anchor="ctr"/>
                </a:tc>
                <a:tc>
                  <a:txBody>
                    <a:bodyPr/>
                    <a:lstStyle/>
                    <a:p>
                      <a:r>
                        <a:rPr lang="zh-TW" altLang="en-US" sz="1800"/>
                        <a:t>對分類錯誤的懲罰很大</a:t>
                      </a:r>
                    </a:p>
                  </a:txBody>
                  <a:tcPr anchor="ctr"/>
                </a:tc>
                <a:tc>
                  <a:txBody>
                    <a:bodyPr/>
                    <a:lstStyle/>
                    <a:p>
                      <a:r>
                        <a:rPr lang="zh-TW" altLang="en-US" sz="1800" b="1"/>
                        <a:t>追求訓練正確率</a:t>
                      </a:r>
                      <a:endParaRPr lang="zh-TW" altLang="en-US" sz="1800"/>
                    </a:p>
                  </a:txBody>
                  <a:tcPr anchor="ctr"/>
                </a:tc>
                <a:tc>
                  <a:txBody>
                    <a:bodyPr/>
                    <a:lstStyle/>
                    <a:p>
                      <a:r>
                        <a:rPr lang="zh-TW" altLang="en-US" sz="1800"/>
                        <a:t>邊界變窄、過擬合風險高</a:t>
                      </a:r>
                    </a:p>
                  </a:txBody>
                  <a:tcPr anchor="ctr"/>
                </a:tc>
                <a:extLst>
                  <a:ext uri="{0D108BD9-81ED-4DB2-BD59-A6C34878D82A}">
                    <a16:rowId xmlns:a16="http://schemas.microsoft.com/office/drawing/2014/main" val="1602196487"/>
                  </a:ext>
                </a:extLst>
              </a:tr>
              <a:tr h="468000">
                <a:tc>
                  <a:txBody>
                    <a:bodyPr/>
                    <a:lstStyle/>
                    <a:p>
                      <a:r>
                        <a:rPr lang="en-US" sz="1800" b="1"/>
                        <a:t>C </a:t>
                      </a:r>
                      <a:r>
                        <a:rPr lang="zh-TW" altLang="en-US" sz="1800" b="1"/>
                        <a:t>小</a:t>
                      </a:r>
                      <a:endParaRPr lang="zh-TW" altLang="en-US" sz="1800"/>
                    </a:p>
                  </a:txBody>
                  <a:tcPr anchor="ctr"/>
                </a:tc>
                <a:tc>
                  <a:txBody>
                    <a:bodyPr/>
                    <a:lstStyle/>
                    <a:p>
                      <a:r>
                        <a:rPr lang="zh-TW" altLang="en-US" sz="1800" dirty="0"/>
                        <a:t>對分類錯誤較寬容</a:t>
                      </a:r>
                    </a:p>
                  </a:txBody>
                  <a:tcPr anchor="ctr"/>
                </a:tc>
                <a:tc>
                  <a:txBody>
                    <a:bodyPr/>
                    <a:lstStyle/>
                    <a:p>
                      <a:r>
                        <a:rPr lang="zh-TW" altLang="en-US" sz="1800" b="1"/>
                        <a:t>追求邊界平滑與泛化性</a:t>
                      </a:r>
                      <a:endParaRPr lang="zh-TW" altLang="en-US" sz="1800"/>
                    </a:p>
                  </a:txBody>
                  <a:tcPr anchor="ctr"/>
                </a:tc>
                <a:tc>
                  <a:txBody>
                    <a:bodyPr/>
                    <a:lstStyle/>
                    <a:p>
                      <a:r>
                        <a:rPr lang="zh-TW" altLang="en-US" sz="1800" dirty="0"/>
                        <a:t>邊界變寬、訓練誤差可能上升但泛化能力好</a:t>
                      </a:r>
                    </a:p>
                  </a:txBody>
                  <a:tcPr anchor="ctr"/>
                </a:tc>
                <a:extLst>
                  <a:ext uri="{0D108BD9-81ED-4DB2-BD59-A6C34878D82A}">
                    <a16:rowId xmlns:a16="http://schemas.microsoft.com/office/drawing/2014/main" val="2053206129"/>
                  </a:ext>
                </a:extLst>
              </a:tr>
            </a:tbl>
          </a:graphicData>
        </a:graphic>
      </p:graphicFrame>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ECA8DD50-C88C-670E-606D-95B21A3C630F}"/>
                  </a:ext>
                </a:extLst>
              </p:cNvPr>
              <p:cNvSpPr txBox="1"/>
              <p:nvPr/>
            </p:nvSpPr>
            <p:spPr>
              <a:xfrm>
                <a:off x="2009827" y="2009967"/>
                <a:ext cx="7834043" cy="11005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𝐽</m:t>
                      </m:r>
                      <m:d>
                        <m:dPr>
                          <m:sepChr m:val=","/>
                          <m:ctrlPr>
                            <a:rPr lang="zh-TW" altLang="en-US" sz="2400" i="1">
                              <a:latin typeface="Cambria Math" panose="02040503050406030204" pitchFamily="18" charset="0"/>
                            </a:rPr>
                          </m:ctrlPr>
                        </m:dPr>
                        <m:e>
                          <m:r>
                            <a:rPr lang="zh-TW" altLang="en-US" sz="2400" i="1">
                              <a:latin typeface="Cambria Math" panose="02040503050406030204" pitchFamily="18" charset="0"/>
                            </a:rPr>
                            <m:t>𝑤</m:t>
                          </m:r>
                        </m:e>
                        <m:e>
                          <m:r>
                            <a:rPr lang="zh-TW" altLang="en-US" sz="2400" i="1">
                              <a:latin typeface="Cambria Math" panose="02040503050406030204" pitchFamily="18" charset="0"/>
                            </a:rPr>
                            <m:t>𝑏</m:t>
                          </m:r>
                        </m:e>
                      </m:d>
                      <m:r>
                        <a:rPr lang="zh-TW" altLang="en-US" sz="2400" i="0">
                          <a:latin typeface="Cambria Math" panose="02040503050406030204" pitchFamily="18" charset="0"/>
                        </a:rPr>
                        <m:t>=</m:t>
                      </m:r>
                      <m:f>
                        <m:fPr>
                          <m:ctrlPr>
                            <a:rPr lang="zh-TW" altLang="en-US" sz="2400" i="1" smtClean="0">
                              <a:solidFill>
                                <a:schemeClr val="tx1"/>
                              </a:solidFill>
                              <a:latin typeface="Cambria Math" panose="02040503050406030204" pitchFamily="18" charset="0"/>
                            </a:rPr>
                          </m:ctrlPr>
                        </m:fPr>
                        <m:num>
                          <m:r>
                            <a:rPr lang="zh-TW" altLang="en-US" sz="2400" i="0">
                              <a:solidFill>
                                <a:schemeClr val="tx1"/>
                              </a:solidFill>
                              <a:latin typeface="Cambria Math" panose="02040503050406030204" pitchFamily="18" charset="0"/>
                            </a:rPr>
                            <m:t>1</m:t>
                          </m:r>
                        </m:num>
                        <m:den>
                          <m:r>
                            <a:rPr lang="zh-TW" altLang="en-US" sz="2400" i="0">
                              <a:solidFill>
                                <a:schemeClr val="tx1"/>
                              </a:solidFill>
                              <a:latin typeface="Cambria Math" panose="02040503050406030204" pitchFamily="18" charset="0"/>
                            </a:rPr>
                            <m:t>2</m:t>
                          </m:r>
                        </m:den>
                      </m:f>
                      <m:sSup>
                        <m:sSupPr>
                          <m:ctrlPr>
                            <a:rPr lang="zh-TW" altLang="en-US" sz="2400" i="1">
                              <a:solidFill>
                                <a:schemeClr val="tx1"/>
                              </a:solidFill>
                              <a:latin typeface="Cambria Math" panose="02040503050406030204" pitchFamily="18" charset="0"/>
                            </a:rPr>
                          </m:ctrlPr>
                        </m:sSupPr>
                        <m:e>
                          <m:d>
                            <m:dPr>
                              <m:begChr m:val="‖"/>
                              <m:endChr m:val="‖"/>
                              <m:ctrlPr>
                                <a:rPr lang="en-US" altLang="zh-TW" sz="2400" i="1">
                                  <a:solidFill>
                                    <a:schemeClr val="tx1"/>
                                  </a:solidFill>
                                  <a:latin typeface="Cambria Math" panose="02040503050406030204" pitchFamily="18" charset="0"/>
                                </a:rPr>
                              </m:ctrlPr>
                            </m:dPr>
                            <m:e>
                              <m:r>
                                <a:rPr lang="en-US" altLang="zh-TW" sz="2400" i="1">
                                  <a:solidFill>
                                    <a:schemeClr val="tx1"/>
                                  </a:solidFill>
                                  <a:latin typeface="Cambria Math" panose="02040503050406030204" pitchFamily="18" charset="0"/>
                                </a:rPr>
                                <m:t>𝑤</m:t>
                              </m:r>
                            </m:e>
                          </m:d>
                        </m:e>
                        <m:sup>
                          <m:r>
                            <a:rPr lang="zh-TW" altLang="en-US" sz="2400">
                              <a:solidFill>
                                <a:schemeClr val="tx1"/>
                              </a:solidFill>
                              <a:latin typeface="Cambria Math" panose="02040503050406030204" pitchFamily="18" charset="0"/>
                            </a:rPr>
                            <m:t>2</m:t>
                          </m:r>
                        </m:sup>
                      </m:sSup>
                      <m:r>
                        <a:rPr lang="zh-TW" altLang="en-US" sz="2400">
                          <a:solidFill>
                            <a:schemeClr val="tx1"/>
                          </a:solidFill>
                          <a:latin typeface="Cambria Math" panose="02040503050406030204" pitchFamily="18" charset="0"/>
                        </a:rPr>
                        <m:t>+</m:t>
                      </m:r>
                      <m:r>
                        <a:rPr lang="zh-TW" altLang="en-US" sz="2400" i="1">
                          <a:solidFill>
                            <a:schemeClr val="tx1"/>
                          </a:solidFill>
                          <a:latin typeface="Cambria Math" panose="02040503050406030204" pitchFamily="18" charset="0"/>
                        </a:rPr>
                        <m:t>𝐶</m:t>
                      </m:r>
                      <m:nary>
                        <m:naryPr>
                          <m:chr m:val="∑"/>
                          <m:limLoc m:val="undOvr"/>
                          <m:grow m:val="on"/>
                          <m:ctrlPr>
                            <a:rPr lang="zh-TW" altLang="en-US" sz="2400" i="1">
                              <a:solidFill>
                                <a:schemeClr val="tx1"/>
                              </a:solidFill>
                              <a:latin typeface="Cambria Math" panose="02040503050406030204" pitchFamily="18" charset="0"/>
                            </a:rPr>
                          </m:ctrlPr>
                        </m:naryPr>
                        <m:sub>
                          <m:r>
                            <a:rPr lang="zh-TW" altLang="en-US" sz="2400" i="1">
                              <a:solidFill>
                                <a:schemeClr val="tx1"/>
                              </a:solidFill>
                              <a:latin typeface="Cambria Math" panose="02040503050406030204" pitchFamily="18" charset="0"/>
                            </a:rPr>
                            <m:t>𝑖</m:t>
                          </m:r>
                          <m:r>
                            <a:rPr lang="zh-TW" altLang="en-US" sz="2400">
                              <a:solidFill>
                                <a:schemeClr val="tx1"/>
                              </a:solidFill>
                              <a:latin typeface="Cambria Math" panose="02040503050406030204" pitchFamily="18" charset="0"/>
                            </a:rPr>
                            <m:t>=1</m:t>
                          </m:r>
                        </m:sub>
                        <m:sup>
                          <m:r>
                            <a:rPr lang="zh-TW" altLang="en-US" sz="2400" i="1">
                              <a:solidFill>
                                <a:schemeClr val="tx1"/>
                              </a:solidFill>
                              <a:latin typeface="Cambria Math" panose="02040503050406030204" pitchFamily="18" charset="0"/>
                            </a:rPr>
                            <m:t>𝑛</m:t>
                          </m:r>
                        </m:sup>
                        <m:e>
                          <m:r>
                            <a:rPr lang="zh-TW" altLang="en-US" sz="2400" i="1">
                              <a:solidFill>
                                <a:schemeClr val="tx1"/>
                              </a:solidFill>
                              <a:latin typeface="Cambria Math" panose="02040503050406030204" pitchFamily="18" charset="0"/>
                            </a:rPr>
                            <m:t>𝑚𝑎𝑥</m:t>
                          </m:r>
                          <m:d>
                            <m:dPr>
                              <m:ctrlPr>
                                <a:rPr lang="zh-TW" altLang="en-US" sz="2400" i="1">
                                  <a:solidFill>
                                    <a:schemeClr val="tx1"/>
                                  </a:solidFill>
                                  <a:latin typeface="Cambria Math" panose="02040503050406030204" pitchFamily="18" charset="0"/>
                                </a:rPr>
                              </m:ctrlPr>
                            </m:dPr>
                            <m:e>
                              <m:r>
                                <a:rPr lang="zh-TW" altLang="en-US" sz="2400">
                                  <a:solidFill>
                                    <a:schemeClr val="tx1"/>
                                  </a:solidFill>
                                  <a:latin typeface="Cambria Math" panose="02040503050406030204" pitchFamily="18" charset="0"/>
                                </a:rPr>
                                <m:t>0,1−</m:t>
                              </m:r>
                              <m:sSub>
                                <m:sSubPr>
                                  <m:ctrlPr>
                                    <a:rPr lang="zh-TW" altLang="en-US" sz="2400" i="1">
                                      <a:solidFill>
                                        <a:schemeClr val="tx1"/>
                                      </a:solidFill>
                                      <a:latin typeface="Cambria Math" panose="02040503050406030204" pitchFamily="18" charset="0"/>
                                    </a:rPr>
                                  </m:ctrlPr>
                                </m:sSubPr>
                                <m:e>
                                  <m:r>
                                    <a:rPr lang="zh-TW" altLang="en-US" sz="2400" i="1">
                                      <a:solidFill>
                                        <a:schemeClr val="tx1"/>
                                      </a:solidFill>
                                      <a:latin typeface="Cambria Math" panose="02040503050406030204" pitchFamily="18" charset="0"/>
                                    </a:rPr>
                                    <m:t>𝑦</m:t>
                                  </m:r>
                                </m:e>
                                <m:sub>
                                  <m:r>
                                    <a:rPr lang="zh-TW" altLang="en-US" sz="2400" i="1">
                                      <a:solidFill>
                                        <a:schemeClr val="tx1"/>
                                      </a:solidFill>
                                      <a:latin typeface="Cambria Math" panose="02040503050406030204" pitchFamily="18" charset="0"/>
                                    </a:rPr>
                                    <m:t>𝑖</m:t>
                                  </m:r>
                                </m:sub>
                              </m:sSub>
                              <m:d>
                                <m:dPr>
                                  <m:ctrlPr>
                                    <a:rPr lang="zh-TW" altLang="en-US" sz="2400" i="1">
                                      <a:solidFill>
                                        <a:schemeClr val="tx1"/>
                                      </a:solidFill>
                                      <a:latin typeface="Cambria Math" panose="02040503050406030204" pitchFamily="18" charset="0"/>
                                    </a:rPr>
                                  </m:ctrlPr>
                                </m:dPr>
                                <m:e>
                                  <m:sSup>
                                    <m:sSupPr>
                                      <m:ctrlPr>
                                        <a:rPr lang="zh-TW" altLang="en-US" sz="2400" i="1">
                                          <a:solidFill>
                                            <a:schemeClr val="tx1"/>
                                          </a:solidFill>
                                          <a:latin typeface="Cambria Math" panose="02040503050406030204" pitchFamily="18" charset="0"/>
                                        </a:rPr>
                                      </m:ctrlPr>
                                    </m:sSupPr>
                                    <m:e>
                                      <m:r>
                                        <a:rPr lang="zh-TW" altLang="en-US" sz="2400" i="1">
                                          <a:solidFill>
                                            <a:schemeClr val="tx1"/>
                                          </a:solidFill>
                                          <a:latin typeface="Cambria Math" panose="02040503050406030204" pitchFamily="18" charset="0"/>
                                        </a:rPr>
                                        <m:t>𝑤</m:t>
                                      </m:r>
                                    </m:e>
                                    <m:sup>
                                      <m:r>
                                        <a:rPr lang="zh-TW" altLang="en-US" sz="2400" i="1">
                                          <a:solidFill>
                                            <a:schemeClr val="tx1"/>
                                          </a:solidFill>
                                          <a:latin typeface="Cambria Math" panose="02040503050406030204" pitchFamily="18" charset="0"/>
                                        </a:rPr>
                                        <m:t>𝑇</m:t>
                                      </m:r>
                                    </m:sup>
                                  </m:sSup>
                                  <m:sSub>
                                    <m:sSubPr>
                                      <m:ctrlPr>
                                        <a:rPr lang="zh-TW" altLang="en-US" sz="2400" i="1">
                                          <a:solidFill>
                                            <a:schemeClr val="tx1"/>
                                          </a:solidFill>
                                          <a:latin typeface="Cambria Math" panose="02040503050406030204" pitchFamily="18" charset="0"/>
                                        </a:rPr>
                                      </m:ctrlPr>
                                    </m:sSubPr>
                                    <m:e>
                                      <m:r>
                                        <a:rPr lang="zh-TW" altLang="en-US" sz="2400" i="1">
                                          <a:solidFill>
                                            <a:schemeClr val="tx1"/>
                                          </a:solidFill>
                                          <a:latin typeface="Cambria Math" panose="02040503050406030204" pitchFamily="18" charset="0"/>
                                        </a:rPr>
                                        <m:t>𝑥</m:t>
                                      </m:r>
                                    </m:e>
                                    <m:sub>
                                      <m:r>
                                        <a:rPr lang="zh-TW" altLang="en-US" sz="2400" i="1">
                                          <a:solidFill>
                                            <a:schemeClr val="tx1"/>
                                          </a:solidFill>
                                          <a:latin typeface="Cambria Math" panose="02040503050406030204" pitchFamily="18" charset="0"/>
                                        </a:rPr>
                                        <m:t>𝑖</m:t>
                                      </m:r>
                                    </m:sub>
                                  </m:sSub>
                                  <m:r>
                                    <a:rPr lang="zh-TW" altLang="en-US" sz="2400">
                                      <a:solidFill>
                                        <a:schemeClr val="tx1"/>
                                      </a:solidFill>
                                      <a:latin typeface="Cambria Math" panose="02040503050406030204" pitchFamily="18" charset="0"/>
                                    </a:rPr>
                                    <m:t>+</m:t>
                                  </m:r>
                                  <m:r>
                                    <a:rPr lang="zh-TW" altLang="en-US" sz="2400" i="1">
                                      <a:solidFill>
                                        <a:schemeClr val="tx1"/>
                                      </a:solidFill>
                                      <a:latin typeface="Cambria Math" panose="02040503050406030204" pitchFamily="18" charset="0"/>
                                    </a:rPr>
                                    <m:t>𝑏</m:t>
                                  </m:r>
                                </m:e>
                              </m:d>
                            </m:e>
                          </m:d>
                        </m:e>
                      </m:nary>
                    </m:oMath>
                  </m:oMathPara>
                </a14:m>
                <a:endParaRPr lang="zh-TW" altLang="en-US" sz="2400" dirty="0"/>
              </a:p>
            </p:txBody>
          </p:sp>
        </mc:Choice>
        <mc:Fallback xmlns="">
          <p:sp>
            <p:nvSpPr>
              <p:cNvPr id="5" name="文字方塊 4">
                <a:extLst>
                  <a:ext uri="{FF2B5EF4-FFF2-40B4-BE49-F238E27FC236}">
                    <a16:creationId xmlns:a16="http://schemas.microsoft.com/office/drawing/2014/main" id="{ECA8DD50-C88C-670E-606D-95B21A3C630F}"/>
                  </a:ext>
                </a:extLst>
              </p:cNvPr>
              <p:cNvSpPr txBox="1">
                <a:spLocks noRot="1" noChangeAspect="1" noMove="1" noResize="1" noEditPoints="1" noAdjustHandles="1" noChangeArrowheads="1" noChangeShapeType="1" noTextEdit="1"/>
              </p:cNvSpPr>
              <p:nvPr/>
            </p:nvSpPr>
            <p:spPr>
              <a:xfrm>
                <a:off x="2009827" y="2009967"/>
                <a:ext cx="7834043" cy="1100558"/>
              </a:xfrm>
              <a:prstGeom prst="rect">
                <a:avLst/>
              </a:prstGeom>
              <a:blipFill>
                <a:blip r:embed="rId2"/>
                <a:stretch>
                  <a:fillRect/>
                </a:stretch>
              </a:blipFill>
            </p:spPr>
            <p:txBody>
              <a:bodyPr/>
              <a:lstStyle/>
              <a:p>
                <a:r>
                  <a:rPr lang="zh-TW" altLang="en-US">
                    <a:noFill/>
                  </a:rPr>
                  <a:t> </a:t>
                </a:r>
              </a:p>
            </p:txBody>
          </p:sp>
        </mc:Fallback>
      </mc:AlternateContent>
      <p:sp>
        <p:nvSpPr>
          <p:cNvPr id="9" name="文字方塊 8">
            <a:extLst>
              <a:ext uri="{FF2B5EF4-FFF2-40B4-BE49-F238E27FC236}">
                <a16:creationId xmlns:a16="http://schemas.microsoft.com/office/drawing/2014/main" id="{C1AD2887-2D58-73B8-73BD-7D7E57CA63F3}"/>
              </a:ext>
            </a:extLst>
          </p:cNvPr>
          <p:cNvSpPr txBox="1"/>
          <p:nvPr/>
        </p:nvSpPr>
        <p:spPr>
          <a:xfrm>
            <a:off x="796756" y="4781465"/>
            <a:ext cx="10299033" cy="1477328"/>
          </a:xfrm>
          <a:prstGeom prst="rect">
            <a:avLst/>
          </a:prstGeom>
          <a:noFill/>
        </p:spPr>
        <p:txBody>
          <a:bodyPr wrap="square">
            <a:spAutoFit/>
          </a:bodyPr>
          <a:lstStyle/>
          <a:p>
            <a:pPr marL="128016" lvl="1" indent="0">
              <a:buNone/>
            </a:pPr>
            <a:r>
              <a:rPr kumimoji="1" lang="zh-TW" altLang="en-US" dirty="0"/>
              <a:t>若訓練資料含噪音（</a:t>
            </a:r>
            <a:r>
              <a:rPr kumimoji="1" lang="en-US" altLang="zh-TW" dirty="0"/>
              <a:t>noise</a:t>
            </a:r>
            <a:r>
              <a:rPr kumimoji="1" lang="zh-TW" altLang="en-US" dirty="0"/>
              <a:t>）或有重疊類別，應選較小的 </a:t>
            </a:r>
            <a:r>
              <a:rPr kumimoji="1" lang="en-US" altLang="zh-TW" dirty="0"/>
              <a:t>C</a:t>
            </a:r>
            <a:r>
              <a:rPr kumimoji="1" lang="zh-TW" altLang="en-US" dirty="0"/>
              <a:t>。</a:t>
            </a:r>
            <a:endParaRPr kumimoji="1" lang="en-US" altLang="zh-TW" dirty="0"/>
          </a:p>
          <a:p>
            <a:pPr marL="128016" lvl="1" indent="0">
              <a:buNone/>
            </a:pPr>
            <a:r>
              <a:rPr kumimoji="1" lang="zh-TW" altLang="en-US" dirty="0"/>
              <a:t>若資料乾淨且可完美分割，可使用較大的 </a:t>
            </a:r>
            <a:r>
              <a:rPr kumimoji="1" lang="en-US" altLang="zh-TW" dirty="0"/>
              <a:t>C </a:t>
            </a:r>
            <a:r>
              <a:rPr kumimoji="1" lang="zh-TW" altLang="en-US" dirty="0"/>
              <a:t>以提高分類精度。</a:t>
            </a:r>
            <a:endParaRPr kumimoji="1" lang="en-US" altLang="zh-TW" dirty="0"/>
          </a:p>
          <a:p>
            <a:pPr marL="128016" lvl="1" indent="0">
              <a:buNone/>
            </a:pPr>
            <a:r>
              <a:rPr kumimoji="1" lang="zh-TW" altLang="en-US" dirty="0"/>
              <a:t>通常可用 交叉驗證 </a:t>
            </a:r>
            <a:r>
              <a:rPr kumimoji="1" lang="en-US" altLang="zh-TW" dirty="0"/>
              <a:t>(cross-validation) </a:t>
            </a:r>
            <a:r>
              <a:rPr kumimoji="1" lang="zh-TW" altLang="en-US" dirty="0"/>
              <a:t>來自動調整最佳 </a:t>
            </a:r>
            <a:r>
              <a:rPr kumimoji="1" lang="en-US" altLang="zh-TW" dirty="0"/>
              <a:t>C</a:t>
            </a:r>
            <a:r>
              <a:rPr kumimoji="1" lang="zh-TW" altLang="en-US" dirty="0"/>
              <a:t>。</a:t>
            </a:r>
            <a:endParaRPr kumimoji="1" lang="en" altLang="zh-TW" dirty="0"/>
          </a:p>
          <a:p>
            <a:pPr marL="128016" lvl="1" indent="0">
              <a:buNone/>
            </a:pPr>
            <a:endParaRPr kumimoji="1" lang="en" altLang="zh-TW" dirty="0"/>
          </a:p>
          <a:p>
            <a:pPr marL="128016" lvl="1" indent="0">
              <a:buNone/>
            </a:pPr>
            <a:r>
              <a:rPr kumimoji="1" lang="en" altLang="zh-TW" dirty="0"/>
              <a:t>C</a:t>
            </a:r>
            <a:r>
              <a:rPr kumimoji="1" lang="zh-TW" altLang="en-US" dirty="0"/>
              <a:t>的倒數可以被視為正則化參數。小</a:t>
            </a:r>
            <a:r>
              <a:rPr kumimoji="1" lang="en" altLang="zh-TW" dirty="0"/>
              <a:t>C</a:t>
            </a:r>
            <a:r>
              <a:rPr kumimoji="1" lang="zh-TW" altLang="en-US" dirty="0"/>
              <a:t>值相當於強正則化，大</a:t>
            </a:r>
            <a:r>
              <a:rPr kumimoji="1" lang="en" altLang="zh-TW" dirty="0"/>
              <a:t>C</a:t>
            </a:r>
            <a:r>
              <a:rPr kumimoji="1" lang="zh-TW" altLang="en-US" dirty="0"/>
              <a:t>值相當於弱正則化</a:t>
            </a:r>
          </a:p>
        </p:txBody>
      </p:sp>
    </p:spTree>
    <p:extLst>
      <p:ext uri="{BB962C8B-B14F-4D97-AF65-F5344CB8AC3E}">
        <p14:creationId xmlns:p14="http://schemas.microsoft.com/office/powerpoint/2010/main" val="32283131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2A3E59-90F6-B6C4-10F4-E3809A763D13}"/>
              </a:ext>
            </a:extLst>
          </p:cNvPr>
          <p:cNvSpPr>
            <a:spLocks noGrp="1"/>
          </p:cNvSpPr>
          <p:nvPr>
            <p:ph type="title"/>
          </p:nvPr>
        </p:nvSpPr>
        <p:spPr/>
        <p:txBody>
          <a:bodyPr/>
          <a:lstStyle/>
          <a:p>
            <a:r>
              <a:rPr lang="zh-TW" altLang="en-US" dirty="0"/>
              <a:t>引入權重超參數</a:t>
            </a:r>
            <a:r>
              <a:rPr lang="en-US" altLang="zh-TW" dirty="0"/>
              <a:t>C</a:t>
            </a:r>
            <a:endParaRPr lang="zh-TW" altLang="en-US" dirty="0"/>
          </a:p>
        </p:txBody>
      </p:sp>
      <mc:AlternateContent xmlns:mc="http://schemas.openxmlformats.org/markup-compatibility/2006" xmlns:a14="http://schemas.microsoft.com/office/drawing/2010/main">
        <mc:Choice Requires="a14">
          <p:sp>
            <p:nvSpPr>
              <p:cNvPr id="11" name="內容版面配置區 10">
                <a:extLst>
                  <a:ext uri="{FF2B5EF4-FFF2-40B4-BE49-F238E27FC236}">
                    <a16:creationId xmlns:a16="http://schemas.microsoft.com/office/drawing/2014/main" id="{6BA96B54-9E23-3EC7-4292-ADD8B1E54ED4}"/>
                  </a:ext>
                </a:extLst>
              </p:cNvPr>
              <p:cNvSpPr>
                <a:spLocks noGrp="1"/>
              </p:cNvSpPr>
              <p:nvPr>
                <p:ph idx="1"/>
              </p:nvPr>
            </p:nvSpPr>
            <p:spPr/>
            <p:txBody>
              <a:bodyPr>
                <a:normAutofit/>
              </a:bodyPr>
              <a:lstStyle/>
              <a:p>
                <a:pPr>
                  <a:buFont typeface="Wingdings" pitchFamily="2" charset="2"/>
                  <a:buChar char="l"/>
                </a:pPr>
                <a:r>
                  <a:rPr lang="zh-TW" altLang="en-US" sz="2000" dirty="0">
                    <a:latin typeface="Microsoft JhengHei" panose="020B0604030504040204" pitchFamily="34" charset="-120"/>
                    <a:ea typeface="Microsoft JhengHei" panose="020B0604030504040204" pitchFamily="34" charset="-120"/>
                  </a:rPr>
                  <a:t>與</a:t>
                </a:r>
                <a:r>
                  <a:rPr lang="en-US" altLang="zh-TW" sz="2000" dirty="0">
                    <a:latin typeface="Microsoft JhengHei" panose="020B0604030504040204" pitchFamily="34" charset="-120"/>
                    <a:ea typeface="Microsoft JhengHei" panose="020B0604030504040204" pitchFamily="34" charset="-120"/>
                  </a:rPr>
                  <a:t>logistic regression</a:t>
                </a:r>
                <a:r>
                  <a:rPr lang="zh-TW" altLang="en-US" sz="2000" dirty="0">
                    <a:latin typeface="Microsoft JhengHei" panose="020B0604030504040204" pitchFamily="34" charset="-120"/>
                    <a:ea typeface="Microsoft JhengHei" panose="020B0604030504040204" pitchFamily="34" charset="-120"/>
                  </a:rPr>
                  <a:t>透過</a:t>
                </a:r>
                <a:r>
                  <a:rPr lang="en-US" altLang="zh-TW" sz="2000" dirty="0">
                    <a:latin typeface="Microsoft JhengHei" panose="020B0604030504040204" pitchFamily="34" charset="-120"/>
                    <a:ea typeface="Microsoft JhengHei" panose="020B0604030504040204" pitchFamily="34" charset="-120"/>
                  </a:rPr>
                  <a:t>gradient descent</a:t>
                </a:r>
                <a:r>
                  <a:rPr lang="zh-TW" altLang="en-US" sz="2000" dirty="0">
                    <a:latin typeface="Microsoft JhengHei" panose="020B0604030504040204" pitchFamily="34" charset="-120"/>
                    <a:ea typeface="Microsoft JhengHei" panose="020B0604030504040204" pitchFamily="34" charset="-120"/>
                  </a:rPr>
                  <a:t>求解類似（有做</a:t>
                </a:r>
                <a:r>
                  <a:rPr lang="en-US" altLang="zh-TW" sz="2000" dirty="0">
                    <a:latin typeface="Microsoft JhengHei" panose="020B0604030504040204" pitchFamily="34" charset="-120"/>
                    <a:ea typeface="Microsoft JhengHei" panose="020B0604030504040204" pitchFamily="34" charset="-120"/>
                  </a:rPr>
                  <a:t>L2 </a:t>
                </a:r>
                <a:r>
                  <a:rPr lang="en-US" altLang="zh-TW" sz="2000" dirty="0" err="1">
                    <a:latin typeface="Microsoft JhengHei" panose="020B0604030504040204" pitchFamily="34" charset="-120"/>
                    <a:ea typeface="Microsoft JhengHei" panose="020B0604030504040204" pitchFamily="34" charset="-120"/>
                  </a:rPr>
                  <a:t>regulariation</a:t>
                </a:r>
                <a:r>
                  <a:rPr lang="zh-TW" altLang="en-US" sz="2000" dirty="0">
                    <a:latin typeface="Microsoft JhengHei" panose="020B0604030504040204" pitchFamily="34" charset="-120"/>
                    <a:ea typeface="Microsoft JhengHei" panose="020B0604030504040204" pitchFamily="34" charset="-120"/>
                  </a:rPr>
                  <a:t>，差別在誤差使用</a:t>
                </a:r>
                <a:r>
                  <a:rPr lang="en-US" altLang="zh-TW" sz="2000" dirty="0">
                    <a:latin typeface="Microsoft JhengHei" panose="020B0604030504040204" pitchFamily="34" charset="-120"/>
                    <a:ea typeface="Microsoft JhengHei" panose="020B0604030504040204" pitchFamily="34" charset="-120"/>
                  </a:rPr>
                  <a:t>hinge-loss</a:t>
                </a:r>
                <a:r>
                  <a:rPr lang="zh-TW" altLang="en-US" sz="2000" dirty="0">
                    <a:latin typeface="Microsoft JhengHei" panose="020B0604030504040204" pitchFamily="34" charset="-120"/>
                    <a:ea typeface="Microsoft JhengHei" panose="020B0604030504040204" pitchFamily="34" charset="-120"/>
                  </a:rPr>
                  <a:t>計算）</a:t>
                </a:r>
                <a:endParaRPr lang="en-US" altLang="zh-TW" sz="2000" dirty="0">
                  <a:latin typeface="Microsoft JhengHei" panose="020B0604030504040204" pitchFamily="34" charset="-120"/>
                  <a:ea typeface="Microsoft JhengHei" panose="020B0604030504040204" pitchFamily="34" charset="-120"/>
                </a:endParaRPr>
              </a:p>
              <a:p>
                <a:pPr>
                  <a:buFont typeface="Wingdings" pitchFamily="2" charset="2"/>
                  <a:buChar char="l"/>
                </a:pPr>
                <a:r>
                  <a:rPr lang="zh-TW" altLang="zh-TW" sz="2000" kern="100" dirty="0">
                    <a:effectLst/>
                    <a:latin typeface="Microsoft JhengHei" panose="020B0604030504040204" pitchFamily="34" charset="-120"/>
                    <a:ea typeface="Microsoft JhengHei" panose="020B0604030504040204" pitchFamily="34" charset="-120"/>
                    <a:cs typeface="Times New Roman" panose="02020603050405020304" pitchFamily="18" charset="0"/>
                  </a:rPr>
                  <a:t>為了使用梯度下降，我們需要計算目標函數相對於</a:t>
                </a:r>
                <a14:m>
                  <m:oMath xmlns:m="http://schemas.openxmlformats.org/officeDocument/2006/math">
                    <m:r>
                      <a:rPr lang="en-US" altLang="zh-TW" sz="2000" i="1" kern="100">
                        <a:effectLst/>
                        <a:latin typeface="Cambria Math" panose="02040503050406030204" pitchFamily="18" charset="0"/>
                        <a:ea typeface="微軟正黑體" panose="020B0604030504040204" pitchFamily="34" charset="-120"/>
                        <a:cs typeface="Times New Roman" panose="02020603050405020304" pitchFamily="18" charset="0"/>
                      </a:rPr>
                      <m:t>𝑤</m:t>
                    </m:r>
                  </m:oMath>
                </a14:m>
                <a:r>
                  <a:rPr lang="zh-TW" altLang="zh-TW" sz="2000" i="1" kern="100" dirty="0">
                    <a:effectLst/>
                    <a:latin typeface="Microsoft JhengHei" panose="020B0604030504040204" pitchFamily="34" charset="-120"/>
                    <a:ea typeface="Microsoft JhengHei" panose="020B0604030504040204" pitchFamily="34" charset="-120"/>
                    <a:cs typeface="Times New Roman" panose="02020603050405020304" pitchFamily="18" charset="0"/>
                  </a:rPr>
                  <a:t>和 </a:t>
                </a:r>
                <a14:m>
                  <m:oMath xmlns:m="http://schemas.openxmlformats.org/officeDocument/2006/math">
                    <m:r>
                      <a:rPr lang="en-US" altLang="zh-TW" sz="2000" i="1" kern="100">
                        <a:effectLst/>
                        <a:latin typeface="Cambria Math" panose="02040503050406030204" pitchFamily="18" charset="0"/>
                        <a:ea typeface="微軟正黑體" panose="020B0604030504040204" pitchFamily="34" charset="-120"/>
                        <a:cs typeface="Times New Roman" panose="02020603050405020304" pitchFamily="18" charset="0"/>
                      </a:rPr>
                      <m:t>𝑏</m:t>
                    </m:r>
                  </m:oMath>
                </a14:m>
                <a:r>
                  <a:rPr lang="zh-TW" altLang="zh-TW" sz="2000" i="1" kern="100" dirty="0">
                    <a:effectLst/>
                    <a:latin typeface="Microsoft JhengHei" panose="020B0604030504040204" pitchFamily="34" charset="-120"/>
                    <a:ea typeface="Microsoft JhengHei" panose="020B0604030504040204" pitchFamily="34" charset="-120"/>
                    <a:cs typeface="Times New Roman" panose="02020603050405020304" pitchFamily="18" charset="0"/>
                  </a:rPr>
                  <a:t>的梯度。</a:t>
                </a:r>
                <a:endParaRPr lang="en-US" altLang="zh-TW" sz="2000" i="1" kern="100" dirty="0">
                  <a:effectLst/>
                  <a:latin typeface="Microsoft JhengHei" panose="020B0604030504040204" pitchFamily="34" charset="-120"/>
                  <a:ea typeface="Microsoft JhengHei" panose="020B0604030504040204" pitchFamily="34" charset="-120"/>
                  <a:cs typeface="Times New Roman" panose="02020603050405020304" pitchFamily="18" charset="0"/>
                </a:endParaRPr>
              </a:p>
              <a:p>
                <a:pPr>
                  <a:buFont typeface="Wingdings" pitchFamily="2" charset="2"/>
                  <a:buChar char="l"/>
                </a:pPr>
                <a:r>
                  <a:rPr lang="zh-TW" altLang="zh-TW" sz="2000" i="1" kern="100" dirty="0">
                    <a:effectLst/>
                    <a:latin typeface="Microsoft JhengHei" panose="020B0604030504040204" pitchFamily="34" charset="-120"/>
                    <a:ea typeface="Microsoft JhengHei" panose="020B0604030504040204" pitchFamily="34" charset="-120"/>
                    <a:cs typeface="Times New Roman" panose="02020603050405020304" pitchFamily="18" charset="0"/>
                  </a:rPr>
                  <a:t>對於</a:t>
                </a:r>
                <a14:m>
                  <m:oMath xmlns:m="http://schemas.openxmlformats.org/officeDocument/2006/math">
                    <m:r>
                      <a:rPr lang="en-US" altLang="zh-TW" sz="2000" i="1" kern="100">
                        <a:effectLst/>
                        <a:latin typeface="Cambria Math" panose="02040503050406030204" pitchFamily="18" charset="0"/>
                        <a:ea typeface="微軟正黑體" panose="020B0604030504040204" pitchFamily="34" charset="-120"/>
                        <a:cs typeface="Times New Roman" panose="02020603050405020304" pitchFamily="18" charset="0"/>
                      </a:rPr>
                      <m:t>𝑤</m:t>
                    </m:r>
                  </m:oMath>
                </a14:m>
                <a:endParaRPr lang="zh-TW" altLang="zh-TW" sz="2000" kern="100" dirty="0">
                  <a:effectLst/>
                  <a:latin typeface="Microsoft JhengHei" panose="020B0604030504040204" pitchFamily="34" charset="-120"/>
                  <a:ea typeface="Microsoft JhengHei" panose="020B0604030504040204" pitchFamily="34" charset="-120"/>
                  <a:cs typeface="Times New Roman" panose="02020603050405020304" pitchFamily="18" charset="0"/>
                </a:endParaRPr>
              </a:p>
              <a:p>
                <a14:m>
                  <m:oMath xmlns:m="http://schemas.openxmlformats.org/officeDocument/2006/math">
                    <m:f>
                      <m:fPr>
                        <m:ctrlPr>
                          <a:rPr lang="zh-TW" altLang="zh-TW"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m:t>
                        </m:r>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𝐽</m:t>
                        </m:r>
                      </m:num>
                      <m:den>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m:t>
                        </m:r>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𝑤</m:t>
                        </m:r>
                      </m:den>
                    </m:f>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m:t>
                    </m:r>
                    <m:m>
                      <m:mPr>
                        <m:plcHide m:val="on"/>
                        <m:mcs>
                          <m:mc>
                            <m:mcPr>
                              <m:count m:val="2"/>
                              <m:mcJc m:val="center"/>
                            </m:mcPr>
                          </m:mc>
                        </m:mcs>
                        <m:ctrlPr>
                          <a:rPr lang="zh-TW" altLang="zh-TW" i="1" kern="100">
                            <a:effectLst/>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𝑤</m:t>
                          </m:r>
                        </m:e>
                        <m:e>
                          <m:r>
                            <m:rPr>
                              <m:nor/>
                            </m:rPr>
                            <a:rPr lang="en-US" altLang="zh-TW" kern="100">
                              <a:effectLst/>
                              <a:latin typeface="Microsoft JhengHei" panose="020B0604030504040204" pitchFamily="34" charset="-120"/>
                              <a:ea typeface="Microsoft JhengHei" panose="020B0604030504040204" pitchFamily="34" charset="-120"/>
                              <a:cs typeface="Times New Roman" panose="02020603050405020304" pitchFamily="18" charset="0"/>
                            </a:rPr>
                            <m:t>if</m:t>
                          </m:r>
                          <m:r>
                            <m:rPr>
                              <m:nor/>
                            </m:rPr>
                            <a:rPr lang="en-US" altLang="zh-TW" kern="100">
                              <a:effectLst/>
                              <a:latin typeface="Microsoft JhengHei" panose="020B0604030504040204" pitchFamily="34" charset="-120"/>
                              <a:ea typeface="Microsoft JhengHei" panose="020B0604030504040204" pitchFamily="34" charset="-120"/>
                              <a:cs typeface="Times New Roman" panose="02020603050405020304" pitchFamily="18" charset="0"/>
                            </a:rPr>
                            <m:t> </m:t>
                          </m:r>
                          <m:sSub>
                            <m:sSubPr>
                              <m:ctrlPr>
                                <a:rPr lang="zh-TW" altLang="zh-TW"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𝑦</m:t>
                              </m:r>
                            </m:e>
                            <m:sub>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𝑖</m:t>
                              </m:r>
                            </m:sub>
                          </m:sSub>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m:t>
                          </m:r>
                          <m:sSup>
                            <m:sSupPr>
                              <m:ctrlPr>
                                <a:rPr lang="zh-TW" altLang="zh-TW"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𝑤</m:t>
                              </m:r>
                            </m:e>
                            <m:sup>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𝑇</m:t>
                              </m:r>
                            </m:sup>
                          </m:sSup>
                          <m:sSub>
                            <m:sSubPr>
                              <m:ctrlPr>
                                <a:rPr lang="zh-TW" altLang="zh-TW"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𝑥</m:t>
                              </m:r>
                            </m:e>
                            <m:sub>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𝑖</m:t>
                              </m:r>
                            </m:sub>
                          </m:sSub>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m:t>
                          </m:r>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𝑏</m:t>
                          </m:r>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)≥1</m:t>
                          </m:r>
                        </m:e>
                      </m:mr>
                      <m:mr>
                        <m:e>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𝑤</m:t>
                          </m:r>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m:t>
                          </m:r>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𝐶</m:t>
                          </m:r>
                          <m:sSub>
                            <m:sSubPr>
                              <m:ctrlPr>
                                <a:rPr lang="zh-TW" altLang="zh-TW"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𝑦</m:t>
                              </m:r>
                            </m:e>
                            <m:sub>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𝑖</m:t>
                              </m:r>
                            </m:sub>
                          </m:sSub>
                          <m:sSub>
                            <m:sSubPr>
                              <m:ctrlPr>
                                <a:rPr lang="zh-TW" altLang="zh-TW"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𝑥</m:t>
                              </m:r>
                            </m:e>
                            <m:sub>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𝑖</m:t>
                              </m:r>
                            </m:sub>
                          </m:sSub>
                        </m:e>
                        <m:e>
                          <m:r>
                            <m:rPr>
                              <m:nor/>
                            </m:rPr>
                            <a:rPr lang="en-US" altLang="zh-TW" kern="100">
                              <a:effectLst/>
                              <a:latin typeface="Microsoft JhengHei" panose="020B0604030504040204" pitchFamily="34" charset="-120"/>
                              <a:ea typeface="Microsoft JhengHei" panose="020B0604030504040204" pitchFamily="34" charset="-120"/>
                              <a:cs typeface="Times New Roman" panose="02020603050405020304" pitchFamily="18" charset="0"/>
                            </a:rPr>
                            <m:t>if</m:t>
                          </m:r>
                          <m:r>
                            <m:rPr>
                              <m:nor/>
                            </m:rPr>
                            <a:rPr lang="en-US" altLang="zh-TW" kern="100">
                              <a:effectLst/>
                              <a:latin typeface="Microsoft JhengHei" panose="020B0604030504040204" pitchFamily="34" charset="-120"/>
                              <a:ea typeface="Microsoft JhengHei" panose="020B0604030504040204" pitchFamily="34" charset="-120"/>
                              <a:cs typeface="Times New Roman" panose="02020603050405020304" pitchFamily="18" charset="0"/>
                            </a:rPr>
                            <m:t> </m:t>
                          </m:r>
                          <m:sSub>
                            <m:sSubPr>
                              <m:ctrlPr>
                                <a:rPr lang="zh-TW" altLang="zh-TW"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𝑦</m:t>
                              </m:r>
                            </m:e>
                            <m:sub>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𝑖</m:t>
                              </m:r>
                            </m:sub>
                          </m:sSub>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m:t>
                          </m:r>
                          <m:sSup>
                            <m:sSupPr>
                              <m:ctrlPr>
                                <a:rPr lang="zh-TW" altLang="zh-TW"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𝑤</m:t>
                              </m:r>
                            </m:e>
                            <m:sup>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𝑇</m:t>
                              </m:r>
                            </m:sup>
                          </m:sSup>
                          <m:sSub>
                            <m:sSubPr>
                              <m:ctrlPr>
                                <a:rPr lang="zh-TW" altLang="zh-TW"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𝑥</m:t>
                              </m:r>
                            </m:e>
                            <m:sub>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𝑖</m:t>
                              </m:r>
                            </m:sub>
                          </m:sSub>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m:t>
                          </m:r>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𝑏</m:t>
                          </m:r>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)&lt;1</m:t>
                          </m:r>
                        </m:e>
                      </m:mr>
                    </m:m>
                  </m:oMath>
                </a14:m>
                <a:endParaRPr lang="zh-TW" altLang="zh-TW" kern="100" dirty="0">
                  <a:effectLst/>
                  <a:latin typeface="Microsoft JhengHei" panose="020B0604030504040204" pitchFamily="34" charset="-120"/>
                  <a:ea typeface="Microsoft JhengHei" panose="020B0604030504040204" pitchFamily="34" charset="-120"/>
                  <a:cs typeface="Times New Roman" panose="02020603050405020304" pitchFamily="18" charset="0"/>
                </a:endParaRPr>
              </a:p>
              <a:p>
                <a:pPr>
                  <a:buFont typeface="Wingdings" pitchFamily="2" charset="2"/>
                  <a:buChar char="l"/>
                </a:pPr>
                <a:r>
                  <a:rPr lang="zh-TW" altLang="zh-TW" sz="2000" i="1" kern="100" dirty="0">
                    <a:effectLst/>
                    <a:latin typeface="Microsoft JhengHei" panose="020B0604030504040204" pitchFamily="34" charset="-120"/>
                    <a:ea typeface="Microsoft JhengHei" panose="020B0604030504040204" pitchFamily="34" charset="-120"/>
                    <a:cs typeface="Times New Roman" panose="02020603050405020304" pitchFamily="18" charset="0"/>
                  </a:rPr>
                  <a:t>對於</a:t>
                </a:r>
                <a14:m>
                  <m:oMath xmlns:m="http://schemas.openxmlformats.org/officeDocument/2006/math">
                    <m:r>
                      <a:rPr lang="en-US" altLang="zh-TW" sz="2000" i="1" kern="100">
                        <a:effectLst/>
                        <a:latin typeface="Cambria Math" panose="02040503050406030204" pitchFamily="18" charset="0"/>
                        <a:ea typeface="微軟正黑體" panose="020B0604030504040204" pitchFamily="34" charset="-120"/>
                        <a:cs typeface="Times New Roman" panose="02020603050405020304" pitchFamily="18" charset="0"/>
                      </a:rPr>
                      <m:t>𝑏</m:t>
                    </m:r>
                  </m:oMath>
                </a14:m>
                <a:endParaRPr lang="zh-TW" altLang="zh-TW" sz="2000" kern="100" dirty="0">
                  <a:effectLst/>
                  <a:latin typeface="Microsoft JhengHei" panose="020B0604030504040204" pitchFamily="34" charset="-120"/>
                  <a:ea typeface="Microsoft JhengHei" panose="020B0604030504040204" pitchFamily="34" charset="-120"/>
                  <a:cs typeface="Times New Roman" panose="02020603050405020304" pitchFamily="18" charset="0"/>
                </a:endParaRPr>
              </a:p>
              <a:p>
                <a14:m>
                  <m:oMath xmlns:m="http://schemas.openxmlformats.org/officeDocument/2006/math">
                    <m:f>
                      <m:fPr>
                        <m:ctrlPr>
                          <a:rPr lang="zh-TW" altLang="zh-TW"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m:t>
                        </m:r>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𝐽</m:t>
                        </m:r>
                      </m:num>
                      <m:den>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m:t>
                        </m:r>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𝑏</m:t>
                        </m:r>
                      </m:den>
                    </m:f>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m:t>
                    </m:r>
                    <m:m>
                      <m:mPr>
                        <m:plcHide m:val="on"/>
                        <m:mcs>
                          <m:mc>
                            <m:mcPr>
                              <m:count m:val="2"/>
                              <m:mcJc m:val="center"/>
                            </m:mcPr>
                          </m:mc>
                        </m:mcs>
                        <m:ctrlPr>
                          <a:rPr lang="zh-TW" altLang="zh-TW" i="1" kern="100">
                            <a:effectLst/>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0</m:t>
                          </m:r>
                        </m:e>
                        <m:e>
                          <m:r>
                            <m:rPr>
                              <m:nor/>
                            </m:rPr>
                            <a:rPr lang="en-US" altLang="zh-TW" kern="100">
                              <a:effectLst/>
                              <a:latin typeface="微軟正黑體" panose="020B0604030504040204" pitchFamily="34" charset="-120"/>
                              <a:ea typeface="新細明體" panose="02020500000000000000" pitchFamily="18" charset="-120"/>
                              <a:cs typeface="Times New Roman" panose="02020603050405020304" pitchFamily="18" charset="0"/>
                            </a:rPr>
                            <m:t>if</m:t>
                          </m:r>
                          <m:r>
                            <m:rPr>
                              <m:nor/>
                            </m:rPr>
                            <a:rPr lang="en-US" altLang="zh-TW" kern="100">
                              <a:effectLst/>
                              <a:latin typeface="微軟正黑體" panose="020B0604030504040204" pitchFamily="34" charset="-120"/>
                              <a:ea typeface="新細明體" panose="02020500000000000000" pitchFamily="18" charset="-120"/>
                              <a:cs typeface="Times New Roman" panose="02020603050405020304" pitchFamily="18" charset="0"/>
                            </a:rPr>
                            <m:t> </m:t>
                          </m:r>
                          <m:sSub>
                            <m:sSubPr>
                              <m:ctrlPr>
                                <a:rPr lang="zh-TW" altLang="zh-TW"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𝑦</m:t>
                              </m:r>
                            </m:e>
                            <m:sub>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𝑖</m:t>
                              </m:r>
                            </m:sub>
                          </m:sSub>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m:t>
                          </m:r>
                          <m:sSup>
                            <m:sSupPr>
                              <m:ctrlPr>
                                <a:rPr lang="zh-TW" altLang="zh-TW"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𝑤</m:t>
                              </m:r>
                            </m:e>
                            <m:sup>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𝑇</m:t>
                              </m:r>
                            </m:sup>
                          </m:sSup>
                          <m:sSub>
                            <m:sSubPr>
                              <m:ctrlPr>
                                <a:rPr lang="zh-TW" altLang="zh-TW"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𝑥</m:t>
                              </m:r>
                            </m:e>
                            <m:sub>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𝑖</m:t>
                              </m:r>
                            </m:sub>
                          </m:sSub>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m:t>
                          </m:r>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𝑏</m:t>
                          </m:r>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)≥1</m:t>
                          </m:r>
                        </m:e>
                      </m:mr>
                      <m:mr>
                        <m:e>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m:t>
                          </m:r>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𝐶</m:t>
                          </m:r>
                          <m:sSub>
                            <m:sSubPr>
                              <m:ctrlPr>
                                <a:rPr lang="zh-TW" altLang="zh-TW"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𝑦</m:t>
                              </m:r>
                            </m:e>
                            <m:sub>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𝑖</m:t>
                              </m:r>
                            </m:sub>
                          </m:sSub>
                        </m:e>
                        <m:e>
                          <m:r>
                            <m:rPr>
                              <m:nor/>
                            </m:rPr>
                            <a:rPr lang="en-US" altLang="zh-TW" kern="100">
                              <a:effectLst/>
                              <a:latin typeface="微軟正黑體" panose="020B0604030504040204" pitchFamily="34" charset="-120"/>
                              <a:ea typeface="新細明體" panose="02020500000000000000" pitchFamily="18" charset="-120"/>
                              <a:cs typeface="Times New Roman" panose="02020603050405020304" pitchFamily="18" charset="0"/>
                            </a:rPr>
                            <m:t>if</m:t>
                          </m:r>
                          <m:r>
                            <m:rPr>
                              <m:nor/>
                            </m:rPr>
                            <a:rPr lang="en-US" altLang="zh-TW" kern="100">
                              <a:effectLst/>
                              <a:latin typeface="微軟正黑體" panose="020B0604030504040204" pitchFamily="34" charset="-120"/>
                              <a:ea typeface="新細明體" panose="02020500000000000000" pitchFamily="18" charset="-120"/>
                              <a:cs typeface="Times New Roman" panose="02020603050405020304" pitchFamily="18" charset="0"/>
                            </a:rPr>
                            <m:t> </m:t>
                          </m:r>
                          <m:sSub>
                            <m:sSubPr>
                              <m:ctrlPr>
                                <a:rPr lang="zh-TW" altLang="zh-TW"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𝑦</m:t>
                              </m:r>
                            </m:e>
                            <m:sub>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𝑖</m:t>
                              </m:r>
                            </m:sub>
                          </m:sSub>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m:t>
                          </m:r>
                          <m:sSup>
                            <m:sSupPr>
                              <m:ctrlPr>
                                <a:rPr lang="zh-TW" altLang="zh-TW"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𝑤</m:t>
                              </m:r>
                            </m:e>
                            <m:sup>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𝑇</m:t>
                              </m:r>
                            </m:sup>
                          </m:sSup>
                          <m:sSub>
                            <m:sSubPr>
                              <m:ctrlPr>
                                <a:rPr lang="zh-TW" altLang="zh-TW"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𝑥</m:t>
                              </m:r>
                            </m:e>
                            <m:sub>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𝑖</m:t>
                              </m:r>
                            </m:sub>
                          </m:sSub>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m:t>
                          </m:r>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𝑏</m:t>
                          </m:r>
                          <m:r>
                            <a:rPr lang="en-US" altLang="zh-TW" i="1" kern="100">
                              <a:effectLst/>
                              <a:latin typeface="Cambria Math" panose="02040503050406030204" pitchFamily="18" charset="0"/>
                              <a:ea typeface="微軟正黑體" panose="020B0604030504040204" pitchFamily="34" charset="-120"/>
                              <a:cs typeface="Times New Roman" panose="02020603050405020304" pitchFamily="18" charset="0"/>
                            </a:rPr>
                            <m:t>)&lt;1</m:t>
                          </m:r>
                        </m:e>
                      </m:mr>
                    </m:m>
                  </m:oMath>
                </a14:m>
                <a:endParaRPr lang="zh-TW" altLang="zh-TW" kern="100" dirty="0">
                  <a:effectLst/>
                  <a:latin typeface="Calibri" panose="020F0502020204030204" pitchFamily="34" charset="0"/>
                  <a:ea typeface="新細明體" panose="02020500000000000000" pitchFamily="18" charset="-120"/>
                  <a:cs typeface="Times New Roman" panose="02020603050405020304" pitchFamily="18" charset="0"/>
                </a:endParaRPr>
              </a:p>
              <a:p>
                <a:endParaRPr lang="zh-TW" altLang="en-US" dirty="0"/>
              </a:p>
              <a:p>
                <a:endParaRPr lang="zh-TW" altLang="en-US" dirty="0"/>
              </a:p>
            </p:txBody>
          </p:sp>
        </mc:Choice>
        <mc:Fallback xmlns="">
          <p:sp>
            <p:nvSpPr>
              <p:cNvPr id="11" name="內容版面配置區 10">
                <a:extLst>
                  <a:ext uri="{FF2B5EF4-FFF2-40B4-BE49-F238E27FC236}">
                    <a16:creationId xmlns:a16="http://schemas.microsoft.com/office/drawing/2014/main" id="{6BA96B54-9E23-3EC7-4292-ADD8B1E54ED4}"/>
                  </a:ext>
                </a:extLst>
              </p:cNvPr>
              <p:cNvSpPr>
                <a:spLocks noGrp="1" noRot="1" noChangeAspect="1" noMove="1" noResize="1" noEditPoints="1" noAdjustHandles="1" noChangeArrowheads="1" noChangeShapeType="1" noTextEdit="1"/>
              </p:cNvSpPr>
              <p:nvPr>
                <p:ph idx="1"/>
              </p:nvPr>
            </p:nvSpPr>
            <p:spPr>
              <a:blipFill>
                <a:blip r:embed="rId2"/>
                <a:stretch>
                  <a:fillRect l="-1173" t="-157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4DFCADD9-8A2F-F24D-FDE8-F0DEEC52AD2B}"/>
                  </a:ext>
                </a:extLst>
              </p:cNvPr>
              <p:cNvSpPr txBox="1"/>
              <p:nvPr/>
            </p:nvSpPr>
            <p:spPr>
              <a:xfrm>
                <a:off x="7364602" y="4215239"/>
                <a:ext cx="3803270" cy="2056973"/>
              </a:xfrm>
              <a:prstGeom prst="rect">
                <a:avLst/>
              </a:prstGeom>
              <a:noFill/>
            </p:spPr>
            <p:txBody>
              <a:bodyPr wrap="square">
                <a:spAutoFit/>
              </a:bodyPr>
              <a:lstStyle/>
              <a:p>
                <a:r>
                  <a:rPr lang="zh-TW" altLang="zh-TW" sz="2200" i="1" kern="100" dirty="0">
                    <a:effectLst/>
                    <a:latin typeface="Calibri" panose="020F0502020204030204" pitchFamily="34" charset="0"/>
                    <a:ea typeface="微軟正黑體" panose="020B0604030504040204" pitchFamily="34" charset="-120"/>
                    <a:cs typeface="Times New Roman" panose="02020603050405020304" pitchFamily="18" charset="0"/>
                  </a:rPr>
                  <a:t>使用隨機梯度下降，我們對每個樣本進行以下更新：</a:t>
                </a:r>
                <a:endParaRPr lang="en-US" altLang="zh-TW" sz="2200" kern="100" dirty="0">
                  <a:latin typeface="Calibri" panose="020F0502020204030204" pitchFamily="34" charset="0"/>
                  <a:ea typeface="新細明體" panose="02020500000000000000" pitchFamily="18" charset="-12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r>
                        <a:rPr lang="en-US" altLang="zh-TW" sz="2200" i="1" kern="100">
                          <a:effectLst/>
                          <a:latin typeface="Cambria Math" panose="02040503050406030204" pitchFamily="18" charset="0"/>
                          <a:ea typeface="微軟正黑體" panose="020B0604030504040204" pitchFamily="34" charset="-120"/>
                          <a:cs typeface="Times New Roman" panose="02020603050405020304" pitchFamily="18" charset="0"/>
                        </a:rPr>
                        <m:t>𝑤</m:t>
                      </m:r>
                      <m:r>
                        <a:rPr lang="en-US" altLang="zh-TW" sz="2200" i="1" kern="100">
                          <a:effectLst/>
                          <a:latin typeface="Cambria Math" panose="02040503050406030204" pitchFamily="18" charset="0"/>
                          <a:ea typeface="微軟正黑體" panose="020B0604030504040204" pitchFamily="34" charset="-120"/>
                          <a:cs typeface="Times New Roman" panose="02020603050405020304" pitchFamily="18" charset="0"/>
                        </a:rPr>
                        <m:t>≔</m:t>
                      </m:r>
                      <m:r>
                        <a:rPr lang="en-US" altLang="zh-TW" sz="2200" i="1" kern="100">
                          <a:effectLst/>
                          <a:latin typeface="Cambria Math" panose="02040503050406030204" pitchFamily="18" charset="0"/>
                          <a:ea typeface="微軟正黑體" panose="020B0604030504040204" pitchFamily="34" charset="-120"/>
                          <a:cs typeface="Times New Roman" panose="02020603050405020304" pitchFamily="18" charset="0"/>
                        </a:rPr>
                        <m:t>𝑤</m:t>
                      </m:r>
                      <m:r>
                        <a:rPr lang="en-US" altLang="zh-TW" sz="2200" i="1" kern="100">
                          <a:effectLst/>
                          <a:latin typeface="Cambria Math" panose="02040503050406030204" pitchFamily="18" charset="0"/>
                          <a:ea typeface="微軟正黑體" panose="020B0604030504040204" pitchFamily="34" charset="-120"/>
                          <a:cs typeface="Times New Roman" panose="02020603050405020304" pitchFamily="18" charset="0"/>
                        </a:rPr>
                        <m:t>−</m:t>
                      </m:r>
                      <m:r>
                        <a:rPr lang="en-US" altLang="zh-TW" sz="2200" i="1" kern="100">
                          <a:effectLst/>
                          <a:latin typeface="Cambria Math" panose="02040503050406030204" pitchFamily="18" charset="0"/>
                          <a:ea typeface="微軟正黑體" panose="020B0604030504040204" pitchFamily="34" charset="-120"/>
                          <a:cs typeface="Times New Roman" panose="02020603050405020304" pitchFamily="18" charset="0"/>
                        </a:rPr>
                        <m:t>𝜂</m:t>
                      </m:r>
                      <m:f>
                        <m:fPr>
                          <m:ctrlPr>
                            <a:rPr lang="zh-TW" altLang="zh-TW" sz="22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2200" i="1" kern="100">
                              <a:effectLst/>
                              <a:latin typeface="Cambria Math" panose="02040503050406030204" pitchFamily="18" charset="0"/>
                              <a:ea typeface="微軟正黑體" panose="020B0604030504040204" pitchFamily="34" charset="-120"/>
                              <a:cs typeface="Times New Roman" panose="02020603050405020304" pitchFamily="18" charset="0"/>
                            </a:rPr>
                            <m:t>𝜕</m:t>
                          </m:r>
                          <m:r>
                            <a:rPr lang="en-US" altLang="zh-TW" sz="2200" i="1" kern="100">
                              <a:effectLst/>
                              <a:latin typeface="Cambria Math" panose="02040503050406030204" pitchFamily="18" charset="0"/>
                              <a:ea typeface="微軟正黑體" panose="020B0604030504040204" pitchFamily="34" charset="-120"/>
                              <a:cs typeface="Times New Roman" panose="02020603050405020304" pitchFamily="18" charset="0"/>
                            </a:rPr>
                            <m:t>𝐽</m:t>
                          </m:r>
                        </m:num>
                        <m:den>
                          <m:r>
                            <a:rPr lang="en-US" altLang="zh-TW" sz="2200" i="1" kern="100">
                              <a:effectLst/>
                              <a:latin typeface="Cambria Math" panose="02040503050406030204" pitchFamily="18" charset="0"/>
                              <a:ea typeface="微軟正黑體" panose="020B0604030504040204" pitchFamily="34" charset="-120"/>
                              <a:cs typeface="Times New Roman" panose="02020603050405020304" pitchFamily="18" charset="0"/>
                            </a:rPr>
                            <m:t>𝜕</m:t>
                          </m:r>
                          <m:r>
                            <a:rPr lang="en-US" altLang="zh-TW" sz="2200" i="1" kern="100">
                              <a:effectLst/>
                              <a:latin typeface="Cambria Math" panose="02040503050406030204" pitchFamily="18" charset="0"/>
                              <a:ea typeface="微軟正黑體" panose="020B0604030504040204" pitchFamily="34" charset="-120"/>
                              <a:cs typeface="Times New Roman" panose="02020603050405020304" pitchFamily="18" charset="0"/>
                            </a:rPr>
                            <m:t>𝑤</m:t>
                          </m:r>
                        </m:den>
                      </m:f>
                    </m:oMath>
                  </m:oMathPara>
                </a14:m>
                <a:endParaRPr lang="zh-TW" altLang="zh-TW" sz="22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r>
                        <a:rPr lang="en-US" altLang="zh-TW" sz="2200" i="1" kern="100">
                          <a:effectLst/>
                          <a:latin typeface="Cambria Math" panose="02040503050406030204" pitchFamily="18" charset="0"/>
                          <a:ea typeface="微軟正黑體" panose="020B0604030504040204" pitchFamily="34" charset="-120"/>
                          <a:cs typeface="Times New Roman" panose="02020603050405020304" pitchFamily="18" charset="0"/>
                        </a:rPr>
                        <m:t>𝑏</m:t>
                      </m:r>
                      <m:r>
                        <a:rPr lang="en-US" altLang="zh-TW" sz="2200" i="1" kern="100">
                          <a:effectLst/>
                          <a:latin typeface="Cambria Math" panose="02040503050406030204" pitchFamily="18" charset="0"/>
                          <a:ea typeface="微軟正黑體" panose="020B0604030504040204" pitchFamily="34" charset="-120"/>
                          <a:cs typeface="Times New Roman" panose="02020603050405020304" pitchFamily="18" charset="0"/>
                        </a:rPr>
                        <m:t>:=</m:t>
                      </m:r>
                      <m:r>
                        <a:rPr lang="en-US" altLang="zh-TW" sz="2200" i="1" kern="100">
                          <a:effectLst/>
                          <a:latin typeface="Cambria Math" panose="02040503050406030204" pitchFamily="18" charset="0"/>
                          <a:ea typeface="微軟正黑體" panose="020B0604030504040204" pitchFamily="34" charset="-120"/>
                          <a:cs typeface="Times New Roman" panose="02020603050405020304" pitchFamily="18" charset="0"/>
                        </a:rPr>
                        <m:t>𝑏</m:t>
                      </m:r>
                      <m:r>
                        <a:rPr lang="en-US" altLang="zh-TW" sz="2200" i="1" kern="100">
                          <a:effectLst/>
                          <a:latin typeface="Cambria Math" panose="02040503050406030204" pitchFamily="18" charset="0"/>
                          <a:ea typeface="微軟正黑體" panose="020B0604030504040204" pitchFamily="34" charset="-120"/>
                          <a:cs typeface="Times New Roman" panose="02020603050405020304" pitchFamily="18" charset="0"/>
                        </a:rPr>
                        <m:t>−</m:t>
                      </m:r>
                      <m:r>
                        <a:rPr lang="en-US" altLang="zh-TW" sz="2200" i="1" kern="100">
                          <a:effectLst/>
                          <a:latin typeface="Cambria Math" panose="02040503050406030204" pitchFamily="18" charset="0"/>
                          <a:ea typeface="微軟正黑體" panose="020B0604030504040204" pitchFamily="34" charset="-120"/>
                          <a:cs typeface="Times New Roman" panose="02020603050405020304" pitchFamily="18" charset="0"/>
                        </a:rPr>
                        <m:t>𝜂</m:t>
                      </m:r>
                      <m:f>
                        <m:fPr>
                          <m:ctrlPr>
                            <a:rPr lang="zh-TW" altLang="zh-TW" sz="22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2200" i="1" kern="100">
                              <a:effectLst/>
                              <a:latin typeface="Cambria Math" panose="02040503050406030204" pitchFamily="18" charset="0"/>
                              <a:ea typeface="微軟正黑體" panose="020B0604030504040204" pitchFamily="34" charset="-120"/>
                              <a:cs typeface="Times New Roman" panose="02020603050405020304" pitchFamily="18" charset="0"/>
                            </a:rPr>
                            <m:t>𝜕</m:t>
                          </m:r>
                          <m:r>
                            <a:rPr lang="en-US" altLang="zh-TW" sz="2200" i="1" kern="100">
                              <a:effectLst/>
                              <a:latin typeface="Cambria Math" panose="02040503050406030204" pitchFamily="18" charset="0"/>
                              <a:ea typeface="微軟正黑體" panose="020B0604030504040204" pitchFamily="34" charset="-120"/>
                              <a:cs typeface="Times New Roman" panose="02020603050405020304" pitchFamily="18" charset="0"/>
                            </a:rPr>
                            <m:t>𝐽</m:t>
                          </m:r>
                        </m:num>
                        <m:den>
                          <m:r>
                            <a:rPr lang="en-US" altLang="zh-TW" sz="2200" i="1" kern="100">
                              <a:effectLst/>
                              <a:latin typeface="Cambria Math" panose="02040503050406030204" pitchFamily="18" charset="0"/>
                              <a:ea typeface="微軟正黑體" panose="020B0604030504040204" pitchFamily="34" charset="-120"/>
                              <a:cs typeface="Times New Roman" panose="02020603050405020304" pitchFamily="18" charset="0"/>
                            </a:rPr>
                            <m:t>𝜕</m:t>
                          </m:r>
                          <m:r>
                            <a:rPr lang="en-US" altLang="zh-TW" sz="2200" i="1" kern="100">
                              <a:effectLst/>
                              <a:latin typeface="Cambria Math" panose="02040503050406030204" pitchFamily="18" charset="0"/>
                              <a:ea typeface="微軟正黑體" panose="020B0604030504040204" pitchFamily="34" charset="-120"/>
                              <a:cs typeface="Times New Roman" panose="02020603050405020304" pitchFamily="18" charset="0"/>
                            </a:rPr>
                            <m:t>𝑏</m:t>
                          </m:r>
                        </m:den>
                      </m:f>
                    </m:oMath>
                  </m:oMathPara>
                </a14:m>
                <a:endParaRPr lang="en-US" altLang="zh-TW" sz="2200" dirty="0"/>
              </a:p>
            </p:txBody>
          </p:sp>
        </mc:Choice>
        <mc:Fallback xmlns="">
          <p:sp>
            <p:nvSpPr>
              <p:cNvPr id="13" name="文字方塊 12">
                <a:extLst>
                  <a:ext uri="{FF2B5EF4-FFF2-40B4-BE49-F238E27FC236}">
                    <a16:creationId xmlns:a16="http://schemas.microsoft.com/office/drawing/2014/main" id="{4DFCADD9-8A2F-F24D-FDE8-F0DEEC52AD2B}"/>
                  </a:ext>
                </a:extLst>
              </p:cNvPr>
              <p:cNvSpPr txBox="1">
                <a:spLocks noRot="1" noChangeAspect="1" noMove="1" noResize="1" noEditPoints="1" noAdjustHandles="1" noChangeArrowheads="1" noChangeShapeType="1" noTextEdit="1"/>
              </p:cNvSpPr>
              <p:nvPr/>
            </p:nvSpPr>
            <p:spPr>
              <a:xfrm>
                <a:off x="7364602" y="4215239"/>
                <a:ext cx="3803270" cy="2056973"/>
              </a:xfrm>
              <a:prstGeom prst="rect">
                <a:avLst/>
              </a:prstGeom>
              <a:blipFill>
                <a:blip r:embed="rId3"/>
                <a:stretch>
                  <a:fillRect l="-1661" t="-1840" b="-122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544672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F83929-C1EF-EC67-C6D5-E1B24F926CB0}"/>
              </a:ext>
            </a:extLst>
          </p:cNvPr>
          <p:cNvSpPr>
            <a:spLocks noGrp="1"/>
          </p:cNvSpPr>
          <p:nvPr>
            <p:ph type="title"/>
          </p:nvPr>
        </p:nvSpPr>
        <p:spPr/>
        <p:txBody>
          <a:bodyPr/>
          <a:lstStyle/>
          <a:p>
            <a:r>
              <a:rPr kumimoji="1" lang="en-US" altLang="zh-TW" dirty="0"/>
              <a:t>C</a:t>
            </a:r>
            <a:r>
              <a:rPr kumimoji="1" lang="zh-TW" altLang="en-US"/>
              <a:t>值大小的差異</a:t>
            </a:r>
          </a:p>
        </p:txBody>
      </p:sp>
      <p:pic>
        <p:nvPicPr>
          <p:cNvPr id="2050" name="Picture 2">
            <a:extLst>
              <a:ext uri="{FF2B5EF4-FFF2-40B4-BE49-F238E27FC236}">
                <a16:creationId xmlns:a16="http://schemas.microsoft.com/office/drawing/2014/main" id="{5B3CF321-88EC-83F9-1795-228F6D19C8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672" y="2112264"/>
            <a:ext cx="10871200" cy="447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24290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9F70B1-2F9D-422A-9DB9-F4C2170E59E2}"/>
              </a:ext>
            </a:extLst>
          </p:cNvPr>
          <p:cNvSpPr>
            <a:spLocks noGrp="1"/>
          </p:cNvSpPr>
          <p:nvPr>
            <p:ph type="title"/>
          </p:nvPr>
        </p:nvSpPr>
        <p:spPr/>
        <p:txBody>
          <a:bodyPr/>
          <a:lstStyle/>
          <a:p>
            <a:r>
              <a:rPr lang="zh-TW" altLang="en-US" dirty="0"/>
              <a:t>非線性的決策邊界</a:t>
            </a:r>
          </a:p>
        </p:txBody>
      </p:sp>
      <p:sp>
        <p:nvSpPr>
          <p:cNvPr id="3" name="內容版面配置區 2">
            <a:extLst>
              <a:ext uri="{FF2B5EF4-FFF2-40B4-BE49-F238E27FC236}">
                <a16:creationId xmlns:a16="http://schemas.microsoft.com/office/drawing/2014/main" id="{08B7B01A-A559-4313-BD04-7E84C65C79A9}"/>
              </a:ext>
            </a:extLst>
          </p:cNvPr>
          <p:cNvSpPr>
            <a:spLocks noGrp="1"/>
          </p:cNvSpPr>
          <p:nvPr>
            <p:ph idx="1"/>
          </p:nvPr>
        </p:nvSpPr>
        <p:spPr>
          <a:xfrm>
            <a:off x="838200" y="1825625"/>
            <a:ext cx="3500535" cy="4351338"/>
          </a:xfrm>
        </p:spPr>
        <p:txBody>
          <a:bodyPr/>
          <a:lstStyle/>
          <a:p>
            <a:r>
              <a:rPr lang="en-US" altLang="zh-TW" dirty="0"/>
              <a:t>Kernel SVM</a:t>
            </a:r>
          </a:p>
          <a:p>
            <a:r>
              <a:rPr lang="zh-TW" altLang="en-US" dirty="0"/>
              <a:t>原始</a:t>
            </a:r>
            <a:r>
              <a:rPr lang="en-US" altLang="zh-TW" dirty="0"/>
              <a:t>SVM</a:t>
            </a:r>
            <a:r>
              <a:rPr lang="zh-TW" altLang="en-US" dirty="0"/>
              <a:t>基本上就只能線性切割（直線或超平面）</a:t>
            </a:r>
            <a:endParaRPr lang="en-US" altLang="zh-TW" dirty="0"/>
          </a:p>
          <a:p>
            <a:r>
              <a:rPr lang="zh-TW" altLang="en-US" dirty="0"/>
              <a:t>假設在低維度的空間沒辦法一刀切割的時候，如果可以把每一個點對應更高的維度，也許可能可以切的很乾淨</a:t>
            </a:r>
            <a:endParaRPr lang="en-US" altLang="zh-TW" dirty="0"/>
          </a:p>
          <a:p>
            <a:endParaRPr lang="zh-TW" altLang="en-US" dirty="0"/>
          </a:p>
        </p:txBody>
      </p:sp>
      <p:pic>
        <p:nvPicPr>
          <p:cNvPr id="11266" name="Picture 2" descr="https://miro.medium.com/max/1400/1*7zZnvT1bT1Lub_gmeq9p1g.png">
            <a:extLst>
              <a:ext uri="{FF2B5EF4-FFF2-40B4-BE49-F238E27FC236}">
                <a16:creationId xmlns:a16="http://schemas.microsoft.com/office/drawing/2014/main" id="{3DEF8488-7878-4D0F-BB5D-DDE37D0E7E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4663" y="1908129"/>
            <a:ext cx="7266120" cy="3041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55514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線上媒體 3" descr="SVM with polynomial kernel visualization (HD)">
            <a:hlinkClick r:id="" action="ppaction://media"/>
            <a:extLst>
              <a:ext uri="{FF2B5EF4-FFF2-40B4-BE49-F238E27FC236}">
                <a16:creationId xmlns:a16="http://schemas.microsoft.com/office/drawing/2014/main" id="{2FCF10FB-B172-D327-FD7B-06917D4B97A0}"/>
              </a:ext>
            </a:extLst>
          </p:cNvPr>
          <p:cNvPicPr>
            <a:picLocks noRot="1" noChangeAspect="1"/>
          </p:cNvPicPr>
          <p:nvPr>
            <a:videoFile r:link="rId1"/>
          </p:nvPr>
        </p:nvPicPr>
        <p:blipFill>
          <a:blip r:embed="rId3"/>
          <a:stretch>
            <a:fillRect/>
          </a:stretch>
        </p:blipFill>
        <p:spPr>
          <a:xfrm>
            <a:off x="1092161" y="1214438"/>
            <a:ext cx="9584005" cy="5414963"/>
          </a:xfrm>
          <a:prstGeom prst="rect">
            <a:avLst/>
          </a:prstGeom>
        </p:spPr>
      </p:pic>
      <p:sp>
        <p:nvSpPr>
          <p:cNvPr id="5" name="標題 4">
            <a:extLst>
              <a:ext uri="{FF2B5EF4-FFF2-40B4-BE49-F238E27FC236}">
                <a16:creationId xmlns:a16="http://schemas.microsoft.com/office/drawing/2014/main" id="{246B58BA-1E60-C947-3957-2186EFE718DD}"/>
              </a:ext>
            </a:extLst>
          </p:cNvPr>
          <p:cNvSpPr>
            <a:spLocks noGrp="1"/>
          </p:cNvSpPr>
          <p:nvPr>
            <p:ph type="title"/>
          </p:nvPr>
        </p:nvSpPr>
        <p:spPr>
          <a:xfrm>
            <a:off x="1024128" y="585216"/>
            <a:ext cx="9720072" cy="629222"/>
          </a:xfrm>
        </p:spPr>
        <p:txBody>
          <a:bodyPr>
            <a:normAutofit fontScale="90000"/>
          </a:bodyPr>
          <a:lstStyle/>
          <a:p>
            <a:r>
              <a:rPr lang="en" altLang="zh-TW" dirty="0"/>
              <a:t>SVM with polynomial kernel visualization</a:t>
            </a:r>
            <a:endParaRPr lang="zh-TW" altLang="en-US" dirty="0"/>
          </a:p>
        </p:txBody>
      </p:sp>
    </p:spTree>
    <p:extLst>
      <p:ext uri="{BB962C8B-B14F-4D97-AF65-F5344CB8AC3E}">
        <p14:creationId xmlns:p14="http://schemas.microsoft.com/office/powerpoint/2010/main" val="328681177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8C911A-5D0C-4C2C-8EBA-8C8342BFDFCB}"/>
              </a:ext>
            </a:extLst>
          </p:cNvPr>
          <p:cNvSpPr>
            <a:spLocks noGrp="1"/>
          </p:cNvSpPr>
          <p:nvPr>
            <p:ph type="title"/>
          </p:nvPr>
        </p:nvSpPr>
        <p:spPr/>
        <p:txBody>
          <a:bodyPr/>
          <a:lstStyle/>
          <a:p>
            <a:r>
              <a:rPr lang="zh-TW" altLang="en-US" dirty="0"/>
              <a:t>例子</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30303A06-603B-42F0-8748-340089B3CBD1}"/>
                  </a:ext>
                </a:extLst>
              </p:cNvPr>
              <p:cNvSpPr>
                <a:spLocks noGrp="1"/>
              </p:cNvSpPr>
              <p:nvPr>
                <p:ph idx="1"/>
              </p:nvPr>
            </p:nvSpPr>
            <p:spPr/>
            <p:txBody>
              <a:bodyPr/>
              <a:lstStyle/>
              <a:p>
                <a:r>
                  <a:rPr lang="en-US" altLang="zh-TW" dirty="0"/>
                  <a:t> </a:t>
                </a:r>
                <a:r>
                  <a:rPr lang="zh-TW" altLang="en-US" dirty="0"/>
                  <a:t>假設有一個線性不可分的例子</a:t>
                </a:r>
                <a:endParaRPr lang="en-US" altLang="zh-TW" dirty="0"/>
              </a:p>
              <a:p>
                <a:r>
                  <a:rPr lang="en-US" altLang="zh-TW" dirty="0"/>
                  <a:t>(0,0), (1,1)</a:t>
                </a:r>
                <a:r>
                  <a:rPr lang="zh-TW" altLang="en-US" dirty="0"/>
                  <a:t>跟</a:t>
                </a:r>
                <a:r>
                  <a:rPr lang="en-US" altLang="zh-TW" dirty="0"/>
                  <a:t>(1,0), (0,1)</a:t>
                </a:r>
              </a:p>
              <a:p>
                <a:r>
                  <a:rPr lang="zh-TW" altLang="en-US" dirty="0"/>
                  <a:t>如果可以對應到</a:t>
                </a:r>
                <a:r>
                  <a:rPr lang="en-US" altLang="zh-TW" dirty="0"/>
                  <a:t>(x</a:t>
                </a:r>
                <a:r>
                  <a:rPr lang="en-US" altLang="zh-TW" baseline="-25000" dirty="0"/>
                  <a:t>1</a:t>
                </a:r>
                <a:r>
                  <a:rPr lang="en-US" altLang="zh-TW" baseline="30000" dirty="0"/>
                  <a:t>2</a:t>
                </a:r>
                <a:r>
                  <a:rPr lang="en-US" altLang="zh-TW" dirty="0"/>
                  <a:t>,</a:t>
                </a:r>
                <a14:m>
                  <m:oMath xmlns:m="http://schemas.openxmlformats.org/officeDocument/2006/math">
                    <m:r>
                      <a:rPr lang="en-US" altLang="zh-TW"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2</m:t>
                    </m:r>
                  </m:oMath>
                </a14:m>
                <a:r>
                  <a:rPr lang="en-US" altLang="zh-TW" dirty="0"/>
                  <a:t>x</a:t>
                </a:r>
                <a:r>
                  <a:rPr lang="en-US" altLang="zh-TW" baseline="-25000" dirty="0"/>
                  <a:t>1</a:t>
                </a:r>
                <a:r>
                  <a:rPr lang="en-US" altLang="zh-TW" dirty="0"/>
                  <a:t>x</a:t>
                </a:r>
                <a:r>
                  <a:rPr lang="en-US" altLang="zh-TW" baseline="-25000" dirty="0"/>
                  <a:t>2</a:t>
                </a:r>
                <a:r>
                  <a:rPr lang="en-US" altLang="zh-TW" dirty="0"/>
                  <a:t>, x</a:t>
                </a:r>
                <a:r>
                  <a:rPr lang="en-US" altLang="zh-TW" baseline="-25000" dirty="0"/>
                  <a:t>2</a:t>
                </a:r>
                <a:r>
                  <a:rPr lang="en-US" altLang="zh-TW" baseline="30000" dirty="0"/>
                  <a:t>2</a:t>
                </a:r>
                <a:r>
                  <a:rPr lang="en-US" altLang="zh-TW" dirty="0"/>
                  <a:t>)</a:t>
                </a:r>
              </a:p>
              <a:p>
                <a:r>
                  <a:rPr lang="zh-TW" altLang="en-US" dirty="0"/>
                  <a:t>變成</a:t>
                </a:r>
                <a:r>
                  <a:rPr lang="en-US" altLang="zh-TW" dirty="0"/>
                  <a:t>(0,0,0), (1, 1, 1)</a:t>
                </a:r>
                <a:r>
                  <a:rPr lang="zh-TW" altLang="en-US" dirty="0"/>
                  <a:t>跟</a:t>
                </a:r>
                <a:r>
                  <a:rPr lang="en-US" altLang="zh-TW" dirty="0"/>
                  <a:t>(1, 0, 0), (0, 0, 1)</a:t>
                </a:r>
                <a:r>
                  <a:rPr lang="zh-TW" altLang="en-US" dirty="0"/>
                  <a:t>，變得有機會找出超平面</a:t>
                </a:r>
                <a:endParaRPr lang="en-US" altLang="zh-TW" dirty="0"/>
              </a:p>
              <a:p>
                <a14:m>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1"/>
                                  <m:mcJc m:val="center"/>
                                </m:mcPr>
                              </m:mc>
                            </m:mcs>
                            <m:ctrlPr>
                              <a:rPr lang="en-US" altLang="zh-TW" b="0" i="1" smtClean="0">
                                <a:latin typeface="Cambria Math" panose="02040503050406030204" pitchFamily="18" charset="0"/>
                              </a:rPr>
                            </m:ctrlPr>
                          </m:mPr>
                          <m:m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1</m:t>
                                  </m:r>
                                </m:sub>
                              </m:sSub>
                            </m:e>
                          </m:mr>
                          <m:m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2</m:t>
                                  </m:r>
                                </m:sub>
                              </m:sSub>
                            </m:e>
                          </m:mr>
                        </m:m>
                      </m:e>
                    </m:d>
                    <m:r>
                      <a:rPr lang="zh-TW" altLang="en-US" i="1">
                        <a:latin typeface="Cambria Math" panose="02040503050406030204" pitchFamily="18" charset="0"/>
                      </a:rPr>
                      <m:t>，</m:t>
                    </m:r>
                  </m:oMath>
                </a14:m>
                <a:r>
                  <a:rPr lang="en-US" altLang="zh-TW" dirty="0"/>
                  <a:t> </a:t>
                </a:r>
                <a:r>
                  <a:rPr lang="zh-TW" altLang="en-US" dirty="0"/>
                  <a:t>轉換函數假設是</a:t>
                </a:r>
                <a14:m>
                  <m:oMath xmlns:m="http://schemas.openxmlformats.org/officeDocument/2006/math">
                    <m:r>
                      <a:rPr lang="zh-TW" altLang="en-US" i="1" smtClean="0">
                        <a:latin typeface="Cambria Math" panose="02040503050406030204" pitchFamily="18" charset="0"/>
                      </a:rPr>
                      <m:t>𝜙</m:t>
                    </m:r>
                    <m:d>
                      <m:dPr>
                        <m:ctrlPr>
                          <a:rPr lang="en-US" altLang="zh-TW" i="1" smtClean="0">
                            <a:latin typeface="Cambria Math" panose="02040503050406030204" pitchFamily="18" charset="0"/>
                          </a:rPr>
                        </m:ctrlPr>
                      </m:dPr>
                      <m:e>
                        <m:r>
                          <a:rPr lang="en-US" altLang="zh-TW" b="0" i="1" smtClean="0">
                            <a:latin typeface="Cambria Math" panose="02040503050406030204" pitchFamily="18" charset="0"/>
                          </a:rPr>
                          <m:t>𝑥</m:t>
                        </m:r>
                      </m:e>
                    </m:d>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m>
                          <m:mPr>
                            <m:mcs>
                              <m:mc>
                                <m:mcPr>
                                  <m:count m:val="1"/>
                                  <m:mcJc m:val="center"/>
                                </m:mcPr>
                              </m:mc>
                            </m:mcs>
                            <m:ctrlPr>
                              <a:rPr lang="en-US" altLang="zh-TW" b="0" i="1" smtClean="0">
                                <a:latin typeface="Cambria Math" panose="02040503050406030204" pitchFamily="18" charset="0"/>
                              </a:rPr>
                            </m:ctrlPr>
                          </m:mPr>
                          <m:mr>
                            <m:e>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1</m:t>
                                  </m:r>
                                </m:sub>
                                <m:sup>
                                  <m:r>
                                    <a:rPr lang="en-US" altLang="zh-TW" b="0" i="1" smtClean="0">
                                      <a:latin typeface="Cambria Math" panose="02040503050406030204" pitchFamily="18" charset="0"/>
                                    </a:rPr>
                                    <m:t>2</m:t>
                                  </m:r>
                                </m:sup>
                              </m:sSubSup>
                            </m:e>
                          </m:mr>
                          <m:mr>
                            <m:e>
                              <m:rad>
                                <m:radPr>
                                  <m:degHide m:val="on"/>
                                  <m:ctrlPr>
                                    <a:rPr lang="en-US" altLang="zh-TW" b="0" i="1" smtClean="0">
                                      <a:latin typeface="Cambria Math" panose="02040503050406030204" pitchFamily="18" charset="0"/>
                                    </a:rPr>
                                  </m:ctrlPr>
                                </m:radPr>
                                <m:deg/>
                                <m:e>
                                  <m:r>
                                    <a:rPr lang="en-US" altLang="zh-TW" b="0" i="1" smtClean="0">
                                      <a:latin typeface="Cambria Math" panose="02040503050406030204" pitchFamily="18" charset="0"/>
                                    </a:rPr>
                                    <m:t>2</m:t>
                                  </m:r>
                                </m:e>
                              </m:rad>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1</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2</m:t>
                                  </m:r>
                                </m:sub>
                              </m:sSub>
                            </m:e>
                          </m:mr>
                          <m:mr>
                            <m:e>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𝑥</m:t>
                                  </m:r>
                                </m:e>
                                <m:sub>
                                  <m:r>
                                    <a:rPr lang="en-US" altLang="zh-TW" b="0" i="1" smtClean="0">
                                      <a:latin typeface="Cambria Math" panose="02040503050406030204" pitchFamily="18" charset="0"/>
                                    </a:rPr>
                                    <m:t>2</m:t>
                                  </m:r>
                                </m:sub>
                                <m:sup>
                                  <m:r>
                                    <a:rPr lang="en-US" altLang="zh-TW" i="1">
                                      <a:latin typeface="Cambria Math" panose="02040503050406030204" pitchFamily="18" charset="0"/>
                                    </a:rPr>
                                    <m:t>2</m:t>
                                  </m:r>
                                </m:sup>
                              </m:sSubSup>
                            </m:e>
                          </m:mr>
                        </m:m>
                      </m:e>
                    </m:d>
                  </m:oMath>
                </a14:m>
                <a:endParaRPr lang="en-US" altLang="zh-TW" b="0" dirty="0"/>
              </a:p>
              <a:p>
                <a:endParaRPr lang="en-US" altLang="zh-TW" dirty="0"/>
              </a:p>
            </p:txBody>
          </p:sp>
        </mc:Choice>
        <mc:Fallback xmlns="">
          <p:sp>
            <p:nvSpPr>
              <p:cNvPr id="3" name="內容版面配置區 2">
                <a:extLst>
                  <a:ext uri="{FF2B5EF4-FFF2-40B4-BE49-F238E27FC236}">
                    <a16:creationId xmlns:a16="http://schemas.microsoft.com/office/drawing/2014/main" id="{30303A06-603B-42F0-8748-340089B3CBD1}"/>
                  </a:ext>
                </a:extLst>
              </p:cNvPr>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7C4E3D39-5B04-4142-86BA-50B01B849B67}"/>
              </a:ext>
            </a:extLst>
          </p:cNvPr>
          <p:cNvPicPr>
            <a:picLocks noChangeAspect="1"/>
          </p:cNvPicPr>
          <p:nvPr/>
        </p:nvPicPr>
        <p:blipFill>
          <a:blip r:embed="rId3"/>
          <a:stretch>
            <a:fillRect/>
          </a:stretch>
        </p:blipFill>
        <p:spPr>
          <a:xfrm>
            <a:off x="7081934" y="271438"/>
            <a:ext cx="2790631" cy="2522690"/>
          </a:xfrm>
          <a:prstGeom prst="rect">
            <a:avLst/>
          </a:prstGeom>
        </p:spPr>
      </p:pic>
    </p:spTree>
    <p:extLst>
      <p:ext uri="{BB962C8B-B14F-4D97-AF65-F5344CB8AC3E}">
        <p14:creationId xmlns:p14="http://schemas.microsoft.com/office/powerpoint/2010/main" val="15102953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D199758-D87A-496E-A1B7-ECC768EC380B}"/>
              </a:ext>
            </a:extLst>
          </p:cNvPr>
          <p:cNvSpPr>
            <a:spLocks noGrp="1"/>
          </p:cNvSpPr>
          <p:nvPr>
            <p:ph type="title"/>
          </p:nvPr>
        </p:nvSpPr>
        <p:spPr>
          <a:xfrm>
            <a:off x="1024128" y="585216"/>
            <a:ext cx="9720072" cy="1135801"/>
          </a:xfrm>
        </p:spPr>
        <p:txBody>
          <a:bodyPr/>
          <a:lstStyle/>
          <a:p>
            <a:r>
              <a:rPr lang="zh-TW" altLang="en-US" dirty="0"/>
              <a:t>例子</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65E27202-F85B-497C-A57E-02751B73A7A4}"/>
                  </a:ext>
                </a:extLst>
              </p:cNvPr>
              <p:cNvSpPr>
                <a:spLocks noGrp="1"/>
              </p:cNvSpPr>
              <p:nvPr>
                <p:ph idx="1"/>
              </p:nvPr>
            </p:nvSpPr>
            <p:spPr>
              <a:xfrm>
                <a:off x="838200" y="1886389"/>
                <a:ext cx="10515600" cy="4290574"/>
              </a:xfrm>
            </p:spPr>
            <p:txBody>
              <a:bodyPr>
                <a:normAutofit/>
              </a:bodyPr>
              <a:lstStyle/>
              <a:p>
                <a:r>
                  <a:rPr lang="zh-TW" altLang="en-US" dirty="0"/>
                  <a:t>而什麼是</a:t>
                </a:r>
                <a:r>
                  <a:rPr lang="en-US" altLang="zh-TW" dirty="0"/>
                  <a:t>Kernel</a:t>
                </a:r>
                <a:r>
                  <a:rPr lang="zh-TW" altLang="en-US" dirty="0"/>
                  <a:t>函數？</a:t>
                </a:r>
                <a:endParaRPr lang="en-US" altLang="zh-TW" dirty="0"/>
              </a:p>
              <a:p>
                <a:endParaRPr lang="en-US" altLang="zh-TW" dirty="0"/>
              </a:p>
              <a:p>
                <a:endParaRPr lang="en-US" altLang="zh-TW" dirty="0"/>
              </a:p>
              <a:p>
                <a:r>
                  <a:rPr lang="zh-TW" altLang="en-US" dirty="0"/>
                  <a:t>就是取代掉這段的內積相乘</a:t>
                </a:r>
                <a:endParaRPr lang="en-US" altLang="zh-TW" dirty="0"/>
              </a:p>
              <a:p>
                <a:pPr>
                  <a:lnSpc>
                    <a:spcPct val="100000"/>
                  </a:lnSpc>
                </a:pPr>
                <a14:m>
                  <m:oMath xmlns:m="http://schemas.openxmlformats.org/officeDocument/2006/math">
                    <m:r>
                      <a:rPr lang="en-US" altLang="zh-TW" i="1">
                        <a:latin typeface="Cambria Math" panose="02040503050406030204" pitchFamily="18" charset="0"/>
                      </a:rPr>
                      <m:t>𝐾</m:t>
                    </m:r>
                    <m:d>
                      <m:dPr>
                        <m:ctrlPr>
                          <a:rPr lang="en-US" altLang="zh-TW" i="1">
                            <a:latin typeface="Cambria Math" panose="02040503050406030204" pitchFamily="18" charset="0"/>
                          </a:rPr>
                        </m:ctrlPr>
                      </m:dPr>
                      <m:e>
                        <m:r>
                          <a:rPr lang="en-US" altLang="zh-TW" i="1">
                            <a:latin typeface="Cambria Math" panose="02040503050406030204" pitchFamily="18" charset="0"/>
                          </a:rPr>
                          <m:t>𝑥</m:t>
                        </m:r>
                        <m:r>
                          <a:rPr lang="en-US" altLang="zh-TW" i="1">
                            <a:latin typeface="Cambria Math" panose="02040503050406030204" pitchFamily="18" charset="0"/>
                          </a:rPr>
                          <m:t>, </m:t>
                        </m:r>
                        <m:r>
                          <a:rPr lang="en-US" altLang="zh-TW" i="1">
                            <a:latin typeface="Cambria Math" panose="02040503050406030204" pitchFamily="18" charset="0"/>
                          </a:rPr>
                          <m:t>𝑧</m:t>
                        </m:r>
                      </m:e>
                    </m:d>
                    <m:r>
                      <a:rPr lang="en-US" altLang="zh-TW" i="1">
                        <a:latin typeface="Cambria Math" panose="02040503050406030204" pitchFamily="18" charset="0"/>
                      </a:rPr>
                      <m:t>=</m:t>
                    </m:r>
                    <m:r>
                      <a:rPr lang="zh-TW" altLang="en-US" i="1">
                        <a:latin typeface="Cambria Math" panose="02040503050406030204" pitchFamily="18" charset="0"/>
                      </a:rPr>
                      <m:t>𝜙</m:t>
                    </m:r>
                    <m:d>
                      <m:dPr>
                        <m:ctrlPr>
                          <a:rPr lang="en-US" altLang="zh-TW" i="1">
                            <a:latin typeface="Cambria Math" panose="02040503050406030204" pitchFamily="18" charset="0"/>
                          </a:rPr>
                        </m:ctrlPr>
                      </m:dPr>
                      <m:e>
                        <m:r>
                          <a:rPr lang="en-US" altLang="zh-TW" i="1">
                            <a:latin typeface="Cambria Math" panose="02040503050406030204" pitchFamily="18" charset="0"/>
                          </a:rPr>
                          <m:t>𝑥</m:t>
                        </m:r>
                      </m:e>
                    </m:d>
                    <m:r>
                      <a:rPr lang="zh-TW" altLang="en-US" i="1" smtClean="0">
                        <a:latin typeface="Cambria Math" panose="02040503050406030204" pitchFamily="18" charset="0"/>
                      </a:rPr>
                      <m:t>．</m:t>
                    </m:r>
                    <m:r>
                      <a:rPr lang="zh-TW" altLang="en-US" i="1">
                        <a:latin typeface="Cambria Math" panose="02040503050406030204" pitchFamily="18" charset="0"/>
                      </a:rPr>
                      <m:t>𝜙</m:t>
                    </m:r>
                    <m:d>
                      <m:dPr>
                        <m:ctrlPr>
                          <a:rPr lang="en-US" altLang="zh-TW" i="1">
                            <a:latin typeface="Cambria Math" panose="02040503050406030204" pitchFamily="18" charset="0"/>
                          </a:rPr>
                        </m:ctrlPr>
                      </m:dPr>
                      <m:e>
                        <m:r>
                          <a:rPr lang="en-US" altLang="zh-TW" b="0" i="1" smtClean="0">
                            <a:latin typeface="Cambria Math" panose="02040503050406030204" pitchFamily="18" charset="0"/>
                          </a:rPr>
                          <m:t>𝑧</m:t>
                        </m:r>
                      </m:e>
                    </m:d>
                    <m:r>
                      <a:rPr lang="en-US" altLang="zh-TW" b="0" i="1" smtClean="0">
                        <a:latin typeface="Cambria Math" panose="02040503050406030204" pitchFamily="18" charset="0"/>
                      </a:rPr>
                      <m:t>=</m:t>
                    </m:r>
                    <m:d>
                      <m:dPr>
                        <m:begChr m:val="["/>
                        <m:endChr m:val="]"/>
                        <m:ctrlPr>
                          <a:rPr lang="en-US" altLang="zh-TW" i="1">
                            <a:latin typeface="Cambria Math" panose="02040503050406030204" pitchFamily="18" charset="0"/>
                          </a:rPr>
                        </m:ctrlPr>
                      </m:dPr>
                      <m:e>
                        <m:m>
                          <m:mPr>
                            <m:mcs>
                              <m:mc>
                                <m:mcPr>
                                  <m:count m:val="1"/>
                                  <m:mcJc m:val="center"/>
                                </m:mcPr>
                              </m:mc>
                            </m:mcs>
                            <m:ctrlPr>
                              <a:rPr lang="en-US" altLang="zh-TW" i="1">
                                <a:latin typeface="Cambria Math" panose="02040503050406030204" pitchFamily="18" charset="0"/>
                              </a:rPr>
                            </m:ctrlPr>
                          </m:mPr>
                          <m:mr>
                            <m:e>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𝑥</m:t>
                                  </m:r>
                                </m:e>
                                <m:sub>
                                  <m:r>
                                    <a:rPr lang="en-US" altLang="zh-TW" i="1">
                                      <a:latin typeface="Cambria Math" panose="02040503050406030204" pitchFamily="18" charset="0"/>
                                    </a:rPr>
                                    <m:t>1</m:t>
                                  </m:r>
                                </m:sub>
                                <m:sup>
                                  <m:r>
                                    <a:rPr lang="en-US" altLang="zh-TW" i="1">
                                      <a:latin typeface="Cambria Math" panose="02040503050406030204" pitchFamily="18" charset="0"/>
                                    </a:rPr>
                                    <m:t>2</m:t>
                                  </m:r>
                                </m:sup>
                              </m:sSubSup>
                            </m:e>
                          </m:mr>
                          <m:mr>
                            <m:e>
                              <m:rad>
                                <m:radPr>
                                  <m:degHide m:val="on"/>
                                  <m:ctrlPr>
                                    <a:rPr lang="en-US" altLang="zh-TW" i="1">
                                      <a:latin typeface="Cambria Math" panose="02040503050406030204" pitchFamily="18" charset="0"/>
                                    </a:rPr>
                                  </m:ctrlPr>
                                </m:radPr>
                                <m:deg/>
                                <m:e>
                                  <m:r>
                                    <a:rPr lang="en-US" altLang="zh-TW" i="1">
                                      <a:latin typeface="Cambria Math" panose="02040503050406030204" pitchFamily="18" charset="0"/>
                                    </a:rPr>
                                    <m:t>2</m:t>
                                  </m:r>
                                </m:e>
                              </m:rad>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1</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2</m:t>
                                  </m:r>
                                </m:sub>
                              </m:sSub>
                            </m:e>
                          </m:mr>
                          <m:mr>
                            <m:e>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𝑥</m:t>
                                  </m:r>
                                </m:e>
                                <m:sub>
                                  <m:r>
                                    <a:rPr lang="en-US" altLang="zh-TW" i="1">
                                      <a:latin typeface="Cambria Math" panose="02040503050406030204" pitchFamily="18" charset="0"/>
                                    </a:rPr>
                                    <m:t>2</m:t>
                                  </m:r>
                                </m:sub>
                                <m:sup>
                                  <m:r>
                                    <a:rPr lang="en-US" altLang="zh-TW" i="1">
                                      <a:latin typeface="Cambria Math" panose="02040503050406030204" pitchFamily="18" charset="0"/>
                                    </a:rPr>
                                    <m:t>2</m:t>
                                  </m:r>
                                </m:sup>
                              </m:sSubSup>
                            </m:e>
                          </m:mr>
                        </m:m>
                      </m:e>
                    </m:d>
                  </m:oMath>
                </a14:m>
                <a:r>
                  <a:rPr lang="en-US" altLang="zh-TW" dirty="0"/>
                  <a:t> </a:t>
                </a:r>
                <a14:m>
                  <m:oMath xmlns:m="http://schemas.openxmlformats.org/officeDocument/2006/math">
                    <m:d>
                      <m:dPr>
                        <m:begChr m:val="["/>
                        <m:endChr m:val="]"/>
                        <m:ctrlPr>
                          <a:rPr lang="en-US" altLang="zh-TW" i="1">
                            <a:latin typeface="Cambria Math" panose="02040503050406030204" pitchFamily="18" charset="0"/>
                          </a:rPr>
                        </m:ctrlPr>
                      </m:dPr>
                      <m:e>
                        <m:m>
                          <m:mPr>
                            <m:mcs>
                              <m:mc>
                                <m:mcPr>
                                  <m:count m:val="1"/>
                                  <m:mcJc m:val="center"/>
                                </m:mcPr>
                              </m:mc>
                            </m:mcs>
                            <m:ctrlPr>
                              <a:rPr lang="en-US" altLang="zh-TW" i="1">
                                <a:latin typeface="Cambria Math" panose="02040503050406030204" pitchFamily="18" charset="0"/>
                              </a:rPr>
                            </m:ctrlPr>
                          </m:mPr>
                          <m:mr>
                            <m:e>
                              <m:sSubSup>
                                <m:sSubSupPr>
                                  <m:ctrlPr>
                                    <a:rPr lang="en-US" altLang="zh-TW" i="1">
                                      <a:latin typeface="Cambria Math" panose="02040503050406030204" pitchFamily="18" charset="0"/>
                                    </a:rPr>
                                  </m:ctrlPr>
                                </m:sSubSupPr>
                                <m:e>
                                  <m:r>
                                    <a:rPr lang="en-US" altLang="zh-TW" b="0" i="1" smtClean="0">
                                      <a:latin typeface="Cambria Math" panose="02040503050406030204" pitchFamily="18" charset="0"/>
                                    </a:rPr>
                                    <m:t>𝑧</m:t>
                                  </m:r>
                                </m:e>
                                <m:sub>
                                  <m:r>
                                    <a:rPr lang="en-US" altLang="zh-TW" i="1">
                                      <a:latin typeface="Cambria Math" panose="02040503050406030204" pitchFamily="18" charset="0"/>
                                    </a:rPr>
                                    <m:t>1</m:t>
                                  </m:r>
                                </m:sub>
                                <m:sup>
                                  <m:r>
                                    <a:rPr lang="en-US" altLang="zh-TW" i="1">
                                      <a:latin typeface="Cambria Math" panose="02040503050406030204" pitchFamily="18" charset="0"/>
                                    </a:rPr>
                                    <m:t>2</m:t>
                                  </m:r>
                                </m:sup>
                              </m:sSubSup>
                            </m:e>
                          </m:mr>
                          <m:mr>
                            <m:e>
                              <m:rad>
                                <m:radPr>
                                  <m:degHide m:val="on"/>
                                  <m:ctrlPr>
                                    <a:rPr lang="en-US" altLang="zh-TW" i="1">
                                      <a:latin typeface="Cambria Math" panose="02040503050406030204" pitchFamily="18" charset="0"/>
                                    </a:rPr>
                                  </m:ctrlPr>
                                </m:radPr>
                                <m:deg/>
                                <m:e>
                                  <m:r>
                                    <a:rPr lang="en-US" altLang="zh-TW" i="1">
                                      <a:latin typeface="Cambria Math" panose="02040503050406030204" pitchFamily="18" charset="0"/>
                                    </a:rPr>
                                    <m:t>2</m:t>
                                  </m:r>
                                </m:e>
                              </m:rad>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i="1">
                                      <a:latin typeface="Cambria Math" panose="02040503050406030204" pitchFamily="18" charset="0"/>
                                    </a:rPr>
                                    <m:t>1</m:t>
                                  </m:r>
                                </m:sub>
                              </m:sSub>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i="1">
                                      <a:latin typeface="Cambria Math" panose="02040503050406030204" pitchFamily="18" charset="0"/>
                                    </a:rPr>
                                    <m:t>2</m:t>
                                  </m:r>
                                </m:sub>
                              </m:sSub>
                            </m:e>
                          </m:mr>
                          <m:mr>
                            <m:e>
                              <m:sSubSup>
                                <m:sSubSupPr>
                                  <m:ctrlPr>
                                    <a:rPr lang="en-US" altLang="zh-TW" i="1">
                                      <a:latin typeface="Cambria Math" panose="02040503050406030204" pitchFamily="18" charset="0"/>
                                    </a:rPr>
                                  </m:ctrlPr>
                                </m:sSubSupPr>
                                <m:e>
                                  <m:r>
                                    <a:rPr lang="en-US" altLang="zh-TW" b="0" i="1" smtClean="0">
                                      <a:latin typeface="Cambria Math" panose="02040503050406030204" pitchFamily="18" charset="0"/>
                                    </a:rPr>
                                    <m:t>𝑧</m:t>
                                  </m:r>
                                </m:e>
                                <m:sub>
                                  <m:r>
                                    <a:rPr lang="en-US" altLang="zh-TW" i="1">
                                      <a:latin typeface="Cambria Math" panose="02040503050406030204" pitchFamily="18" charset="0"/>
                                    </a:rPr>
                                    <m:t>2</m:t>
                                  </m:r>
                                </m:sub>
                                <m:sup>
                                  <m:r>
                                    <a:rPr lang="en-US" altLang="zh-TW" i="1">
                                      <a:latin typeface="Cambria Math" panose="02040503050406030204" pitchFamily="18" charset="0"/>
                                    </a:rPr>
                                    <m:t>2</m:t>
                                  </m:r>
                                </m:sup>
                              </m:sSubSup>
                            </m:e>
                          </m:mr>
                        </m:m>
                      </m:e>
                    </m:d>
                  </m:oMath>
                </a14:m>
                <a:r>
                  <a:rPr lang="en-US" altLang="zh-TW" dirty="0"/>
                  <a:t>=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𝑥</m:t>
                        </m:r>
                      </m:e>
                      <m:sub>
                        <m:r>
                          <a:rPr lang="en-US" altLang="zh-TW" i="1">
                            <a:latin typeface="Cambria Math" panose="02040503050406030204" pitchFamily="18" charset="0"/>
                          </a:rPr>
                          <m:t>1</m:t>
                        </m:r>
                      </m:sub>
                      <m:sup>
                        <m:r>
                          <a:rPr lang="en-US" altLang="zh-TW" i="1">
                            <a:latin typeface="Cambria Math" panose="02040503050406030204" pitchFamily="18" charset="0"/>
                          </a:rPr>
                          <m:t>2</m:t>
                        </m:r>
                      </m:sup>
                    </m:sSubSup>
                  </m:oMath>
                </a14:m>
                <a:r>
                  <a:rPr lang="en-US" altLang="zh-TW" dirty="0"/>
                  <a:t>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𝑧</m:t>
                        </m:r>
                      </m:e>
                      <m:sub>
                        <m:r>
                          <a:rPr lang="en-US" altLang="zh-TW" i="1">
                            <a:latin typeface="Cambria Math" panose="02040503050406030204" pitchFamily="18" charset="0"/>
                          </a:rPr>
                          <m:t>1</m:t>
                        </m:r>
                      </m:sub>
                      <m:sup>
                        <m:r>
                          <a:rPr lang="en-US" altLang="zh-TW" i="1">
                            <a:latin typeface="Cambria Math" panose="02040503050406030204" pitchFamily="18" charset="0"/>
                          </a:rPr>
                          <m:t>2</m:t>
                        </m:r>
                      </m:sup>
                    </m:sSubSup>
                    <m:r>
                      <a:rPr lang="en-US" altLang="zh-TW" b="0" i="0" smtClean="0">
                        <a:latin typeface="Cambria Math" panose="02040503050406030204" pitchFamily="18" charset="0"/>
                      </a:rPr>
                      <m:t>+2</m:t>
                    </m:r>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1</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2</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i="1">
                            <a:latin typeface="Cambria Math" panose="02040503050406030204" pitchFamily="18" charset="0"/>
                          </a:rPr>
                          <m:t>1</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i="1">
                            <a:latin typeface="Cambria Math" panose="02040503050406030204" pitchFamily="18" charset="0"/>
                          </a:rPr>
                          <m:t>2</m:t>
                        </m:r>
                      </m:sub>
                    </m:sSub>
                  </m:oMath>
                </a14:m>
                <a:r>
                  <a:rPr lang="en-US" altLang="zh-TW" dirty="0"/>
                  <a:t>+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𝑥</m:t>
                        </m:r>
                      </m:e>
                      <m:sub>
                        <m:r>
                          <a:rPr lang="en-US" altLang="zh-TW" b="0" i="1" smtClean="0">
                            <a:latin typeface="Cambria Math" panose="02040503050406030204" pitchFamily="18" charset="0"/>
                          </a:rPr>
                          <m:t>2</m:t>
                        </m:r>
                      </m:sub>
                      <m:sup>
                        <m:r>
                          <a:rPr lang="en-US" altLang="zh-TW" i="1">
                            <a:latin typeface="Cambria Math" panose="02040503050406030204" pitchFamily="18" charset="0"/>
                          </a:rPr>
                          <m:t>2</m:t>
                        </m:r>
                      </m:sup>
                    </m:sSubSup>
                  </m:oMath>
                </a14:m>
                <a:r>
                  <a:rPr lang="en-US" altLang="zh-TW" dirty="0"/>
                  <a:t>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𝑧</m:t>
                        </m:r>
                      </m:e>
                      <m:sub>
                        <m:r>
                          <a:rPr lang="en-US" altLang="zh-TW" b="0" i="1" smtClean="0">
                            <a:latin typeface="Cambria Math" panose="02040503050406030204" pitchFamily="18" charset="0"/>
                          </a:rPr>
                          <m:t>2</m:t>
                        </m:r>
                      </m:sub>
                      <m:sup>
                        <m:r>
                          <a:rPr lang="en-US" altLang="zh-TW" i="1">
                            <a:latin typeface="Cambria Math" panose="02040503050406030204" pitchFamily="18" charset="0"/>
                          </a:rPr>
                          <m:t>2</m:t>
                        </m:r>
                      </m:sup>
                    </m:sSub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1</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b="0" i="1" smtClean="0">
                                <a:latin typeface="Cambria Math" panose="02040503050406030204" pitchFamily="18" charset="0"/>
                              </a:rPr>
                              <m:t>2</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b="0" i="1" smtClean="0">
                                <a:latin typeface="Cambria Math" panose="02040503050406030204" pitchFamily="18" charset="0"/>
                              </a:rPr>
                              <m:t>2</m:t>
                            </m:r>
                          </m:sub>
                        </m:sSub>
                        <m:r>
                          <a:rPr lang="en-US" altLang="zh-TW" i="1">
                            <a:latin typeface="Cambria Math" panose="02040503050406030204" pitchFamily="18" charset="0"/>
                          </a:rPr>
                          <m:t>)</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d>
                          <m:dPr>
                            <m:ctrlPr>
                              <a:rPr lang="en-US" altLang="zh-TW" i="1">
                                <a:latin typeface="Cambria Math" panose="02040503050406030204" pitchFamily="18" charset="0"/>
                              </a:rPr>
                            </m:ctrlPr>
                          </m:dPr>
                          <m:e>
                            <m:m>
                              <m:mPr>
                                <m:mcs>
                                  <m:mc>
                                    <m:mcPr>
                                      <m:count m:val="2"/>
                                      <m:mcJc m:val="center"/>
                                    </m:mcPr>
                                  </m:mc>
                                </m:mcs>
                                <m:ctrlPr>
                                  <a:rPr lang="en-US" altLang="zh-TW" i="1">
                                    <a:latin typeface="Cambria Math" panose="02040503050406030204" pitchFamily="18" charset="0"/>
                                  </a:rPr>
                                </m:ctrlPr>
                              </m:mPr>
                              <m:mr>
                                <m:e>
                                  <m:d>
                                    <m:dPr>
                                      <m:begChr m:val="["/>
                                      <m:endChr m:val="]"/>
                                      <m:ctrlPr>
                                        <a:rPr lang="en-US" altLang="zh-TW" i="1">
                                          <a:latin typeface="Cambria Math" panose="02040503050406030204" pitchFamily="18" charset="0"/>
                                        </a:rPr>
                                      </m:ctrlPr>
                                    </m:dPr>
                                    <m:e>
                                      <m:m>
                                        <m:mPr>
                                          <m:mcs>
                                            <m:mc>
                                              <m:mcPr>
                                                <m:count m:val="1"/>
                                                <m:mcJc m:val="center"/>
                                              </m:mcPr>
                                            </m:mc>
                                          </m:mcs>
                                          <m:ctrlPr>
                                            <a:rPr lang="en-US" altLang="zh-TW" i="1">
                                              <a:latin typeface="Cambria Math" panose="02040503050406030204" pitchFamily="18" charset="0"/>
                                            </a:rPr>
                                          </m:ctrlPr>
                                        </m:mPr>
                                        <m:m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1</m:t>
                                                </m:r>
                                              </m:sub>
                                            </m:sSub>
                                          </m:e>
                                        </m:mr>
                                        <m:m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2</m:t>
                                                </m:r>
                                              </m:sub>
                                            </m:sSub>
                                          </m:e>
                                        </m:mr>
                                      </m:m>
                                    </m:e>
                                  </m:d>
                                </m:e>
                                <m:e>
                                  <m:d>
                                    <m:dPr>
                                      <m:begChr m:val="["/>
                                      <m:endChr m:val="]"/>
                                      <m:ctrlPr>
                                        <a:rPr lang="en-US" altLang="zh-TW" i="1">
                                          <a:latin typeface="Cambria Math" panose="02040503050406030204" pitchFamily="18" charset="0"/>
                                        </a:rPr>
                                      </m:ctrlPr>
                                    </m:dPr>
                                    <m:e>
                                      <m:m>
                                        <m:mPr>
                                          <m:mcs>
                                            <m:mc>
                                              <m:mcPr>
                                                <m:count m:val="1"/>
                                                <m:mcJc m:val="center"/>
                                              </m:mcPr>
                                            </m:mc>
                                          </m:mcs>
                                          <m:ctrlPr>
                                            <a:rPr lang="en-US" altLang="zh-TW" i="1">
                                              <a:latin typeface="Cambria Math" panose="02040503050406030204" pitchFamily="18" charset="0"/>
                                            </a:rPr>
                                          </m:ctrlPr>
                                        </m:mPr>
                                        <m:mr>
                                          <m:e>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i="1">
                                                    <a:latin typeface="Cambria Math" panose="02040503050406030204" pitchFamily="18" charset="0"/>
                                                  </a:rPr>
                                                  <m:t>1</m:t>
                                                </m:r>
                                              </m:sub>
                                            </m:sSub>
                                          </m:e>
                                        </m:mr>
                                        <m:mr>
                                          <m:e>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i="1">
                                                    <a:latin typeface="Cambria Math" panose="02040503050406030204" pitchFamily="18" charset="0"/>
                                                  </a:rPr>
                                                  <m:t>2</m:t>
                                                </m:r>
                                              </m:sub>
                                            </m:sSub>
                                          </m:e>
                                        </m:mr>
                                      </m:m>
                                    </m:e>
                                  </m:d>
                                </m:e>
                              </m:mr>
                            </m:m>
                          </m:e>
                        </m:d>
                      </m:e>
                      <m:sup>
                        <m:r>
                          <a:rPr lang="en-US" altLang="zh-TW" b="0" i="1" smtClean="0">
                            <a:latin typeface="Cambria Math" panose="02040503050406030204" pitchFamily="18" charset="0"/>
                          </a:rPr>
                          <m:t>2</m:t>
                        </m:r>
                      </m:sup>
                    </m:sSup>
                  </m:oMath>
                </a14:m>
                <a:r>
                  <a:rPr lang="en-US" altLang="zh-TW" dirty="0"/>
                  <a:t>=(x</a:t>
                </a:r>
                <a:r>
                  <a:rPr lang="zh-TW" altLang="en-US" dirty="0"/>
                  <a:t>．</a:t>
                </a:r>
                <a:r>
                  <a:rPr lang="en-US" altLang="zh-TW" dirty="0"/>
                  <a:t>z)</a:t>
                </a:r>
                <a:r>
                  <a:rPr lang="en-US" altLang="zh-TW" baseline="30000" dirty="0"/>
                  <a:t>2</a:t>
                </a:r>
                <a:endParaRPr lang="zh-TW" altLang="en-US" baseline="30000" dirty="0"/>
              </a:p>
              <a:p>
                <a:pPr marL="0" indent="0">
                  <a:buNone/>
                </a:pPr>
                <a:endParaRPr lang="zh-TW" altLang="en-US" dirty="0"/>
              </a:p>
            </p:txBody>
          </p:sp>
        </mc:Choice>
        <mc:Fallback xmlns="">
          <p:sp>
            <p:nvSpPr>
              <p:cNvPr id="3" name="內容版面配置區 2">
                <a:extLst>
                  <a:ext uri="{FF2B5EF4-FFF2-40B4-BE49-F238E27FC236}">
                    <a16:creationId xmlns:a16="http://schemas.microsoft.com/office/drawing/2014/main" id="{65E27202-F85B-497C-A57E-02751B73A7A4}"/>
                  </a:ext>
                </a:extLst>
              </p:cNvPr>
              <p:cNvSpPr>
                <a:spLocks noGrp="1" noRot="1" noChangeAspect="1" noMove="1" noResize="1" noEditPoints="1" noAdjustHandles="1" noChangeArrowheads="1" noChangeShapeType="1" noTextEdit="1"/>
              </p:cNvSpPr>
              <p:nvPr>
                <p:ph idx="1"/>
              </p:nvPr>
            </p:nvSpPr>
            <p:spPr>
              <a:xfrm>
                <a:off x="838200" y="1886389"/>
                <a:ext cx="10515600" cy="4290574"/>
              </a:xfrm>
              <a:blipFill>
                <a:blip r:embed="rId3"/>
                <a:stretch>
                  <a:fillRect l="-1206" t="-1770"/>
                </a:stretch>
              </a:blipFill>
            </p:spPr>
            <p:txBody>
              <a:bodyPr/>
              <a:lstStyle/>
              <a:p>
                <a:r>
                  <a:rPr lang="zh-TW" altLang="en-US">
                    <a:noFill/>
                  </a:rPr>
                  <a:t> </a:t>
                </a:r>
              </a:p>
            </p:txBody>
          </p:sp>
        </mc:Fallback>
      </mc:AlternateContent>
      <p:pic>
        <p:nvPicPr>
          <p:cNvPr id="4" name="Picture 2053" descr="txp_fig">
            <a:extLst>
              <a:ext uri="{FF2B5EF4-FFF2-40B4-BE49-F238E27FC236}">
                <a16:creationId xmlns:a16="http://schemas.microsoft.com/office/drawing/2014/main" id="{A107ACE9-3971-4713-86C1-712AB24B8AD3}"/>
              </a:ext>
            </a:extLst>
          </p:cNvPr>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2684787" y="2276331"/>
            <a:ext cx="7315200"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橢圓 4">
            <a:extLst>
              <a:ext uri="{FF2B5EF4-FFF2-40B4-BE49-F238E27FC236}">
                <a16:creationId xmlns:a16="http://schemas.microsoft.com/office/drawing/2014/main" id="{BEB3C060-40B1-4C4C-A085-E916EC509742}"/>
              </a:ext>
            </a:extLst>
          </p:cNvPr>
          <p:cNvSpPr/>
          <p:nvPr/>
        </p:nvSpPr>
        <p:spPr>
          <a:xfrm>
            <a:off x="9232730" y="2276331"/>
            <a:ext cx="895559" cy="834731"/>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5625901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D6BC3C-1672-4E8D-97D9-F6C43218694A}"/>
              </a:ext>
            </a:extLst>
          </p:cNvPr>
          <p:cNvSpPr>
            <a:spLocks noGrp="1"/>
          </p:cNvSpPr>
          <p:nvPr>
            <p:ph type="title"/>
          </p:nvPr>
        </p:nvSpPr>
        <p:spPr/>
        <p:txBody>
          <a:bodyPr/>
          <a:lstStyle/>
          <a:p>
            <a:r>
              <a:rPr lang="en-US" altLang="zh-TW" dirty="0"/>
              <a:t>Kernel</a:t>
            </a:r>
            <a:r>
              <a:rPr lang="zh-TW" altLang="en-US" dirty="0"/>
              <a:t>函數</a:t>
            </a:r>
          </a:p>
        </p:txBody>
      </p:sp>
      <p:sp>
        <p:nvSpPr>
          <p:cNvPr id="3" name="內容版面配置區 2">
            <a:extLst>
              <a:ext uri="{FF2B5EF4-FFF2-40B4-BE49-F238E27FC236}">
                <a16:creationId xmlns:a16="http://schemas.microsoft.com/office/drawing/2014/main" id="{BA53594E-B760-4728-AE6F-5B15757A35B0}"/>
              </a:ext>
            </a:extLst>
          </p:cNvPr>
          <p:cNvSpPr>
            <a:spLocks noGrp="1"/>
          </p:cNvSpPr>
          <p:nvPr>
            <p:ph idx="1"/>
          </p:nvPr>
        </p:nvSpPr>
        <p:spPr/>
        <p:txBody>
          <a:bodyPr/>
          <a:lstStyle/>
          <a:p>
            <a:r>
              <a:rPr lang="zh-TW" altLang="en-US" dirty="0"/>
              <a:t>假設有一個轉換函數</a:t>
            </a:r>
            <a:endParaRPr lang="en-US" altLang="zh-TW" dirty="0"/>
          </a:p>
          <a:p>
            <a:endParaRPr lang="en-US" altLang="zh-TW" dirty="0"/>
          </a:p>
          <a:p>
            <a:endParaRPr lang="en-US" altLang="zh-TW" dirty="0"/>
          </a:p>
          <a:p>
            <a:r>
              <a:rPr lang="zh-TW" altLang="en-US" dirty="0"/>
              <a:t>那內積乘起來</a:t>
            </a:r>
            <a:endParaRPr lang="en-US" altLang="zh-TW" dirty="0"/>
          </a:p>
          <a:p>
            <a:endParaRPr lang="en-US" altLang="zh-TW" dirty="0"/>
          </a:p>
          <a:p>
            <a:endParaRPr lang="en-US" altLang="zh-TW" dirty="0"/>
          </a:p>
          <a:p>
            <a:r>
              <a:rPr lang="zh-TW" altLang="en-US" dirty="0"/>
              <a:t>這樣的</a:t>
            </a:r>
            <a:r>
              <a:rPr lang="en-US" altLang="zh-TW" dirty="0"/>
              <a:t>kernel</a:t>
            </a:r>
            <a:r>
              <a:rPr lang="zh-TW" altLang="en-US" dirty="0"/>
              <a:t>函數其實就是（可以少掉很多計算！）</a:t>
            </a:r>
          </a:p>
        </p:txBody>
      </p:sp>
      <p:pic>
        <p:nvPicPr>
          <p:cNvPr id="4" name="Picture 4" descr="txp_fig">
            <a:extLst>
              <a:ext uri="{FF2B5EF4-FFF2-40B4-BE49-F238E27FC236}">
                <a16:creationId xmlns:a16="http://schemas.microsoft.com/office/drawing/2014/main" id="{6AA6B2E5-90F7-429C-B5D1-207A1C663AA1}"/>
              </a:ext>
            </a:extLst>
          </p:cNvPr>
          <p:cNvPicPr>
            <a:picLocks noChangeAspect="1" noChangeArrowheads="1"/>
          </p:cNvPicPr>
          <p:nvPr>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1849664" y="2826382"/>
            <a:ext cx="6553200"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9" descr="txp_fig">
            <a:extLst>
              <a:ext uri="{FF2B5EF4-FFF2-40B4-BE49-F238E27FC236}">
                <a16:creationId xmlns:a16="http://schemas.microsoft.com/office/drawing/2014/main" id="{9C9FA9D8-CFAC-4351-82C7-BDA6254C9B73}"/>
              </a:ext>
            </a:extLst>
          </p:cNvPr>
          <p:cNvPicPr>
            <a:picLocks noChangeAspect="1" noChangeArrowheads="1"/>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1773464" y="4246199"/>
            <a:ext cx="6705600" cy="5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7" descr="txp_fig">
            <a:extLst>
              <a:ext uri="{FF2B5EF4-FFF2-40B4-BE49-F238E27FC236}">
                <a16:creationId xmlns:a16="http://schemas.microsoft.com/office/drawing/2014/main" id="{2189F648-20AE-47E4-9DD3-5BD22EC0D9C8}"/>
              </a:ext>
            </a:extLst>
          </p:cNvPr>
          <p:cNvPicPr>
            <a:picLocks noChangeAspect="1" noChangeArrowheads="1"/>
          </p:cNvPicPr>
          <p:nvPr>
            <p:custDataLst>
              <p:tags r:id="rId3"/>
            </p:custDataLst>
          </p:nvPr>
        </p:nvPicPr>
        <p:blipFill>
          <a:blip r:embed="rId7">
            <a:extLst>
              <a:ext uri="{28A0092B-C50C-407E-A947-70E740481C1C}">
                <a14:useLocalDpi xmlns:a14="http://schemas.microsoft.com/office/drawing/2010/main" val="0"/>
              </a:ext>
            </a:extLst>
          </a:blip>
          <a:srcRect/>
          <a:stretch>
            <a:fillRect/>
          </a:stretch>
        </p:blipFill>
        <p:spPr bwMode="auto">
          <a:xfrm>
            <a:off x="1849664" y="5561045"/>
            <a:ext cx="5911850"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a:extLst>
              <a:ext uri="{FF2B5EF4-FFF2-40B4-BE49-F238E27FC236}">
                <a16:creationId xmlns:a16="http://schemas.microsoft.com/office/drawing/2014/main" id="{B59F8F25-9F43-4FBA-9580-89C46ED8E304}"/>
              </a:ext>
            </a:extLst>
          </p:cNvPr>
          <p:cNvSpPr/>
          <p:nvPr/>
        </p:nvSpPr>
        <p:spPr>
          <a:xfrm>
            <a:off x="5950946" y="843240"/>
            <a:ext cx="4799904" cy="369332"/>
          </a:xfrm>
          <a:prstGeom prst="rect">
            <a:avLst/>
          </a:prstGeom>
        </p:spPr>
        <p:txBody>
          <a:bodyPr wrap="none">
            <a:spAutoFit/>
          </a:bodyPr>
          <a:lstStyle/>
          <a:p>
            <a:r>
              <a:rPr lang="zh-TW" altLang="en-US" dirty="0"/>
              <a:t>https://www.youtube.com/watch?v=3liCbRZPrZA</a:t>
            </a:r>
          </a:p>
        </p:txBody>
      </p:sp>
    </p:spTree>
    <p:extLst>
      <p:ext uri="{BB962C8B-B14F-4D97-AF65-F5344CB8AC3E}">
        <p14:creationId xmlns:p14="http://schemas.microsoft.com/office/powerpoint/2010/main" val="373820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CC4F8F-DE7D-4CCA-940A-58A8B14948A4}"/>
              </a:ext>
            </a:extLst>
          </p:cNvPr>
          <p:cNvSpPr>
            <a:spLocks noGrp="1"/>
          </p:cNvSpPr>
          <p:nvPr>
            <p:ph type="title"/>
          </p:nvPr>
        </p:nvSpPr>
        <p:spPr/>
        <p:txBody>
          <a:bodyPr/>
          <a:lstStyle/>
          <a:p>
            <a:r>
              <a:rPr lang="en-US" altLang="zh-TW" dirty="0"/>
              <a:t>Kernel</a:t>
            </a:r>
            <a:r>
              <a:rPr lang="zh-TW" altLang="en-US" dirty="0"/>
              <a:t>函數</a:t>
            </a:r>
          </a:p>
        </p:txBody>
      </p:sp>
      <p:sp>
        <p:nvSpPr>
          <p:cNvPr id="3" name="內容版面配置區 2">
            <a:extLst>
              <a:ext uri="{FF2B5EF4-FFF2-40B4-BE49-F238E27FC236}">
                <a16:creationId xmlns:a16="http://schemas.microsoft.com/office/drawing/2014/main" id="{F5772B7E-AF4B-487C-865C-2D8543B54ECD}"/>
              </a:ext>
            </a:extLst>
          </p:cNvPr>
          <p:cNvSpPr>
            <a:spLocks noGrp="1"/>
          </p:cNvSpPr>
          <p:nvPr>
            <p:ph idx="1"/>
          </p:nvPr>
        </p:nvSpPr>
        <p:spPr/>
        <p:txBody>
          <a:bodyPr/>
          <a:lstStyle/>
          <a:p>
            <a:r>
              <a:rPr lang="zh-TW" altLang="en-US" dirty="0"/>
              <a:t>多項式</a:t>
            </a:r>
            <a:r>
              <a:rPr lang="en-US" altLang="zh-TW" dirty="0"/>
              <a:t>kernel(degree = d)</a:t>
            </a:r>
          </a:p>
          <a:p>
            <a:endParaRPr lang="en-US" altLang="zh-TW" dirty="0"/>
          </a:p>
          <a:p>
            <a:r>
              <a:rPr lang="en-US" altLang="zh-CN" dirty="0">
                <a:ea typeface="宋体" panose="02010600030101010101" pitchFamily="2" charset="-122"/>
              </a:rPr>
              <a:t>Radial basis function kernel with width </a:t>
            </a:r>
            <a:r>
              <a:rPr lang="en-US" altLang="zh-CN" dirty="0">
                <a:latin typeface="Symbol" panose="05050102010706020507" pitchFamily="18" charset="2"/>
                <a:ea typeface="宋体" panose="02010600030101010101" pitchFamily="2" charset="-122"/>
              </a:rPr>
              <a:t>s</a:t>
            </a:r>
          </a:p>
          <a:p>
            <a:pPr lvl="1"/>
            <a:r>
              <a:rPr lang="en-US" altLang="zh-CN" dirty="0">
                <a:ea typeface="宋体" panose="02010600030101010101" pitchFamily="2" charset="-122"/>
              </a:rPr>
              <a:t>The feature space is infinite-dimensional</a:t>
            </a:r>
          </a:p>
          <a:p>
            <a:pPr lvl="1"/>
            <a:endParaRPr lang="en-US" altLang="zh-CN" dirty="0">
              <a:latin typeface="Symbol" panose="05050102010706020507" pitchFamily="18" charset="2"/>
              <a:ea typeface="宋体" panose="02010600030101010101" pitchFamily="2" charset="-122"/>
            </a:endParaRPr>
          </a:p>
          <a:p>
            <a:pPr marL="0" indent="0">
              <a:buNone/>
            </a:pPr>
            <a:endParaRPr lang="en-US" altLang="zh-CN" dirty="0">
              <a:latin typeface="Symbol" panose="05050102010706020507" pitchFamily="18" charset="2"/>
              <a:ea typeface="宋体" panose="02010600030101010101" pitchFamily="2" charset="-122"/>
            </a:endParaRPr>
          </a:p>
          <a:p>
            <a:r>
              <a:rPr lang="en-US" altLang="zh-CN" dirty="0">
                <a:ea typeface="宋体" panose="02010600030101010101" pitchFamily="2" charset="-122"/>
              </a:rPr>
              <a:t>Sigmoid with parameter </a:t>
            </a:r>
            <a:r>
              <a:rPr lang="en-US" altLang="zh-CN" dirty="0">
                <a:latin typeface="Symbol" panose="05050102010706020507" pitchFamily="18" charset="2"/>
                <a:ea typeface="宋体" panose="02010600030101010101" pitchFamily="2" charset="-122"/>
              </a:rPr>
              <a:t>k</a:t>
            </a:r>
            <a:r>
              <a:rPr lang="en-US" altLang="zh-CN" dirty="0">
                <a:ea typeface="宋体" panose="02010600030101010101" pitchFamily="2" charset="-122"/>
              </a:rPr>
              <a:t> and </a:t>
            </a:r>
            <a:r>
              <a:rPr lang="en-US" altLang="zh-CN" dirty="0">
                <a:latin typeface="Symbol" panose="05050102010706020507" pitchFamily="18" charset="2"/>
                <a:ea typeface="宋体" panose="02010600030101010101" pitchFamily="2" charset="-122"/>
              </a:rPr>
              <a:t>q</a:t>
            </a:r>
            <a:r>
              <a:rPr lang="en-US" altLang="zh-CN" dirty="0">
                <a:ea typeface="宋体" panose="02010600030101010101" pitchFamily="2" charset="-122"/>
              </a:rPr>
              <a:t> </a:t>
            </a:r>
          </a:p>
          <a:p>
            <a:endParaRPr lang="en-US" altLang="zh-CN" dirty="0">
              <a:ea typeface="宋体" panose="02010600030101010101" pitchFamily="2" charset="-122"/>
            </a:endParaRPr>
          </a:p>
          <a:p>
            <a:endParaRPr lang="en-US" altLang="zh-TW" dirty="0"/>
          </a:p>
          <a:p>
            <a:endParaRPr lang="zh-TW" altLang="en-US" dirty="0"/>
          </a:p>
        </p:txBody>
      </p:sp>
      <p:pic>
        <p:nvPicPr>
          <p:cNvPr id="5" name="Picture 4" descr="txp_fig">
            <a:extLst>
              <a:ext uri="{FF2B5EF4-FFF2-40B4-BE49-F238E27FC236}">
                <a16:creationId xmlns:a16="http://schemas.microsoft.com/office/drawing/2014/main" id="{39C01ADF-ADCF-4E2D-95DB-682864D58C2F}"/>
              </a:ext>
            </a:extLst>
          </p:cNvPr>
          <p:cNvPicPr>
            <a:picLocks noChangeAspect="1" noChangeArrowheads="1"/>
          </p:cNvPicPr>
          <p:nvPr>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3058886" y="2261394"/>
            <a:ext cx="3581400" cy="40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6" descr="txp_fig">
            <a:extLst>
              <a:ext uri="{FF2B5EF4-FFF2-40B4-BE49-F238E27FC236}">
                <a16:creationId xmlns:a16="http://schemas.microsoft.com/office/drawing/2014/main" id="{51583932-258B-40D4-9996-CD3EB59F7567}"/>
              </a:ext>
            </a:extLst>
          </p:cNvPr>
          <p:cNvPicPr>
            <a:picLocks noChangeAspect="1" noChangeArrowheads="1"/>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2521630" y="4099242"/>
            <a:ext cx="510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9" descr="txp_fig">
            <a:extLst>
              <a:ext uri="{FF2B5EF4-FFF2-40B4-BE49-F238E27FC236}">
                <a16:creationId xmlns:a16="http://schemas.microsoft.com/office/drawing/2014/main" id="{4C9FFB4D-4A73-4922-803E-39AEC3A4D4BD}"/>
              </a:ext>
            </a:extLst>
          </p:cNvPr>
          <p:cNvPicPr>
            <a:picLocks noChangeAspect="1" noChangeArrowheads="1"/>
          </p:cNvPicPr>
          <p:nvPr>
            <p:custDataLst>
              <p:tags r:id="rId3"/>
            </p:custDataLst>
          </p:nvPr>
        </p:nvPicPr>
        <p:blipFill>
          <a:blip r:embed="rId7">
            <a:extLst>
              <a:ext uri="{28A0092B-C50C-407E-A947-70E740481C1C}">
                <a14:useLocalDpi xmlns:a14="http://schemas.microsoft.com/office/drawing/2010/main" val="0"/>
              </a:ext>
            </a:extLst>
          </a:blip>
          <a:srcRect/>
          <a:stretch>
            <a:fillRect/>
          </a:stretch>
        </p:blipFill>
        <p:spPr bwMode="auto">
          <a:xfrm>
            <a:off x="2521630" y="5385593"/>
            <a:ext cx="4264025"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86538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5A81CD1-AB98-D847-F1A9-72CE622CDC6C}"/>
              </a:ext>
            </a:extLst>
          </p:cNvPr>
          <p:cNvSpPr>
            <a:spLocks noGrp="1"/>
          </p:cNvSpPr>
          <p:nvPr>
            <p:ph type="title"/>
          </p:nvPr>
        </p:nvSpPr>
        <p:spPr/>
        <p:txBody>
          <a:bodyPr/>
          <a:lstStyle/>
          <a:p>
            <a:r>
              <a:rPr kumimoji="1" lang="zh-TW" altLang="en-US" dirty="0"/>
              <a:t>範例</a:t>
            </a:r>
          </a:p>
        </p:txBody>
      </p:sp>
      <p:sp>
        <p:nvSpPr>
          <p:cNvPr id="3" name="內容版面配置區 2">
            <a:extLst>
              <a:ext uri="{FF2B5EF4-FFF2-40B4-BE49-F238E27FC236}">
                <a16:creationId xmlns:a16="http://schemas.microsoft.com/office/drawing/2014/main" id="{4037460C-B66E-DD6A-4D70-FB93F3DC4DED}"/>
              </a:ext>
            </a:extLst>
          </p:cNvPr>
          <p:cNvSpPr>
            <a:spLocks noGrp="1"/>
          </p:cNvSpPr>
          <p:nvPr>
            <p:ph idx="1"/>
          </p:nvPr>
        </p:nvSpPr>
        <p:spPr/>
        <p:txBody>
          <a:bodyPr/>
          <a:lstStyle/>
          <a:p>
            <a:endParaRPr kumimoji="1" lang="zh-TW" altLang="en-US"/>
          </a:p>
        </p:txBody>
      </p:sp>
      <p:pic>
        <p:nvPicPr>
          <p:cNvPr id="1026" name="Picture 2">
            <a:extLst>
              <a:ext uri="{FF2B5EF4-FFF2-40B4-BE49-F238E27FC236}">
                <a16:creationId xmlns:a16="http://schemas.microsoft.com/office/drawing/2014/main" id="{3FFFA179-BAE9-E8F1-5204-A3E10EB74D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7800" y="1833880"/>
            <a:ext cx="8026400" cy="492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9438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947845-2B74-57C3-FCE0-28CAFC4810FD}"/>
              </a:ext>
            </a:extLst>
          </p:cNvPr>
          <p:cNvSpPr>
            <a:spLocks noGrp="1"/>
          </p:cNvSpPr>
          <p:nvPr>
            <p:ph type="title"/>
          </p:nvPr>
        </p:nvSpPr>
        <p:spPr/>
        <p:txBody>
          <a:bodyPr/>
          <a:lstStyle/>
          <a:p>
            <a:r>
              <a:rPr kumimoji="1" lang="zh-TW" altLang="en-US" dirty="0"/>
              <a:t>範例</a:t>
            </a:r>
            <a:r>
              <a:rPr kumimoji="1" lang="en-US" altLang="zh-TW" dirty="0"/>
              <a:t>-</a:t>
            </a:r>
            <a:r>
              <a:rPr kumimoji="1" lang="zh-TW" altLang="en-US" dirty="0"/>
              <a:t>使用多項式的</a:t>
            </a:r>
            <a:r>
              <a:rPr kumimoji="1" lang="en-US" altLang="zh-TW" dirty="0"/>
              <a:t>SVM</a:t>
            </a:r>
            <a:r>
              <a:rPr kumimoji="1" lang="en-US" altLang="zh-TW" sz="3600" cap="none" dirty="0"/>
              <a:t>(</a:t>
            </a:r>
            <a:r>
              <a:rPr kumimoji="1" lang="en-US" altLang="zh-TW" sz="3600" cap="none" dirty="0" err="1"/>
              <a:t>LinearSVC</a:t>
            </a:r>
            <a:r>
              <a:rPr kumimoji="1" lang="en-US" altLang="zh-TW" sz="3600" cap="none" dirty="0"/>
              <a:t>, degree=3)</a:t>
            </a:r>
            <a:endParaRPr kumimoji="1" lang="zh-TW" altLang="en-US" cap="none" dirty="0"/>
          </a:p>
        </p:txBody>
      </p:sp>
      <p:pic>
        <p:nvPicPr>
          <p:cNvPr id="2050" name="Picture 2">
            <a:extLst>
              <a:ext uri="{FF2B5EF4-FFF2-40B4-BE49-F238E27FC236}">
                <a16:creationId xmlns:a16="http://schemas.microsoft.com/office/drawing/2014/main" id="{08D377AC-9497-C91D-C834-2790B2D0A0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264" y="1805528"/>
            <a:ext cx="7501619" cy="4467256"/>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C79918DB-30AB-E563-EA1A-2E41CB3E7345}"/>
              </a:ext>
            </a:extLst>
          </p:cNvPr>
          <p:cNvSpPr txBox="1"/>
          <p:nvPr/>
        </p:nvSpPr>
        <p:spPr>
          <a:xfrm>
            <a:off x="8008883" y="2223274"/>
            <a:ext cx="4183117" cy="1815882"/>
          </a:xfrm>
          <a:prstGeom prst="rect">
            <a:avLst/>
          </a:prstGeom>
          <a:noFill/>
        </p:spPr>
        <p:txBody>
          <a:bodyPr wrap="square">
            <a:spAutoFit/>
          </a:bodyPr>
          <a:lstStyle/>
          <a:p>
            <a:r>
              <a:rPr lang="zh-TW" altLang="en-US" sz="1600" dirty="0"/>
              <a:t>polynomial_svm_clf = Pipeline([</a:t>
            </a:r>
          </a:p>
          <a:p>
            <a:r>
              <a:rPr lang="zh-TW" altLang="en-US" sz="1600" dirty="0"/>
              <a:t>        ("poly_features", PolynomialFeatures(degree=3)),</a:t>
            </a:r>
          </a:p>
          <a:p>
            <a:r>
              <a:rPr lang="zh-TW" altLang="en-US" sz="1600" dirty="0"/>
              <a:t>        ("scaler", StandardScaler()),</a:t>
            </a:r>
          </a:p>
          <a:p>
            <a:r>
              <a:rPr lang="zh-TW" altLang="en-US" sz="1600" dirty="0"/>
              <a:t>        ("svm_clf", LinearSVC(C=10, loss="hinge", random_state=42))</a:t>
            </a:r>
          </a:p>
          <a:p>
            <a:r>
              <a:rPr lang="zh-TW" altLang="en-US" sz="1600" dirty="0"/>
              <a:t>    ])</a:t>
            </a:r>
          </a:p>
        </p:txBody>
      </p:sp>
    </p:spTree>
    <p:extLst>
      <p:ext uri="{BB962C8B-B14F-4D97-AF65-F5344CB8AC3E}">
        <p14:creationId xmlns:p14="http://schemas.microsoft.com/office/powerpoint/2010/main" val="22370203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B8E40B-173C-BE8B-CF6C-EA462C66F73E}"/>
              </a:ext>
            </a:extLst>
          </p:cNvPr>
          <p:cNvSpPr>
            <a:spLocks noGrp="1"/>
          </p:cNvSpPr>
          <p:nvPr>
            <p:ph type="title"/>
          </p:nvPr>
        </p:nvSpPr>
        <p:spPr/>
        <p:txBody>
          <a:bodyPr/>
          <a:lstStyle/>
          <a:p>
            <a:r>
              <a:rPr kumimoji="1" lang="zh-TW" altLang="en-US" dirty="0"/>
              <a:t>範例</a:t>
            </a:r>
            <a:r>
              <a:rPr kumimoji="1" lang="en-US" altLang="zh-TW" dirty="0"/>
              <a:t>-</a:t>
            </a:r>
            <a:r>
              <a:rPr kumimoji="1" lang="zh-TW" altLang="en-US" dirty="0"/>
              <a:t>使用多項式的</a:t>
            </a:r>
            <a:r>
              <a:rPr kumimoji="1" lang="en-US" altLang="zh-TW" dirty="0"/>
              <a:t>SVM</a:t>
            </a:r>
            <a:r>
              <a:rPr kumimoji="1" lang="en-US" altLang="zh-TW" sz="5400" cap="none" dirty="0"/>
              <a:t>(SVC with kernel, polynomial, RBF </a:t>
            </a:r>
            <a:r>
              <a:rPr kumimoji="1" lang="en-US" altLang="zh-TW" sz="5400" cap="none"/>
              <a:t>kernal)</a:t>
            </a:r>
            <a:endParaRPr kumimoji="1" lang="zh-TW" altLang="en-US" dirty="0"/>
          </a:p>
        </p:txBody>
      </p:sp>
      <p:sp>
        <p:nvSpPr>
          <p:cNvPr id="3" name="內容版面配置區 2">
            <a:extLst>
              <a:ext uri="{FF2B5EF4-FFF2-40B4-BE49-F238E27FC236}">
                <a16:creationId xmlns:a16="http://schemas.microsoft.com/office/drawing/2014/main" id="{4EBB60BF-CD6F-9E50-A5D1-B432123A5B19}"/>
              </a:ext>
            </a:extLst>
          </p:cNvPr>
          <p:cNvSpPr>
            <a:spLocks noGrp="1"/>
          </p:cNvSpPr>
          <p:nvPr>
            <p:ph idx="1"/>
          </p:nvPr>
        </p:nvSpPr>
        <p:spPr/>
        <p:txBody>
          <a:bodyPr/>
          <a:lstStyle/>
          <a:p>
            <a:endParaRPr kumimoji="1" lang="zh-TW" altLang="en-US"/>
          </a:p>
        </p:txBody>
      </p:sp>
      <p:pic>
        <p:nvPicPr>
          <p:cNvPr id="3074" name="Picture 2">
            <a:extLst>
              <a:ext uri="{FF2B5EF4-FFF2-40B4-BE49-F238E27FC236}">
                <a16:creationId xmlns:a16="http://schemas.microsoft.com/office/drawing/2014/main" id="{455BB074-EB65-F247-B1B2-D93E435DA4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766" y="2062480"/>
            <a:ext cx="10871200" cy="447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5786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D4BF7335-3667-F8FF-A52B-AD103B490D7D}"/>
              </a:ext>
            </a:extLst>
          </p:cNvPr>
          <p:cNvPicPr>
            <a:picLocks noChangeAspect="1"/>
          </p:cNvPicPr>
          <p:nvPr/>
        </p:nvPicPr>
        <p:blipFill>
          <a:blip r:embed="rId2"/>
          <a:stretch>
            <a:fillRect/>
          </a:stretch>
        </p:blipFill>
        <p:spPr>
          <a:xfrm>
            <a:off x="8810787" y="57605"/>
            <a:ext cx="3363367" cy="940878"/>
          </a:xfrm>
          <a:prstGeom prst="rect">
            <a:avLst/>
          </a:prstGeom>
        </p:spPr>
      </p:pic>
      <p:sp>
        <p:nvSpPr>
          <p:cNvPr id="2" name="標題 1">
            <a:extLst>
              <a:ext uri="{FF2B5EF4-FFF2-40B4-BE49-F238E27FC236}">
                <a16:creationId xmlns:a16="http://schemas.microsoft.com/office/drawing/2014/main" id="{B8C79FD0-F526-5C7F-8CF3-C66F44108346}"/>
              </a:ext>
            </a:extLst>
          </p:cNvPr>
          <p:cNvSpPr>
            <a:spLocks noGrp="1"/>
          </p:cNvSpPr>
          <p:nvPr>
            <p:ph type="title"/>
          </p:nvPr>
        </p:nvSpPr>
        <p:spPr>
          <a:xfrm>
            <a:off x="1024128" y="585216"/>
            <a:ext cx="9720072" cy="975114"/>
          </a:xfrm>
        </p:spPr>
        <p:txBody>
          <a:bodyPr/>
          <a:lstStyle/>
          <a:p>
            <a:r>
              <a:rPr kumimoji="1" lang="zh-TW" altLang="en-US" dirty="0"/>
              <a:t>相似的特徵</a:t>
            </a:r>
            <a:r>
              <a:rPr kumimoji="1" lang="en-US" altLang="zh-TW" dirty="0"/>
              <a:t>(</a:t>
            </a:r>
            <a:r>
              <a:rPr kumimoji="1" lang="zh-TW" altLang="en-US" dirty="0"/>
              <a:t>高斯徑向基底函數</a:t>
            </a:r>
            <a:r>
              <a:rPr kumimoji="1" lang="en-US" altLang="zh-TW" dirty="0"/>
              <a:t>, RBF)</a:t>
            </a:r>
            <a:endParaRPr kumimoji="1" lang="zh-TW" altLang="en-US" dirty="0"/>
          </a:p>
        </p:txBody>
      </p:sp>
      <p:sp>
        <p:nvSpPr>
          <p:cNvPr id="8" name="內容版面配置區 7">
            <a:extLst>
              <a:ext uri="{FF2B5EF4-FFF2-40B4-BE49-F238E27FC236}">
                <a16:creationId xmlns:a16="http://schemas.microsoft.com/office/drawing/2014/main" id="{37EA45EA-8945-10B8-73B0-8F8E618AB3A0}"/>
              </a:ext>
            </a:extLst>
          </p:cNvPr>
          <p:cNvSpPr>
            <a:spLocks noGrp="1"/>
          </p:cNvSpPr>
          <p:nvPr>
            <p:ph idx="1"/>
          </p:nvPr>
        </p:nvSpPr>
        <p:spPr>
          <a:xfrm>
            <a:off x="8600034" y="1823544"/>
            <a:ext cx="3363367" cy="4023360"/>
          </a:xfrm>
        </p:spPr>
        <p:txBody>
          <a:bodyPr/>
          <a:lstStyle/>
          <a:p>
            <a:pPr lvl="1"/>
            <a:r>
              <a:rPr lang="en" altLang="zh-TW" b="1" dirty="0">
                <a:effectLst/>
              </a:rPr>
              <a:t>gamma</a:t>
            </a:r>
            <a:r>
              <a:rPr lang="en" altLang="zh-TW" i="1" dirty="0">
                <a:effectLst/>
              </a:rPr>
              <a:t>{‘scale’, ‘auto’} or float, default=’</a:t>
            </a:r>
            <a:r>
              <a:rPr lang="en" altLang="zh-TW" i="1" dirty="0" err="1">
                <a:effectLst/>
              </a:rPr>
              <a:t>scale’</a:t>
            </a:r>
            <a:r>
              <a:rPr lang="en" altLang="zh-TW" dirty="0" err="1">
                <a:effectLst/>
              </a:rPr>
              <a:t>Kernel</a:t>
            </a:r>
            <a:r>
              <a:rPr lang="en" altLang="zh-TW" dirty="0">
                <a:effectLst/>
              </a:rPr>
              <a:t> </a:t>
            </a:r>
          </a:p>
          <a:p>
            <a:pPr lvl="2"/>
            <a:r>
              <a:rPr lang="en" altLang="zh-TW" dirty="0">
                <a:effectLst/>
              </a:rPr>
              <a:t>coefficient for ‘</a:t>
            </a:r>
            <a:r>
              <a:rPr lang="en" altLang="zh-TW" dirty="0" err="1">
                <a:effectLst/>
              </a:rPr>
              <a:t>rbf</a:t>
            </a:r>
            <a:r>
              <a:rPr lang="en" altLang="zh-TW" dirty="0">
                <a:effectLst/>
              </a:rPr>
              <a:t>’, ‘poly’ and ‘sigmoid’.</a:t>
            </a:r>
          </a:p>
          <a:p>
            <a:pPr lvl="1"/>
            <a:r>
              <a:rPr lang="en" altLang="zh-TW" dirty="0"/>
              <a:t>gamma</a:t>
            </a:r>
            <a:r>
              <a:rPr lang="zh-TW" altLang="en-US" dirty="0"/>
              <a:t>加大會讓鐘形曲線變窄，每個實例的影響範圍變小，決策邊界越不規則</a:t>
            </a:r>
            <a:endParaRPr lang="en-US" altLang="zh-TW" dirty="0"/>
          </a:p>
          <a:p>
            <a:pPr lvl="1"/>
            <a:r>
              <a:rPr lang="en-US" altLang="zh-TW" dirty="0">
                <a:effectLst/>
              </a:rPr>
              <a:t>gamm</a:t>
            </a:r>
            <a:r>
              <a:rPr lang="en-US" altLang="zh-TW" dirty="0"/>
              <a:t>a</a:t>
            </a:r>
            <a:r>
              <a:rPr lang="zh-TW" altLang="en-US" dirty="0"/>
              <a:t>減少會讓鐘形曲線變寬，決策邊界更平澤</a:t>
            </a:r>
            <a:endParaRPr lang="en-US" altLang="zh-TW" dirty="0"/>
          </a:p>
          <a:p>
            <a:pPr lvl="1"/>
            <a:r>
              <a:rPr lang="zh-TW" altLang="en-US" dirty="0">
                <a:effectLst/>
              </a:rPr>
              <a:t>如果</a:t>
            </a:r>
            <a:r>
              <a:rPr lang="en-US" altLang="zh-TW" dirty="0">
                <a:effectLst/>
              </a:rPr>
              <a:t>overfit</a:t>
            </a:r>
            <a:r>
              <a:rPr lang="zh-TW" altLang="en-US" dirty="0">
                <a:effectLst/>
              </a:rPr>
              <a:t>，就降低</a:t>
            </a:r>
            <a:r>
              <a:rPr lang="en-US" altLang="zh-TW">
                <a:effectLst/>
              </a:rPr>
              <a:t>gamma</a:t>
            </a:r>
            <a:endParaRPr lang="en" altLang="zh-TW" dirty="0">
              <a:effectLst/>
            </a:endParaRPr>
          </a:p>
          <a:p>
            <a:pPr lvl="1"/>
            <a:endParaRPr lang="zh-TW" altLang="en-US" dirty="0"/>
          </a:p>
        </p:txBody>
      </p:sp>
      <p:pic>
        <p:nvPicPr>
          <p:cNvPr id="4102" name="Picture 6">
            <a:extLst>
              <a:ext uri="{FF2B5EF4-FFF2-40B4-BE49-F238E27FC236}">
                <a16:creationId xmlns:a16="http://schemas.microsoft.com/office/drawing/2014/main" id="{3795176C-51AA-5827-2010-A0C2A22E1C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737" y="1560330"/>
            <a:ext cx="7732484" cy="5127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87474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82B992-532A-4905-BCB8-0E150CEE5D25}"/>
              </a:ext>
            </a:extLst>
          </p:cNvPr>
          <p:cNvSpPr>
            <a:spLocks noGrp="1"/>
          </p:cNvSpPr>
          <p:nvPr>
            <p:ph type="title"/>
          </p:nvPr>
        </p:nvSpPr>
        <p:spPr/>
        <p:txBody>
          <a:bodyPr/>
          <a:lstStyle/>
          <a:p>
            <a:r>
              <a:rPr lang="zh-TW" altLang="en-US" dirty="0"/>
              <a:t>與</a:t>
            </a:r>
            <a:r>
              <a:rPr lang="en-US" altLang="zh-TW" dirty="0"/>
              <a:t>Logistic regression</a:t>
            </a:r>
            <a:r>
              <a:rPr lang="zh-TW" altLang="en-US" dirty="0"/>
              <a:t>之間的差異</a:t>
            </a:r>
          </a:p>
        </p:txBody>
      </p:sp>
      <p:sp>
        <p:nvSpPr>
          <p:cNvPr id="3" name="內容版面配置區 2">
            <a:extLst>
              <a:ext uri="{FF2B5EF4-FFF2-40B4-BE49-F238E27FC236}">
                <a16:creationId xmlns:a16="http://schemas.microsoft.com/office/drawing/2014/main" id="{54FB3151-37E7-498A-8B78-C0CDB76DC9CC}"/>
              </a:ext>
            </a:extLst>
          </p:cNvPr>
          <p:cNvSpPr>
            <a:spLocks noGrp="1"/>
          </p:cNvSpPr>
          <p:nvPr>
            <p:ph idx="1"/>
          </p:nvPr>
        </p:nvSpPr>
        <p:spPr/>
        <p:txBody>
          <a:bodyPr/>
          <a:lstStyle/>
          <a:p>
            <a:r>
              <a:rPr lang="en-US" altLang="zh-TW" dirty="0"/>
              <a:t>SVM</a:t>
            </a:r>
            <a:r>
              <a:rPr lang="zh-TW" altLang="en-US" dirty="0"/>
              <a:t>和</a:t>
            </a:r>
            <a:r>
              <a:rPr lang="en-US" altLang="zh-TW" dirty="0"/>
              <a:t>Logistic</a:t>
            </a:r>
            <a:r>
              <a:rPr lang="zh-TW" altLang="en-US" dirty="0"/>
              <a:t>雖然說都是尋找一個線性分類界限，但出發點不同。</a:t>
            </a:r>
            <a:endParaRPr lang="en-US" altLang="zh-TW" dirty="0"/>
          </a:p>
          <a:p>
            <a:r>
              <a:rPr lang="en-US" altLang="zh-TW" dirty="0"/>
              <a:t>SVM</a:t>
            </a:r>
            <a:r>
              <a:rPr lang="zh-TW" altLang="en-US" dirty="0"/>
              <a:t>是以訓練集兩個類別的邊界（支援向量）來考慮劃分，而</a:t>
            </a:r>
            <a:r>
              <a:rPr lang="en-US" altLang="zh-TW" dirty="0"/>
              <a:t>Logistic</a:t>
            </a:r>
            <a:r>
              <a:rPr lang="zh-TW" altLang="en-US" dirty="0"/>
              <a:t>是從訓練集的全域性來考慮劃分。</a:t>
            </a:r>
            <a:endParaRPr lang="en-US" altLang="zh-TW" dirty="0"/>
          </a:p>
          <a:p>
            <a:r>
              <a:rPr lang="en-US" altLang="zh-TW" dirty="0"/>
              <a:t>Logistic</a:t>
            </a:r>
            <a:r>
              <a:rPr lang="zh-TW" altLang="en-US" dirty="0"/>
              <a:t>容易收到雜訊和離群點的影響。</a:t>
            </a:r>
            <a:endParaRPr lang="en-US" altLang="zh-TW" dirty="0"/>
          </a:p>
          <a:p>
            <a:r>
              <a:rPr lang="zh-TW" altLang="en-US" dirty="0"/>
              <a:t>當出現一個離群點時，</a:t>
            </a:r>
            <a:r>
              <a:rPr lang="en-US" altLang="zh-TW" dirty="0"/>
              <a:t>Logistic</a:t>
            </a:r>
            <a:r>
              <a:rPr lang="zh-TW" altLang="en-US" dirty="0"/>
              <a:t>劃定的邊界很有可能會改變。而</a:t>
            </a:r>
            <a:r>
              <a:rPr lang="en-US" altLang="zh-TW" dirty="0"/>
              <a:t>SVM</a:t>
            </a:r>
            <a:r>
              <a:rPr lang="zh-TW" altLang="en-US" dirty="0"/>
              <a:t>這邊劃分的邊界卻可能絲毫不動（因為離群點並不影響支援向量）。</a:t>
            </a:r>
          </a:p>
        </p:txBody>
      </p:sp>
    </p:spTree>
    <p:extLst>
      <p:ext uri="{BB962C8B-B14F-4D97-AF65-F5344CB8AC3E}">
        <p14:creationId xmlns:p14="http://schemas.microsoft.com/office/powerpoint/2010/main" val="30629457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84968B-7A9D-4555-8C22-A368E56459CA}"/>
              </a:ext>
            </a:extLst>
          </p:cNvPr>
          <p:cNvSpPr>
            <a:spLocks noGrp="1"/>
          </p:cNvSpPr>
          <p:nvPr>
            <p:ph type="title"/>
          </p:nvPr>
        </p:nvSpPr>
        <p:spPr/>
        <p:txBody>
          <a:bodyPr/>
          <a:lstStyle/>
          <a:p>
            <a:r>
              <a:rPr lang="en-US" altLang="zh-TW" dirty="0"/>
              <a:t>SVM</a:t>
            </a:r>
            <a:r>
              <a:rPr lang="zh-TW" altLang="en-US" dirty="0"/>
              <a:t>是二元分類器</a:t>
            </a:r>
          </a:p>
        </p:txBody>
      </p:sp>
      <p:sp>
        <p:nvSpPr>
          <p:cNvPr id="3" name="內容版面配置區 2">
            <a:extLst>
              <a:ext uri="{FF2B5EF4-FFF2-40B4-BE49-F238E27FC236}">
                <a16:creationId xmlns:a16="http://schemas.microsoft.com/office/drawing/2014/main" id="{694774EB-D847-429B-AD95-A40C8FA1D4DB}"/>
              </a:ext>
            </a:extLst>
          </p:cNvPr>
          <p:cNvSpPr>
            <a:spLocks noGrp="1"/>
          </p:cNvSpPr>
          <p:nvPr>
            <p:ph idx="1"/>
          </p:nvPr>
        </p:nvSpPr>
        <p:spPr/>
        <p:txBody>
          <a:bodyPr>
            <a:normAutofit/>
          </a:bodyPr>
          <a:lstStyle/>
          <a:p>
            <a:r>
              <a:rPr lang="zh-TW" altLang="en-US" dirty="0"/>
              <a:t>強項在於分兩類</a:t>
            </a:r>
            <a:endParaRPr lang="en-US" altLang="zh-TW" dirty="0"/>
          </a:p>
          <a:p>
            <a:r>
              <a:rPr lang="zh-TW" altLang="en-US" dirty="0"/>
              <a:t>二元分類器如何應用在多元分類問題上？</a:t>
            </a:r>
            <a:endParaRPr lang="en-US" altLang="zh-TW" dirty="0"/>
          </a:p>
          <a:p>
            <a:r>
              <a:rPr lang="en-US" altLang="zh-TW" dirty="0"/>
              <a:t>one-against-all (OAA) </a:t>
            </a:r>
            <a:r>
              <a:rPr lang="zh-TW" altLang="en-US" dirty="0"/>
              <a:t>和 </a:t>
            </a:r>
            <a:r>
              <a:rPr lang="en-US" altLang="zh-TW" dirty="0"/>
              <a:t>one-against-one(OAO)</a:t>
            </a:r>
          </a:p>
          <a:p>
            <a:r>
              <a:rPr lang="en-US" altLang="zh-TW" dirty="0"/>
              <a:t>OAA</a:t>
            </a:r>
          </a:p>
          <a:p>
            <a:pPr lvl="1"/>
            <a:r>
              <a:rPr lang="en-US" altLang="zh-TW" dirty="0"/>
              <a:t>OAA</a:t>
            </a:r>
            <a:r>
              <a:rPr lang="zh-TW" altLang="en-US" dirty="0"/>
              <a:t>運作方式是先拿其中一類當作</a:t>
            </a:r>
            <a:r>
              <a:rPr lang="en-US" altLang="zh-TW" dirty="0"/>
              <a:t>+1</a:t>
            </a:r>
            <a:r>
              <a:rPr lang="zh-TW" altLang="en-US" dirty="0"/>
              <a:t>類，剩下的類別當作</a:t>
            </a:r>
            <a:r>
              <a:rPr lang="en-US" altLang="zh-TW" dirty="0"/>
              <a:t>-1</a:t>
            </a:r>
            <a:r>
              <a:rPr lang="zh-TW" altLang="en-US" dirty="0"/>
              <a:t>類，然後用二元分類器學習一次得到一個分類器</a:t>
            </a:r>
            <a:r>
              <a:rPr lang="en-US" altLang="zh-TW" dirty="0"/>
              <a:t>/decision hyperplane</a:t>
            </a:r>
            <a:r>
              <a:rPr lang="zh-TW" altLang="en-US" dirty="0"/>
              <a:t>；然後第二次繼續拿下一類當作</a:t>
            </a:r>
            <a:r>
              <a:rPr lang="en-US" altLang="zh-TW" dirty="0"/>
              <a:t>+1</a:t>
            </a:r>
            <a:r>
              <a:rPr lang="zh-TW" altLang="en-US" dirty="0"/>
              <a:t>類，剩下的類別當作</a:t>
            </a:r>
            <a:r>
              <a:rPr lang="en-US" altLang="zh-TW" dirty="0"/>
              <a:t>-1</a:t>
            </a:r>
            <a:r>
              <a:rPr lang="zh-TW" altLang="en-US" dirty="0"/>
              <a:t>類，學習一個分類器</a:t>
            </a:r>
            <a:r>
              <a:rPr lang="en-US" altLang="zh-TW" dirty="0"/>
              <a:t>/decision hyperplane</a:t>
            </a:r>
            <a:r>
              <a:rPr lang="zh-TW" altLang="en-US" dirty="0"/>
              <a:t>；直到所以的類別都有當作</a:t>
            </a:r>
            <a:r>
              <a:rPr lang="en-US" altLang="zh-TW" dirty="0"/>
              <a:t>+1</a:t>
            </a:r>
            <a:r>
              <a:rPr lang="zh-TW" altLang="en-US" dirty="0"/>
              <a:t>類為止，最後看</a:t>
            </a:r>
            <a:r>
              <a:rPr lang="en-US" altLang="zh-TW" dirty="0"/>
              <a:t>decision value</a:t>
            </a:r>
            <a:r>
              <a:rPr lang="zh-TW" altLang="en-US" dirty="0"/>
              <a:t>哪個比較大，資料就判給哪一類。</a:t>
            </a:r>
          </a:p>
          <a:p>
            <a:pPr lvl="1"/>
            <a:r>
              <a:rPr lang="zh-TW" altLang="en-US" dirty="0"/>
              <a:t>假設有</a:t>
            </a:r>
            <a:r>
              <a:rPr lang="en-US" altLang="zh-TW" dirty="0"/>
              <a:t>L</a:t>
            </a:r>
            <a:r>
              <a:rPr lang="zh-TW" altLang="en-US" dirty="0"/>
              <a:t>類的分類問題，</a:t>
            </a:r>
            <a:r>
              <a:rPr lang="en-US" altLang="zh-TW" dirty="0"/>
              <a:t>OAA</a:t>
            </a:r>
            <a:r>
              <a:rPr lang="zh-TW" altLang="en-US" dirty="0"/>
              <a:t>總共就會訓練</a:t>
            </a:r>
            <a:r>
              <a:rPr lang="en-US" altLang="zh-TW" dirty="0"/>
              <a:t>L</a:t>
            </a:r>
            <a:r>
              <a:rPr lang="zh-TW" altLang="en-US" dirty="0"/>
              <a:t>個二元分類器。</a:t>
            </a:r>
          </a:p>
        </p:txBody>
      </p:sp>
    </p:spTree>
    <p:extLst>
      <p:ext uri="{BB962C8B-B14F-4D97-AF65-F5344CB8AC3E}">
        <p14:creationId xmlns:p14="http://schemas.microsoft.com/office/powerpoint/2010/main" val="42462102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AAED98-72B7-4A46-9741-965AD246FF20}"/>
              </a:ext>
            </a:extLst>
          </p:cNvPr>
          <p:cNvSpPr>
            <a:spLocks noGrp="1"/>
          </p:cNvSpPr>
          <p:nvPr>
            <p:ph type="title"/>
          </p:nvPr>
        </p:nvSpPr>
        <p:spPr/>
        <p:txBody>
          <a:bodyPr/>
          <a:lstStyle/>
          <a:p>
            <a:r>
              <a:rPr lang="zh-TW" altLang="en-US" dirty="0"/>
              <a:t>多元分類問題</a:t>
            </a:r>
          </a:p>
        </p:txBody>
      </p:sp>
      <p:sp>
        <p:nvSpPr>
          <p:cNvPr id="3" name="內容版面配置區 2">
            <a:extLst>
              <a:ext uri="{FF2B5EF4-FFF2-40B4-BE49-F238E27FC236}">
                <a16:creationId xmlns:a16="http://schemas.microsoft.com/office/drawing/2014/main" id="{22EF25C9-1A35-44F4-8802-83EEBB901DEF}"/>
              </a:ext>
            </a:extLst>
          </p:cNvPr>
          <p:cNvSpPr>
            <a:spLocks noGrp="1"/>
          </p:cNvSpPr>
          <p:nvPr>
            <p:ph idx="1"/>
          </p:nvPr>
        </p:nvSpPr>
        <p:spPr>
          <a:xfrm>
            <a:off x="838200" y="1825624"/>
            <a:ext cx="10515600" cy="4926157"/>
          </a:xfrm>
        </p:spPr>
        <p:txBody>
          <a:bodyPr>
            <a:normAutofit/>
          </a:bodyPr>
          <a:lstStyle/>
          <a:p>
            <a:r>
              <a:rPr lang="en-US" altLang="zh-TW" dirty="0"/>
              <a:t>OAO</a:t>
            </a:r>
          </a:p>
          <a:p>
            <a:pPr lvl="1"/>
            <a:r>
              <a:rPr lang="en-US" altLang="zh-TW" dirty="0"/>
              <a:t>one-against-one(OAO)</a:t>
            </a:r>
          </a:p>
          <a:p>
            <a:pPr lvl="1"/>
            <a:r>
              <a:rPr lang="zh-TW" altLang="en-US" dirty="0"/>
              <a:t>先拿第</a:t>
            </a:r>
            <a:r>
              <a:rPr lang="en-US" altLang="zh-TW" dirty="0"/>
              <a:t>1</a:t>
            </a:r>
            <a:r>
              <a:rPr lang="zh-TW" altLang="en-US" dirty="0"/>
              <a:t>類和第</a:t>
            </a:r>
            <a:r>
              <a:rPr lang="en-US" altLang="zh-TW" dirty="0"/>
              <a:t>2</a:t>
            </a:r>
            <a:r>
              <a:rPr lang="zh-TW" altLang="en-US" dirty="0"/>
              <a:t>類用二元分類器學習一次得到一個分類器</a:t>
            </a:r>
            <a:r>
              <a:rPr lang="en-US" altLang="zh-TW" dirty="0"/>
              <a:t>/decision hyperplane</a:t>
            </a:r>
            <a:r>
              <a:rPr lang="zh-TW" altLang="en-US" dirty="0"/>
              <a:t>，然後再用第</a:t>
            </a:r>
            <a:r>
              <a:rPr lang="en-US" altLang="zh-TW" dirty="0"/>
              <a:t>1</a:t>
            </a:r>
            <a:r>
              <a:rPr lang="zh-TW" altLang="en-US" dirty="0"/>
              <a:t>類和第</a:t>
            </a:r>
            <a:r>
              <a:rPr lang="en-US" altLang="zh-TW" dirty="0"/>
              <a:t>3</a:t>
            </a:r>
            <a:r>
              <a:rPr lang="zh-TW" altLang="en-US" dirty="0"/>
              <a:t>類用二元分類器學習一次得到一個分類器</a:t>
            </a:r>
            <a:r>
              <a:rPr lang="en-US" altLang="zh-TW" dirty="0"/>
              <a:t>/decision hyperplane</a:t>
            </a:r>
            <a:r>
              <a:rPr lang="zh-TW" altLang="en-US" dirty="0"/>
              <a:t>，直到第</a:t>
            </a:r>
            <a:r>
              <a:rPr lang="en-US" altLang="zh-TW" dirty="0"/>
              <a:t>1</a:t>
            </a:r>
            <a:r>
              <a:rPr lang="zh-TW" altLang="en-US" dirty="0"/>
              <a:t>類都和其他類作過二元分類器學習。</a:t>
            </a:r>
          </a:p>
          <a:p>
            <a:pPr lvl="1"/>
            <a:r>
              <a:rPr lang="zh-TW" altLang="en-US" dirty="0"/>
              <a:t>然後換第</a:t>
            </a:r>
            <a:r>
              <a:rPr lang="en-US" altLang="zh-TW" dirty="0"/>
              <a:t>2</a:t>
            </a:r>
            <a:r>
              <a:rPr lang="zh-TW" altLang="en-US" dirty="0"/>
              <a:t>類和第</a:t>
            </a:r>
            <a:r>
              <a:rPr lang="en-US" altLang="zh-TW" dirty="0"/>
              <a:t>3</a:t>
            </a:r>
            <a:r>
              <a:rPr lang="zh-TW" altLang="en-US" dirty="0"/>
              <a:t>類用二元分類器學習一次得到一個分類器</a:t>
            </a:r>
            <a:r>
              <a:rPr lang="en-US" altLang="zh-TW" dirty="0"/>
              <a:t>/decision hyperplane</a:t>
            </a:r>
            <a:r>
              <a:rPr lang="zh-TW" altLang="en-US" dirty="0"/>
              <a:t>，然後再用第</a:t>
            </a:r>
            <a:r>
              <a:rPr lang="en-US" altLang="zh-TW" dirty="0"/>
              <a:t>2</a:t>
            </a:r>
            <a:r>
              <a:rPr lang="zh-TW" altLang="en-US" dirty="0"/>
              <a:t>類和第</a:t>
            </a:r>
            <a:r>
              <a:rPr lang="en-US" altLang="zh-TW" dirty="0"/>
              <a:t>4</a:t>
            </a:r>
            <a:r>
              <a:rPr lang="zh-TW" altLang="en-US" dirty="0"/>
              <a:t>類用二元分類器學習一次得到一個分類器</a:t>
            </a:r>
            <a:r>
              <a:rPr lang="en-US" altLang="zh-TW" dirty="0"/>
              <a:t>/decision hyperplane</a:t>
            </a:r>
            <a:r>
              <a:rPr lang="zh-TW" altLang="en-US" dirty="0"/>
              <a:t>，直到第</a:t>
            </a:r>
            <a:r>
              <a:rPr lang="en-US" altLang="zh-TW" dirty="0"/>
              <a:t>2</a:t>
            </a:r>
            <a:r>
              <a:rPr lang="zh-TW" altLang="en-US" dirty="0"/>
              <a:t>類都和其他類作過二元分類器學習。</a:t>
            </a:r>
          </a:p>
          <a:p>
            <a:pPr lvl="1"/>
            <a:r>
              <a:rPr lang="zh-TW" altLang="en-US" dirty="0"/>
              <a:t>一直重複到，所有類別都彼此分類學習過為止。</a:t>
            </a:r>
          </a:p>
          <a:p>
            <a:pPr lvl="1"/>
            <a:r>
              <a:rPr lang="zh-TW" altLang="en-US" dirty="0"/>
              <a:t>判別類別方式為看此樣本被判斷哪一類的次數最多，這個樣本就判給哪一類。</a:t>
            </a:r>
          </a:p>
          <a:p>
            <a:pPr lvl="1"/>
            <a:r>
              <a:rPr lang="zh-TW" altLang="en-US" dirty="0"/>
              <a:t>假設有</a:t>
            </a:r>
            <a:r>
              <a:rPr lang="en-US" altLang="zh-TW" dirty="0"/>
              <a:t>L</a:t>
            </a:r>
            <a:r>
              <a:rPr lang="zh-TW" altLang="en-US" dirty="0"/>
              <a:t>類的分類問題，</a:t>
            </a:r>
            <a:r>
              <a:rPr lang="en-US" altLang="zh-TW" dirty="0"/>
              <a:t>OAO</a:t>
            </a:r>
            <a:r>
              <a:rPr lang="zh-TW" altLang="en-US" dirty="0"/>
              <a:t>總共就會訓練</a:t>
            </a:r>
            <a:r>
              <a:rPr lang="en-US" altLang="zh-TW" dirty="0"/>
              <a:t>(C L</a:t>
            </a:r>
            <a:r>
              <a:rPr lang="zh-TW" altLang="en-US" dirty="0"/>
              <a:t>取</a:t>
            </a:r>
            <a:r>
              <a:rPr lang="en-US" altLang="zh-TW" dirty="0"/>
              <a:t>2)</a:t>
            </a:r>
            <a:r>
              <a:rPr lang="zh-TW" altLang="en-US" dirty="0"/>
              <a:t>個二元分類器。</a:t>
            </a:r>
          </a:p>
        </p:txBody>
      </p:sp>
    </p:spTree>
    <p:extLst>
      <p:ext uri="{BB962C8B-B14F-4D97-AF65-F5344CB8AC3E}">
        <p14:creationId xmlns:p14="http://schemas.microsoft.com/office/powerpoint/2010/main" val="22165932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FF91DC-D2F3-AF4D-864B-D69AE2265874}"/>
              </a:ext>
            </a:extLst>
          </p:cNvPr>
          <p:cNvSpPr>
            <a:spLocks noGrp="1"/>
          </p:cNvSpPr>
          <p:nvPr>
            <p:ph type="ctrTitle"/>
          </p:nvPr>
        </p:nvSpPr>
        <p:spPr/>
        <p:txBody>
          <a:bodyPr/>
          <a:lstStyle/>
          <a:p>
            <a:r>
              <a:rPr kumimoji="1" lang="en-US" altLang="zh-TW" dirty="0"/>
              <a:t>Decision tree</a:t>
            </a:r>
            <a:endParaRPr kumimoji="1" lang="zh-TW" altLang="en-US" dirty="0"/>
          </a:p>
        </p:txBody>
      </p:sp>
      <p:sp>
        <p:nvSpPr>
          <p:cNvPr id="3" name="副標題 2">
            <a:extLst>
              <a:ext uri="{FF2B5EF4-FFF2-40B4-BE49-F238E27FC236}">
                <a16:creationId xmlns:a16="http://schemas.microsoft.com/office/drawing/2014/main" id="{8645E290-23CB-7546-B8B2-7F9EE93F8302}"/>
              </a:ext>
            </a:extLst>
          </p:cNvPr>
          <p:cNvSpPr>
            <a:spLocks noGrp="1"/>
          </p:cNvSpPr>
          <p:nvPr>
            <p:ph type="subTitle" idx="1"/>
          </p:nvPr>
        </p:nvSpPr>
        <p:spPr/>
        <p:txBody>
          <a:bodyPr/>
          <a:lstStyle/>
          <a:p>
            <a:endParaRPr kumimoji="1" lang="zh-TW" altLang="en-US"/>
          </a:p>
        </p:txBody>
      </p:sp>
    </p:spTree>
    <p:extLst>
      <p:ext uri="{BB962C8B-B14F-4D97-AF65-F5344CB8AC3E}">
        <p14:creationId xmlns:p14="http://schemas.microsoft.com/office/powerpoint/2010/main" val="32082442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A8B6F708-C53E-4450-AE59-46341DF85FCF}"/>
              </a:ext>
            </a:extLst>
          </p:cNvPr>
          <p:cNvPicPr>
            <a:picLocks noChangeAspect="1"/>
          </p:cNvPicPr>
          <p:nvPr/>
        </p:nvPicPr>
        <p:blipFill>
          <a:blip r:embed="rId2"/>
          <a:stretch>
            <a:fillRect/>
          </a:stretch>
        </p:blipFill>
        <p:spPr>
          <a:xfrm>
            <a:off x="7182074" y="346271"/>
            <a:ext cx="4457700" cy="3990975"/>
          </a:xfrm>
          <a:prstGeom prst="rect">
            <a:avLst/>
          </a:prstGeom>
        </p:spPr>
      </p:pic>
      <p:sp>
        <p:nvSpPr>
          <p:cNvPr id="2" name="標題 1">
            <a:extLst>
              <a:ext uri="{FF2B5EF4-FFF2-40B4-BE49-F238E27FC236}">
                <a16:creationId xmlns:a16="http://schemas.microsoft.com/office/drawing/2014/main" id="{78DE8C61-95DD-3845-9B3D-04865D4461D3}"/>
              </a:ext>
            </a:extLst>
          </p:cNvPr>
          <p:cNvSpPr>
            <a:spLocks noGrp="1"/>
          </p:cNvSpPr>
          <p:nvPr>
            <p:ph type="title"/>
          </p:nvPr>
        </p:nvSpPr>
        <p:spPr/>
        <p:txBody>
          <a:bodyPr/>
          <a:lstStyle/>
          <a:p>
            <a:r>
              <a:rPr kumimoji="1" lang="zh-TW" altLang="en-US" dirty="0"/>
              <a:t>決策樹</a:t>
            </a:r>
            <a:br>
              <a:rPr kumimoji="1" lang="en-US" altLang="zh-TW" dirty="0"/>
            </a:br>
            <a:endParaRPr kumimoji="1" lang="zh-TW" altLang="en-US" dirty="0"/>
          </a:p>
        </p:txBody>
      </p:sp>
      <p:sp>
        <p:nvSpPr>
          <p:cNvPr id="3" name="內容版面配置區 2">
            <a:extLst>
              <a:ext uri="{FF2B5EF4-FFF2-40B4-BE49-F238E27FC236}">
                <a16:creationId xmlns:a16="http://schemas.microsoft.com/office/drawing/2014/main" id="{13E6E699-B079-144E-B67C-6BB4FFBC4AF9}"/>
              </a:ext>
            </a:extLst>
          </p:cNvPr>
          <p:cNvSpPr>
            <a:spLocks noGrp="1"/>
          </p:cNvSpPr>
          <p:nvPr>
            <p:ph idx="1"/>
          </p:nvPr>
        </p:nvSpPr>
        <p:spPr>
          <a:xfrm>
            <a:off x="838200" y="1690688"/>
            <a:ext cx="10306722" cy="4322837"/>
          </a:xfrm>
        </p:spPr>
        <p:txBody>
          <a:bodyPr>
            <a:normAutofit/>
          </a:bodyPr>
          <a:lstStyle/>
          <a:p>
            <a:r>
              <a:rPr kumimoji="1" lang="zh-TW" altLang="en-US" dirty="0"/>
              <a:t>用來處理分類問題的樹狀結構</a:t>
            </a:r>
          </a:p>
          <a:p>
            <a:r>
              <a:rPr kumimoji="1" lang="zh-TW" altLang="en-US" dirty="0"/>
              <a:t>每個內部節點表示一個評估欄位</a:t>
            </a:r>
          </a:p>
          <a:p>
            <a:r>
              <a:rPr kumimoji="1" lang="zh-TW" altLang="en-US" dirty="0"/>
              <a:t>每個分枝代表一個可能的欄位輸出結果</a:t>
            </a:r>
          </a:p>
          <a:p>
            <a:r>
              <a:rPr kumimoji="1" lang="zh-TW" altLang="en-US" dirty="0"/>
              <a:t>每個樹葉節點代表不同分類的類別標記</a:t>
            </a:r>
            <a:endParaRPr kumimoji="1" lang="en-US" altLang="zh-TW" dirty="0"/>
          </a:p>
          <a:p>
            <a:r>
              <a:rPr kumimoji="1" lang="zh-TW" altLang="en-US" dirty="0"/>
              <a:t>藉由分類已知的</a:t>
            </a:r>
            <a:r>
              <a:rPr kumimoji="1" lang="en" altLang="zh-TW" dirty="0"/>
              <a:t>Instance</a:t>
            </a:r>
            <a:r>
              <a:rPr kumimoji="1" lang="zh-TW" altLang="en-US" dirty="0"/>
              <a:t>來建立一個樹狀</a:t>
            </a:r>
            <a:br>
              <a:rPr kumimoji="1" lang="en-US" altLang="zh-TW" dirty="0"/>
            </a:br>
            <a:r>
              <a:rPr kumimoji="1" lang="zh-TW" altLang="en-US" dirty="0"/>
              <a:t>結構，並從中歸納出</a:t>
            </a:r>
            <a:r>
              <a:rPr kumimoji="1" lang="en" altLang="zh-TW" dirty="0"/>
              <a:t>Instance</a:t>
            </a:r>
            <a:r>
              <a:rPr kumimoji="1" lang="zh-TW" altLang="en-US" dirty="0"/>
              <a:t>裡、類別欄</a:t>
            </a:r>
            <a:br>
              <a:rPr kumimoji="1" lang="en-US" altLang="zh-TW" dirty="0"/>
            </a:br>
            <a:r>
              <a:rPr kumimoji="1" lang="zh-TW" altLang="en-US" dirty="0"/>
              <a:t>位與其它欄位間的隱藏規則</a:t>
            </a:r>
            <a:endParaRPr kumimoji="1" lang="en-US" altLang="zh-TW" dirty="0"/>
          </a:p>
          <a:p>
            <a:pPr lvl="1"/>
            <a:r>
              <a:rPr kumimoji="1" lang="zh-TW" altLang="en-US" dirty="0"/>
              <a:t>也可以用來預測</a:t>
            </a:r>
            <a:endParaRPr kumimoji="1" lang="en-US" altLang="zh-TW" dirty="0"/>
          </a:p>
          <a:p>
            <a:r>
              <a:rPr lang="en" altLang="zh-TW" dirty="0"/>
              <a:t>ID3</a:t>
            </a:r>
            <a:r>
              <a:rPr lang="zh-TW" altLang="en" dirty="0"/>
              <a:t>、</a:t>
            </a:r>
            <a:r>
              <a:rPr lang="en" altLang="zh-TW" dirty="0"/>
              <a:t>C4.5 </a:t>
            </a:r>
            <a:r>
              <a:rPr lang="zh-TW" altLang="en" dirty="0"/>
              <a:t>、</a:t>
            </a:r>
            <a:r>
              <a:rPr lang="en" altLang="zh-TW" dirty="0"/>
              <a:t>C5.0</a:t>
            </a:r>
            <a:r>
              <a:rPr lang="zh-TW" altLang="en" dirty="0"/>
              <a:t>、</a:t>
            </a:r>
            <a:r>
              <a:rPr lang="en" altLang="zh-TW" dirty="0"/>
              <a:t>CHAID</a:t>
            </a:r>
            <a:r>
              <a:rPr lang="zh-TW" altLang="en-US" dirty="0"/>
              <a:t>及</a:t>
            </a:r>
            <a:r>
              <a:rPr lang="en" altLang="zh-TW" dirty="0"/>
              <a:t>CART</a:t>
            </a:r>
            <a:r>
              <a:rPr lang="zh-TW" altLang="en-US" dirty="0"/>
              <a:t>是 決策樹演算法的代表模型</a:t>
            </a:r>
            <a:endParaRPr kumimoji="1" lang="zh-TW" altLang="en-US" dirty="0"/>
          </a:p>
        </p:txBody>
      </p:sp>
      <p:sp>
        <p:nvSpPr>
          <p:cNvPr id="4" name="矩形 3">
            <a:extLst>
              <a:ext uri="{FF2B5EF4-FFF2-40B4-BE49-F238E27FC236}">
                <a16:creationId xmlns:a16="http://schemas.microsoft.com/office/drawing/2014/main" id="{D1FBD91F-16AB-7942-9821-F18482DA4EDF}"/>
              </a:ext>
            </a:extLst>
          </p:cNvPr>
          <p:cNvSpPr/>
          <p:nvPr/>
        </p:nvSpPr>
        <p:spPr>
          <a:xfrm>
            <a:off x="838200" y="6116357"/>
            <a:ext cx="10801574" cy="646331"/>
          </a:xfrm>
          <a:prstGeom prst="rect">
            <a:avLst/>
          </a:prstGeom>
        </p:spPr>
        <p:txBody>
          <a:bodyPr wrap="square">
            <a:spAutoFit/>
          </a:bodyPr>
          <a:lstStyle/>
          <a:p>
            <a:r>
              <a:rPr lang="en-US" altLang="zh-TW" dirty="0">
                <a:hlinkClick r:id="rId3"/>
              </a:rPr>
              <a:t>[</a:t>
            </a:r>
            <a:r>
              <a:rPr lang="zh-TW" altLang="en-US" dirty="0">
                <a:hlinkClick r:id="rId3"/>
              </a:rPr>
              <a:t>資料分析</a:t>
            </a:r>
            <a:r>
              <a:rPr lang="en-US" altLang="zh-TW" dirty="0">
                <a:hlinkClick r:id="rId3"/>
              </a:rPr>
              <a:t>&amp;</a:t>
            </a:r>
            <a:r>
              <a:rPr lang="zh-TW" altLang="en-US" dirty="0">
                <a:hlinkClick r:id="rId3"/>
              </a:rPr>
              <a:t>機器學習</a:t>
            </a:r>
            <a:r>
              <a:rPr lang="en-US" altLang="zh-TW" dirty="0">
                <a:hlinkClick r:id="rId3"/>
              </a:rPr>
              <a:t>] </a:t>
            </a:r>
            <a:r>
              <a:rPr lang="zh-TW" altLang="en-US" dirty="0">
                <a:hlinkClick r:id="rId3"/>
              </a:rPr>
              <a:t>第</a:t>
            </a:r>
            <a:r>
              <a:rPr lang="en-US" altLang="zh-TW" dirty="0">
                <a:hlinkClick r:id="rId3"/>
              </a:rPr>
              <a:t>3.5</a:t>
            </a:r>
            <a:r>
              <a:rPr lang="zh-TW" altLang="en-US" dirty="0">
                <a:hlinkClick r:id="rId3"/>
              </a:rPr>
              <a:t>講 </a:t>
            </a:r>
            <a:r>
              <a:rPr lang="en-US" altLang="zh-TW" dirty="0">
                <a:hlinkClick r:id="rId3"/>
              </a:rPr>
              <a:t>: </a:t>
            </a:r>
            <a:r>
              <a:rPr lang="zh-TW" altLang="en-US" dirty="0">
                <a:hlinkClick r:id="rId3"/>
              </a:rPr>
              <a:t>決策樹</a:t>
            </a:r>
            <a:r>
              <a:rPr lang="en-US" altLang="zh-TW" dirty="0">
                <a:hlinkClick r:id="rId3"/>
              </a:rPr>
              <a:t>(</a:t>
            </a:r>
            <a:r>
              <a:rPr lang="en" altLang="zh-TW" dirty="0">
                <a:hlinkClick r:id="rId3"/>
              </a:rPr>
              <a:t>Decision Tree)</a:t>
            </a:r>
            <a:r>
              <a:rPr lang="zh-TW" altLang="en-US" dirty="0">
                <a:hlinkClick r:id="rId3"/>
              </a:rPr>
              <a:t>以及隨機森林</a:t>
            </a:r>
            <a:r>
              <a:rPr lang="en-US" altLang="zh-TW" dirty="0">
                <a:hlinkClick r:id="rId3"/>
              </a:rPr>
              <a:t>(</a:t>
            </a:r>
            <a:r>
              <a:rPr lang="en" altLang="zh-TW" dirty="0">
                <a:hlinkClick r:id="rId3"/>
              </a:rPr>
              <a:t>Random Forest)</a:t>
            </a:r>
            <a:r>
              <a:rPr lang="zh-TW" altLang="en-US" dirty="0">
                <a:hlinkClick r:id="rId3"/>
              </a:rPr>
              <a:t>介紹 </a:t>
            </a:r>
            <a:r>
              <a:rPr lang="en-US" altLang="zh-TW" dirty="0">
                <a:hlinkClick r:id="rId3"/>
              </a:rPr>
              <a:t>| </a:t>
            </a:r>
            <a:r>
              <a:rPr lang="en" altLang="zh-TW" dirty="0">
                <a:hlinkClick r:id="rId3"/>
              </a:rPr>
              <a:t>by Yeh James | JamesLearningNote | Medium</a:t>
            </a:r>
            <a:endParaRPr lang="zh-TW" altLang="en-US" dirty="0"/>
          </a:p>
        </p:txBody>
      </p:sp>
    </p:spTree>
    <p:extLst>
      <p:ext uri="{BB962C8B-B14F-4D97-AF65-F5344CB8AC3E}">
        <p14:creationId xmlns:p14="http://schemas.microsoft.com/office/powerpoint/2010/main" val="3490575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E8F875A-CA49-3144-B5AF-0715FBEC4D8E}"/>
              </a:ext>
            </a:extLst>
          </p:cNvPr>
          <p:cNvSpPr>
            <a:spLocks noGrp="1"/>
          </p:cNvSpPr>
          <p:nvPr>
            <p:ph type="title"/>
          </p:nvPr>
        </p:nvSpPr>
        <p:spPr/>
        <p:txBody>
          <a:bodyPr/>
          <a:lstStyle/>
          <a:p>
            <a:r>
              <a:rPr kumimoji="1" lang="zh-TW" altLang="en-US" dirty="0"/>
              <a:t>分類問題</a:t>
            </a:r>
            <a:r>
              <a:rPr kumimoji="1" lang="en-US" altLang="zh-TW" dirty="0"/>
              <a:t>-</a:t>
            </a:r>
            <a:r>
              <a:rPr lang="zh-TW" altLang="en-US" dirty="0"/>
              <a:t>不同類型之節點分割</a:t>
            </a:r>
            <a:endParaRPr kumimoji="1" lang="zh-TW" altLang="en-US" dirty="0"/>
          </a:p>
        </p:txBody>
      </p:sp>
      <p:sp>
        <p:nvSpPr>
          <p:cNvPr id="3" name="內容版面配置區 2">
            <a:extLst>
              <a:ext uri="{FF2B5EF4-FFF2-40B4-BE49-F238E27FC236}">
                <a16:creationId xmlns:a16="http://schemas.microsoft.com/office/drawing/2014/main" id="{6D275F3A-F223-6C46-99DD-668B2D3944DB}"/>
              </a:ext>
            </a:extLst>
          </p:cNvPr>
          <p:cNvSpPr>
            <a:spLocks noGrp="1"/>
          </p:cNvSpPr>
          <p:nvPr>
            <p:ph idx="1"/>
          </p:nvPr>
        </p:nvSpPr>
        <p:spPr/>
        <p:txBody>
          <a:bodyPr>
            <a:normAutofit/>
          </a:bodyPr>
          <a:lstStyle/>
          <a:p>
            <a:r>
              <a:rPr lang="zh-TW" altLang="en-US" dirty="0"/>
              <a:t>二元屬性</a:t>
            </a:r>
            <a:endParaRPr lang="en-US" altLang="zh-TW" dirty="0"/>
          </a:p>
          <a:p>
            <a:pPr lvl="1"/>
            <a:r>
              <a:rPr lang="zh-TW" altLang="en-US" dirty="0"/>
              <a:t>二元屬性的資料只有兩個不同的值</a:t>
            </a:r>
            <a:endParaRPr lang="en-US" altLang="zh-TW" dirty="0"/>
          </a:p>
          <a:p>
            <a:pPr lvl="1"/>
            <a:r>
              <a:rPr lang="zh-TW" altLang="en-US" dirty="0"/>
              <a:t>分割後會產生兩個不同方向的分支</a:t>
            </a:r>
            <a:endParaRPr lang="en-US" altLang="zh-TW" dirty="0"/>
          </a:p>
          <a:p>
            <a:pPr lvl="1"/>
            <a:endParaRPr lang="en-US" altLang="zh-TW" dirty="0"/>
          </a:p>
          <a:p>
            <a:r>
              <a:rPr lang="zh-TW" altLang="en-US" dirty="0"/>
              <a:t>名目</a:t>
            </a:r>
            <a:r>
              <a:rPr lang="en-US" altLang="zh-TW" dirty="0"/>
              <a:t>(Nominal)</a:t>
            </a:r>
            <a:r>
              <a:rPr lang="zh-TW" altLang="en-US" dirty="0"/>
              <a:t>屬性</a:t>
            </a:r>
          </a:p>
          <a:p>
            <a:pPr lvl="1"/>
            <a:r>
              <a:rPr lang="zh-TW" altLang="en-US" dirty="0"/>
              <a:t>名目屬性的資料沒有前後次序關係</a:t>
            </a:r>
          </a:p>
          <a:p>
            <a:pPr lvl="1"/>
            <a:r>
              <a:rPr lang="zh-TW" altLang="en-US" dirty="0"/>
              <a:t>可分割出不同值域的分支</a:t>
            </a:r>
          </a:p>
          <a:p>
            <a:pPr lvl="1"/>
            <a:r>
              <a:rPr lang="zh-TW" altLang="en-US" dirty="0"/>
              <a:t>每個分支的表示亦可以子集合的型態表示</a:t>
            </a:r>
          </a:p>
          <a:p>
            <a:pPr lvl="1"/>
            <a:endParaRPr lang="en-US" altLang="zh-TW" dirty="0"/>
          </a:p>
          <a:p>
            <a:pPr lvl="1"/>
            <a:endParaRPr kumimoji="1" lang="zh-TW" altLang="en-US" dirty="0"/>
          </a:p>
        </p:txBody>
      </p:sp>
      <p:sp>
        <p:nvSpPr>
          <p:cNvPr id="7" name="矩形 6">
            <a:extLst>
              <a:ext uri="{FF2B5EF4-FFF2-40B4-BE49-F238E27FC236}">
                <a16:creationId xmlns:a16="http://schemas.microsoft.com/office/drawing/2014/main" id="{35C3001D-6EE5-6C4C-B7E4-0C8FCF8664FC}"/>
              </a:ext>
            </a:extLst>
          </p:cNvPr>
          <p:cNvSpPr/>
          <p:nvPr/>
        </p:nvSpPr>
        <p:spPr>
          <a:xfrm>
            <a:off x="838200" y="6176963"/>
            <a:ext cx="8305800" cy="369332"/>
          </a:xfrm>
          <a:prstGeom prst="rect">
            <a:avLst/>
          </a:prstGeom>
        </p:spPr>
        <p:txBody>
          <a:bodyPr wrap="square">
            <a:spAutoFit/>
          </a:bodyPr>
          <a:lstStyle/>
          <a:p>
            <a:r>
              <a:rPr lang="zh-TW" altLang="en-US" dirty="0">
                <a:hlinkClick r:id="rId2"/>
              </a:rPr>
              <a:t>http://debussy.im.nuu.edu.tw/sjchen/MachineLearning/final/CLS_DT.pdf</a:t>
            </a:r>
            <a:endParaRPr lang="en-US" altLang="zh-TW" dirty="0"/>
          </a:p>
        </p:txBody>
      </p:sp>
      <p:pic>
        <p:nvPicPr>
          <p:cNvPr id="9" name="圖片 8">
            <a:extLst>
              <a:ext uri="{FF2B5EF4-FFF2-40B4-BE49-F238E27FC236}">
                <a16:creationId xmlns:a16="http://schemas.microsoft.com/office/drawing/2014/main" id="{78E9A117-9187-144F-BC12-4C0603A02F5E}"/>
              </a:ext>
            </a:extLst>
          </p:cNvPr>
          <p:cNvPicPr>
            <a:picLocks noChangeAspect="1"/>
          </p:cNvPicPr>
          <p:nvPr/>
        </p:nvPicPr>
        <p:blipFill>
          <a:blip r:embed="rId3"/>
          <a:stretch>
            <a:fillRect/>
          </a:stretch>
        </p:blipFill>
        <p:spPr>
          <a:xfrm>
            <a:off x="7277997" y="1645796"/>
            <a:ext cx="1866003" cy="1825874"/>
          </a:xfrm>
          <a:prstGeom prst="rect">
            <a:avLst/>
          </a:prstGeom>
        </p:spPr>
      </p:pic>
      <p:pic>
        <p:nvPicPr>
          <p:cNvPr id="10" name="圖片 9">
            <a:extLst>
              <a:ext uri="{FF2B5EF4-FFF2-40B4-BE49-F238E27FC236}">
                <a16:creationId xmlns:a16="http://schemas.microsoft.com/office/drawing/2014/main" id="{23177975-0681-F340-888B-5FEC3C41D5C7}"/>
              </a:ext>
            </a:extLst>
          </p:cNvPr>
          <p:cNvPicPr>
            <a:picLocks noChangeAspect="1"/>
          </p:cNvPicPr>
          <p:nvPr/>
        </p:nvPicPr>
        <p:blipFill>
          <a:blip r:embed="rId4"/>
          <a:stretch>
            <a:fillRect/>
          </a:stretch>
        </p:blipFill>
        <p:spPr>
          <a:xfrm>
            <a:off x="7669506" y="3471670"/>
            <a:ext cx="3871294" cy="2416423"/>
          </a:xfrm>
          <a:prstGeom prst="rect">
            <a:avLst/>
          </a:prstGeom>
        </p:spPr>
      </p:pic>
    </p:spTree>
    <p:extLst>
      <p:ext uri="{BB962C8B-B14F-4D97-AF65-F5344CB8AC3E}">
        <p14:creationId xmlns:p14="http://schemas.microsoft.com/office/powerpoint/2010/main" val="14901378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069A412-2621-4948-9495-A7C0DB32736E}"/>
              </a:ext>
            </a:extLst>
          </p:cNvPr>
          <p:cNvSpPr>
            <a:spLocks noGrp="1"/>
          </p:cNvSpPr>
          <p:nvPr>
            <p:ph type="title"/>
          </p:nvPr>
        </p:nvSpPr>
        <p:spPr/>
        <p:txBody>
          <a:bodyPr/>
          <a:lstStyle/>
          <a:p>
            <a:r>
              <a:rPr kumimoji="1" lang="zh-TW" altLang="en-US" dirty="0"/>
              <a:t>分類問題</a:t>
            </a:r>
            <a:r>
              <a:rPr kumimoji="1" lang="en-US" altLang="zh-TW" dirty="0"/>
              <a:t>-</a:t>
            </a:r>
            <a:r>
              <a:rPr lang="zh-TW" altLang="en-US" dirty="0"/>
              <a:t>不同類型之節點分割</a:t>
            </a:r>
            <a:endParaRPr kumimoji="1" lang="zh-TW" altLang="en-US" dirty="0"/>
          </a:p>
        </p:txBody>
      </p:sp>
      <p:sp>
        <p:nvSpPr>
          <p:cNvPr id="3" name="內容版面配置區 2">
            <a:extLst>
              <a:ext uri="{FF2B5EF4-FFF2-40B4-BE49-F238E27FC236}">
                <a16:creationId xmlns:a16="http://schemas.microsoft.com/office/drawing/2014/main" id="{C24F5383-6D04-D042-9F88-5162D85AE840}"/>
              </a:ext>
            </a:extLst>
          </p:cNvPr>
          <p:cNvSpPr>
            <a:spLocks noGrp="1"/>
          </p:cNvSpPr>
          <p:nvPr>
            <p:ph idx="1"/>
          </p:nvPr>
        </p:nvSpPr>
        <p:spPr/>
        <p:txBody>
          <a:bodyPr/>
          <a:lstStyle/>
          <a:p>
            <a:r>
              <a:rPr lang="zh-TW" altLang="en-US" dirty="0"/>
              <a:t>順序屬性</a:t>
            </a:r>
            <a:endParaRPr lang="en-US" altLang="zh-TW" dirty="0"/>
          </a:p>
          <a:p>
            <a:pPr lvl="1"/>
            <a:r>
              <a:rPr lang="zh-TW" altLang="en-US" dirty="0"/>
              <a:t>順序屬性的資料有前後次序關係 可產生出二元或是多元分割，順序屬性內的值可以被群組，但是在群組時必須沒有違反屬性值的順序</a:t>
            </a:r>
            <a:endParaRPr lang="en-US" altLang="zh-TW" dirty="0"/>
          </a:p>
          <a:p>
            <a:pPr lvl="1"/>
            <a:endParaRPr lang="en-US" altLang="zh-TW" dirty="0"/>
          </a:p>
          <a:p>
            <a:pPr lvl="1"/>
            <a:endParaRPr lang="en-US" altLang="zh-TW" dirty="0"/>
          </a:p>
          <a:p>
            <a:pPr lvl="1"/>
            <a:endParaRPr lang="en-US" altLang="zh-TW" dirty="0"/>
          </a:p>
          <a:p>
            <a:r>
              <a:rPr lang="zh-TW" altLang="en-US" dirty="0"/>
              <a:t>連續性屬性</a:t>
            </a:r>
            <a:endParaRPr lang="en-US" altLang="zh-TW" dirty="0"/>
          </a:p>
          <a:p>
            <a:pPr lvl="1"/>
            <a:r>
              <a:rPr lang="zh-TW" altLang="en-US" dirty="0"/>
              <a:t>可採用離散化的方式，將資料分割成許多區間，但是仍需要保持資料的 順序性。</a:t>
            </a:r>
            <a:endParaRPr kumimoji="1" lang="zh-TW" altLang="en-US" dirty="0"/>
          </a:p>
        </p:txBody>
      </p:sp>
      <p:pic>
        <p:nvPicPr>
          <p:cNvPr id="4" name="圖片 3">
            <a:extLst>
              <a:ext uri="{FF2B5EF4-FFF2-40B4-BE49-F238E27FC236}">
                <a16:creationId xmlns:a16="http://schemas.microsoft.com/office/drawing/2014/main" id="{64449C35-23A9-0140-95CF-D8B4E38D77B3}"/>
              </a:ext>
            </a:extLst>
          </p:cNvPr>
          <p:cNvPicPr>
            <a:picLocks noChangeAspect="1"/>
          </p:cNvPicPr>
          <p:nvPr/>
        </p:nvPicPr>
        <p:blipFill>
          <a:blip r:embed="rId2"/>
          <a:stretch>
            <a:fillRect/>
          </a:stretch>
        </p:blipFill>
        <p:spPr>
          <a:xfrm>
            <a:off x="5733826" y="3105246"/>
            <a:ext cx="4570356" cy="1589345"/>
          </a:xfrm>
          <a:prstGeom prst="rect">
            <a:avLst/>
          </a:prstGeom>
        </p:spPr>
      </p:pic>
      <p:pic>
        <p:nvPicPr>
          <p:cNvPr id="5" name="圖片 4">
            <a:extLst>
              <a:ext uri="{FF2B5EF4-FFF2-40B4-BE49-F238E27FC236}">
                <a16:creationId xmlns:a16="http://schemas.microsoft.com/office/drawing/2014/main" id="{0FF10C87-222A-AE4C-86EA-15E2389C17A0}"/>
              </a:ext>
            </a:extLst>
          </p:cNvPr>
          <p:cNvPicPr>
            <a:picLocks noChangeAspect="1"/>
          </p:cNvPicPr>
          <p:nvPr/>
        </p:nvPicPr>
        <p:blipFill>
          <a:blip r:embed="rId3"/>
          <a:stretch>
            <a:fillRect/>
          </a:stretch>
        </p:blipFill>
        <p:spPr>
          <a:xfrm>
            <a:off x="5733826" y="5154612"/>
            <a:ext cx="4095900" cy="1439825"/>
          </a:xfrm>
          <a:prstGeom prst="rect">
            <a:avLst/>
          </a:prstGeom>
        </p:spPr>
      </p:pic>
    </p:spTree>
    <p:extLst>
      <p:ext uri="{BB962C8B-B14F-4D97-AF65-F5344CB8AC3E}">
        <p14:creationId xmlns:p14="http://schemas.microsoft.com/office/powerpoint/2010/main" val="29945375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65DD30-2BFA-A341-AC81-061121C6EACD}"/>
              </a:ext>
            </a:extLst>
          </p:cNvPr>
          <p:cNvSpPr>
            <a:spLocks noGrp="1"/>
          </p:cNvSpPr>
          <p:nvPr>
            <p:ph type="title"/>
          </p:nvPr>
        </p:nvSpPr>
        <p:spPr/>
        <p:txBody>
          <a:bodyPr/>
          <a:lstStyle/>
          <a:p>
            <a:r>
              <a:rPr kumimoji="1" lang="zh-TW" altLang="en-US" dirty="0"/>
              <a:t>屬性選擇指標</a:t>
            </a:r>
          </a:p>
        </p:txBody>
      </p:sp>
      <p:sp>
        <p:nvSpPr>
          <p:cNvPr id="3" name="內容版面配置區 2">
            <a:extLst>
              <a:ext uri="{FF2B5EF4-FFF2-40B4-BE49-F238E27FC236}">
                <a16:creationId xmlns:a16="http://schemas.microsoft.com/office/drawing/2014/main" id="{AD5F3681-8C15-4A41-9C82-1EF2D5840245}"/>
              </a:ext>
            </a:extLst>
          </p:cNvPr>
          <p:cNvSpPr>
            <a:spLocks noGrp="1"/>
          </p:cNvSpPr>
          <p:nvPr>
            <p:ph idx="1"/>
          </p:nvPr>
        </p:nvSpPr>
        <p:spPr/>
        <p:txBody>
          <a:bodyPr/>
          <a:lstStyle/>
          <a:p>
            <a:pPr>
              <a:lnSpc>
                <a:spcPct val="100000"/>
              </a:lnSpc>
            </a:pPr>
            <a:r>
              <a:rPr lang="zh-TW" altLang="en-US" dirty="0"/>
              <a:t>屬性選擇指標主要是用來選擇出某一個屬性</a:t>
            </a:r>
            <a:r>
              <a:rPr lang="en-US" altLang="zh-TW" dirty="0"/>
              <a:t>(</a:t>
            </a:r>
            <a:r>
              <a:rPr lang="zh-TW" altLang="en-US" dirty="0"/>
              <a:t>欄位</a:t>
            </a:r>
            <a:r>
              <a:rPr lang="en-US" altLang="zh-TW" dirty="0"/>
              <a:t>)</a:t>
            </a:r>
            <a:r>
              <a:rPr lang="zh-TW" altLang="en-US" dirty="0"/>
              <a:t>，透過該屬性將帶有類別標記的值組資料從事適當的分類 </a:t>
            </a:r>
            <a:r>
              <a:rPr lang="en-US" altLang="zh-TW" dirty="0"/>
              <a:t>(</a:t>
            </a:r>
            <a:r>
              <a:rPr lang="zh-TW" altLang="en-US" dirty="0"/>
              <a:t>分割</a:t>
            </a:r>
            <a:r>
              <a:rPr lang="en-US" altLang="zh-TW" dirty="0"/>
              <a:t>)</a:t>
            </a:r>
            <a:r>
              <a:rPr lang="zh-TW" altLang="en-US" dirty="0"/>
              <a:t>。</a:t>
            </a:r>
            <a:endParaRPr lang="en-US" altLang="zh-TW" dirty="0"/>
          </a:p>
          <a:p>
            <a:pPr>
              <a:lnSpc>
                <a:spcPct val="100000"/>
              </a:lnSpc>
            </a:pPr>
            <a:r>
              <a:rPr lang="zh-TW" altLang="en-US" dirty="0"/>
              <a:t> 理想情況是：所挑選的屬性可以使得分類結果</a:t>
            </a:r>
            <a:r>
              <a:rPr lang="en-US" altLang="zh-TW" dirty="0"/>
              <a:t>(</a:t>
            </a:r>
            <a:r>
              <a:rPr lang="zh-TW" altLang="en-US" dirty="0"/>
              <a:t>分割結果</a:t>
            </a:r>
            <a:r>
              <a:rPr lang="en-US" altLang="zh-TW" dirty="0"/>
              <a:t>)</a:t>
            </a:r>
            <a:r>
              <a:rPr lang="zh-TW" altLang="en-US" dirty="0"/>
              <a:t>所包含 的資料集合具有相同的類別 </a:t>
            </a:r>
            <a:r>
              <a:rPr lang="en-US" altLang="zh-TW" dirty="0"/>
              <a:t>(</a:t>
            </a:r>
            <a:r>
              <a:rPr lang="zh-TW" altLang="en-US" dirty="0"/>
              <a:t>即：高同質性</a:t>
            </a:r>
            <a:r>
              <a:rPr lang="en-US" altLang="zh-TW" dirty="0"/>
              <a:t>)</a:t>
            </a:r>
            <a:r>
              <a:rPr lang="zh-TW" altLang="en-US" dirty="0"/>
              <a:t>。 </a:t>
            </a:r>
            <a:endParaRPr lang="en-US" altLang="zh-TW" dirty="0"/>
          </a:p>
          <a:p>
            <a:pPr>
              <a:lnSpc>
                <a:spcPct val="100000"/>
              </a:lnSpc>
            </a:pPr>
            <a:r>
              <a:rPr lang="zh-TW" altLang="en-US" dirty="0"/>
              <a:t>因此，屬性選擇指標也稱為分割條件</a:t>
            </a:r>
            <a:endParaRPr lang="en-US" altLang="zh-TW" dirty="0"/>
          </a:p>
          <a:p>
            <a:pPr>
              <a:lnSpc>
                <a:spcPct val="100000"/>
              </a:lnSpc>
            </a:pPr>
            <a:r>
              <a:rPr lang="zh-TW" altLang="en-US" dirty="0"/>
              <a:t>常用的屬性選擇指標有： </a:t>
            </a:r>
            <a:endParaRPr lang="en-US" altLang="zh-TW" dirty="0"/>
          </a:p>
          <a:p>
            <a:pPr lvl="1">
              <a:lnSpc>
                <a:spcPct val="100000"/>
              </a:lnSpc>
            </a:pPr>
            <a:r>
              <a:rPr lang="zh-TW" altLang="en-US" dirty="0"/>
              <a:t>資訊獲利 </a:t>
            </a:r>
            <a:r>
              <a:rPr lang="en-US" altLang="zh-TW" dirty="0"/>
              <a:t>(</a:t>
            </a:r>
            <a:r>
              <a:rPr lang="en" altLang="zh-TW" dirty="0"/>
              <a:t>Information Gain) – ID3</a:t>
            </a:r>
            <a:r>
              <a:rPr lang="zh-TW" altLang="en" dirty="0"/>
              <a:t>、</a:t>
            </a:r>
            <a:r>
              <a:rPr lang="en" altLang="zh-TW" dirty="0"/>
              <a:t>C4.5</a:t>
            </a:r>
            <a:r>
              <a:rPr lang="zh-TW" altLang="en" dirty="0"/>
              <a:t>、</a:t>
            </a:r>
            <a:r>
              <a:rPr lang="en" altLang="zh-TW" dirty="0"/>
              <a:t>C5.0 </a:t>
            </a:r>
          </a:p>
          <a:p>
            <a:pPr lvl="1">
              <a:lnSpc>
                <a:spcPct val="100000"/>
              </a:lnSpc>
            </a:pPr>
            <a:r>
              <a:rPr lang="zh-TW" altLang="en-US" dirty="0"/>
              <a:t>吉尼係數 </a:t>
            </a:r>
            <a:r>
              <a:rPr lang="en-US" altLang="zh-TW" dirty="0"/>
              <a:t>(</a:t>
            </a:r>
            <a:r>
              <a:rPr lang="en" altLang="zh-TW" dirty="0"/>
              <a:t>Gini Index) – CART</a:t>
            </a:r>
            <a:endParaRPr kumimoji="1" lang="zh-TW" altLang="en-US" dirty="0"/>
          </a:p>
        </p:txBody>
      </p:sp>
    </p:spTree>
    <p:extLst>
      <p:ext uri="{BB962C8B-B14F-4D97-AF65-F5344CB8AC3E}">
        <p14:creationId xmlns:p14="http://schemas.microsoft.com/office/powerpoint/2010/main" val="22805845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BE4896-DDC1-AE49-8B54-D276B7355EBA}"/>
              </a:ext>
            </a:extLst>
          </p:cNvPr>
          <p:cNvSpPr>
            <a:spLocks noGrp="1"/>
          </p:cNvSpPr>
          <p:nvPr>
            <p:ph type="title"/>
          </p:nvPr>
        </p:nvSpPr>
        <p:spPr/>
        <p:txBody>
          <a:bodyPr/>
          <a:lstStyle/>
          <a:p>
            <a:r>
              <a:rPr lang="zh-TW" altLang="en-US" dirty="0"/>
              <a:t>希望獲得的資訊量要最大</a:t>
            </a:r>
            <a:br>
              <a:rPr lang="en-US" altLang="zh-TW" dirty="0"/>
            </a:br>
            <a:r>
              <a:rPr lang="zh-TW" altLang="en-US" dirty="0"/>
              <a:t>經由分割後的資訊量要越小越好。</a:t>
            </a:r>
            <a:endParaRPr kumimoji="1" lang="zh-TW" altLang="en-US" dirty="0"/>
          </a:p>
        </p:txBody>
      </p:sp>
      <p:sp>
        <p:nvSpPr>
          <p:cNvPr id="3" name="內容版面配置區 2">
            <a:extLst>
              <a:ext uri="{FF2B5EF4-FFF2-40B4-BE49-F238E27FC236}">
                <a16:creationId xmlns:a16="http://schemas.microsoft.com/office/drawing/2014/main" id="{9BA84B51-63E2-CE49-98D5-E9BCA4517F0F}"/>
              </a:ext>
            </a:extLst>
          </p:cNvPr>
          <p:cNvSpPr>
            <a:spLocks noGrp="1"/>
          </p:cNvSpPr>
          <p:nvPr>
            <p:ph idx="1"/>
          </p:nvPr>
        </p:nvSpPr>
        <p:spPr/>
        <p:txBody>
          <a:bodyPr/>
          <a:lstStyle/>
          <a:p>
            <a:r>
              <a:rPr kumimoji="1" lang="zh-TW" altLang="en-US" dirty="0"/>
              <a:t>從一堆資料開始分割</a:t>
            </a:r>
            <a:r>
              <a:rPr kumimoji="1" lang="en-US" altLang="zh-TW" dirty="0"/>
              <a:t>(root)</a:t>
            </a:r>
            <a:r>
              <a:rPr kumimoji="1" lang="zh-TW" altLang="en-US" dirty="0"/>
              <a:t>，</a:t>
            </a:r>
            <a:r>
              <a:rPr lang="zh-TW" altLang="en-US" dirty="0"/>
              <a:t>分割的原則是：這樣的分割要能得到最大的資訊增益</a:t>
            </a:r>
            <a:r>
              <a:rPr lang="en-US" altLang="zh-TW" dirty="0"/>
              <a:t>(</a:t>
            </a:r>
            <a:r>
              <a:rPr lang="en" altLang="zh-TW" dirty="0"/>
              <a:t>Information gain, </a:t>
            </a:r>
            <a:r>
              <a:rPr lang="zh-TW" altLang="en-US" dirty="0"/>
              <a:t>簡稱</a:t>
            </a:r>
            <a:r>
              <a:rPr lang="en" altLang="zh-TW" dirty="0"/>
              <a:t>IG)</a:t>
            </a:r>
            <a:r>
              <a:rPr lang="zh-TW" altLang="en" dirty="0"/>
              <a:t>。</a:t>
            </a:r>
            <a:endParaRPr kumimoji="1" lang="zh-TW" altLang="en-US" dirty="0"/>
          </a:p>
        </p:txBody>
      </p:sp>
      <p:pic>
        <p:nvPicPr>
          <p:cNvPr id="2050" name="Picture 2">
            <a:extLst>
              <a:ext uri="{FF2B5EF4-FFF2-40B4-BE49-F238E27FC236}">
                <a16:creationId xmlns:a16="http://schemas.microsoft.com/office/drawing/2014/main" id="{1E70177F-1CA1-214A-A5B0-227B0D6B03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4405" y="2661147"/>
            <a:ext cx="8475382" cy="3650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44196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667CE51D-145D-FA43-B4CF-0DF7FDD51D1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802" t="8634" r="4342"/>
          <a:stretch/>
        </p:blipFill>
        <p:spPr bwMode="auto">
          <a:xfrm>
            <a:off x="2330823" y="2682351"/>
            <a:ext cx="7530353" cy="1970658"/>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849F1B21-CCFF-0A4B-B4EF-E30783CFF65E}"/>
              </a:ext>
            </a:extLst>
          </p:cNvPr>
          <p:cNvSpPr>
            <a:spLocks noGrp="1"/>
          </p:cNvSpPr>
          <p:nvPr>
            <p:ph type="title"/>
          </p:nvPr>
        </p:nvSpPr>
        <p:spPr/>
        <p:txBody>
          <a:bodyPr/>
          <a:lstStyle/>
          <a:p>
            <a:r>
              <a:rPr kumimoji="1" lang="zh-TW" altLang="en-US" dirty="0"/>
              <a:t>那什麼是</a:t>
            </a:r>
            <a:r>
              <a:rPr kumimoji="1" lang="en-US" altLang="zh-TW" dirty="0"/>
              <a:t>information</a:t>
            </a:r>
            <a:endParaRPr kumimoji="1" lang="zh-TW" altLang="en-US" dirty="0"/>
          </a:p>
        </p:txBody>
      </p:sp>
      <p:sp>
        <p:nvSpPr>
          <p:cNvPr id="3" name="內容版面配置區 2">
            <a:extLst>
              <a:ext uri="{FF2B5EF4-FFF2-40B4-BE49-F238E27FC236}">
                <a16:creationId xmlns:a16="http://schemas.microsoft.com/office/drawing/2014/main" id="{DF10E0B7-748C-204E-A080-E3DD54E0D1A8}"/>
              </a:ext>
            </a:extLst>
          </p:cNvPr>
          <p:cNvSpPr>
            <a:spLocks noGrp="1"/>
          </p:cNvSpPr>
          <p:nvPr>
            <p:ph idx="1"/>
          </p:nvPr>
        </p:nvSpPr>
        <p:spPr/>
        <p:txBody>
          <a:bodyPr/>
          <a:lstStyle/>
          <a:p>
            <a:r>
              <a:rPr lang="zh-TW" altLang="en-US" dirty="0"/>
              <a:t>常見的資訊量有兩種：熵</a:t>
            </a:r>
            <a:r>
              <a:rPr lang="en-US" altLang="zh-TW" dirty="0"/>
              <a:t>(</a:t>
            </a:r>
            <a:r>
              <a:rPr lang="en" altLang="zh-TW" dirty="0"/>
              <a:t>Entropy) </a:t>
            </a:r>
            <a:r>
              <a:rPr lang="zh-TW" altLang="en-US" dirty="0"/>
              <a:t>以及 </a:t>
            </a:r>
            <a:r>
              <a:rPr lang="en" altLang="zh-TW" dirty="0"/>
              <a:t>Gini</a:t>
            </a:r>
            <a:r>
              <a:rPr lang="zh-TW" altLang="en-US" dirty="0"/>
              <a:t>不純度</a:t>
            </a:r>
            <a:r>
              <a:rPr lang="en-US" altLang="zh-TW" dirty="0"/>
              <a:t>(</a:t>
            </a:r>
            <a:r>
              <a:rPr lang="en" altLang="zh-TW" dirty="0"/>
              <a:t>Gini Impurity)</a:t>
            </a:r>
          </a:p>
          <a:p>
            <a:pPr lvl="1"/>
            <a:r>
              <a:rPr kumimoji="1" lang="en" altLang="zh-TW" dirty="0"/>
              <a:t>Entropy (ID3, C4.5)</a:t>
            </a:r>
          </a:p>
          <a:p>
            <a:pPr lvl="1"/>
            <a:endParaRPr kumimoji="1" lang="en" altLang="zh-TW" dirty="0"/>
          </a:p>
          <a:p>
            <a:pPr lvl="1"/>
            <a:endParaRPr kumimoji="1" lang="en" altLang="zh-TW" dirty="0"/>
          </a:p>
          <a:p>
            <a:pPr lvl="1"/>
            <a:endParaRPr kumimoji="1" lang="en" altLang="zh-TW" dirty="0"/>
          </a:p>
          <a:p>
            <a:pPr lvl="1"/>
            <a:endParaRPr kumimoji="1" lang="en" altLang="zh-TW" dirty="0"/>
          </a:p>
          <a:p>
            <a:pPr lvl="1"/>
            <a:endParaRPr kumimoji="1" lang="en" altLang="zh-TW" dirty="0"/>
          </a:p>
          <a:p>
            <a:pPr lvl="1"/>
            <a:r>
              <a:rPr kumimoji="1" lang="en" altLang="zh-TW" dirty="0"/>
              <a:t>Gini Impurity (CART)</a:t>
            </a:r>
            <a:endParaRPr kumimoji="1" lang="zh-TW" altLang="en-US" dirty="0"/>
          </a:p>
        </p:txBody>
      </p:sp>
      <p:pic>
        <p:nvPicPr>
          <p:cNvPr id="3076" name="Picture 4">
            <a:extLst>
              <a:ext uri="{FF2B5EF4-FFF2-40B4-BE49-F238E27FC236}">
                <a16:creationId xmlns:a16="http://schemas.microsoft.com/office/drawing/2014/main" id="{5740905C-0B62-EB49-8091-EAA9DDEE89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6075" y="5139814"/>
            <a:ext cx="8286974" cy="1504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36565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E9B590-22BF-7844-BBC4-7D1852581229}"/>
              </a:ext>
            </a:extLst>
          </p:cNvPr>
          <p:cNvSpPr>
            <a:spLocks noGrp="1"/>
          </p:cNvSpPr>
          <p:nvPr>
            <p:ph type="title"/>
          </p:nvPr>
        </p:nvSpPr>
        <p:spPr/>
        <p:txBody>
          <a:bodyPr/>
          <a:lstStyle/>
          <a:p>
            <a:r>
              <a:rPr kumimoji="1" lang="zh-TW" altLang="en-US" dirty="0"/>
              <a:t>來算數學吧</a:t>
            </a:r>
          </a:p>
        </p:txBody>
      </p:sp>
      <p:sp>
        <p:nvSpPr>
          <p:cNvPr id="3" name="內容版面配置區 2">
            <a:extLst>
              <a:ext uri="{FF2B5EF4-FFF2-40B4-BE49-F238E27FC236}">
                <a16:creationId xmlns:a16="http://schemas.microsoft.com/office/drawing/2014/main" id="{6973639B-DF2B-F34F-B421-561A0B48BC44}"/>
              </a:ext>
            </a:extLst>
          </p:cNvPr>
          <p:cNvSpPr>
            <a:spLocks noGrp="1"/>
          </p:cNvSpPr>
          <p:nvPr>
            <p:ph idx="1"/>
          </p:nvPr>
        </p:nvSpPr>
        <p:spPr/>
        <p:txBody>
          <a:bodyPr/>
          <a:lstStyle/>
          <a:p>
            <a:r>
              <a:rPr lang="zh-TW" altLang="en-US" dirty="0"/>
              <a:t>假設有</a:t>
            </a:r>
            <a:r>
              <a:rPr lang="en-US" altLang="zh-TW" dirty="0"/>
              <a:t>80</a:t>
            </a:r>
            <a:r>
              <a:rPr lang="zh-TW" altLang="en-US" dirty="0"/>
              <a:t>筆資料，有</a:t>
            </a:r>
            <a:r>
              <a:rPr lang="en-US" altLang="zh-TW" dirty="0"/>
              <a:t>40</a:t>
            </a:r>
            <a:r>
              <a:rPr lang="zh-TW" altLang="en-US" dirty="0"/>
              <a:t>是</a:t>
            </a:r>
            <a:r>
              <a:rPr lang="en-US" altLang="zh-TW" dirty="0"/>
              <a:t>1</a:t>
            </a:r>
            <a:r>
              <a:rPr lang="zh-TW" altLang="en-US" dirty="0"/>
              <a:t>類別、</a:t>
            </a:r>
            <a:r>
              <a:rPr lang="en-US" altLang="zh-TW" dirty="0"/>
              <a:t>40</a:t>
            </a:r>
            <a:r>
              <a:rPr lang="zh-TW" altLang="en-US" dirty="0"/>
              <a:t>筆是</a:t>
            </a:r>
            <a:r>
              <a:rPr lang="en-US" altLang="zh-TW" dirty="0"/>
              <a:t>2</a:t>
            </a:r>
            <a:r>
              <a:rPr lang="zh-TW" altLang="en-US" dirty="0"/>
              <a:t>類別。</a:t>
            </a:r>
            <a:endParaRPr lang="en-US" altLang="zh-TW" dirty="0"/>
          </a:p>
          <a:p>
            <a:r>
              <a:rPr lang="zh-TW" altLang="en-US" dirty="0"/>
              <a:t>使用兩種不同的切割方法</a:t>
            </a:r>
            <a:endParaRPr lang="en-US" altLang="zh-TW" dirty="0"/>
          </a:p>
          <a:p>
            <a:pPr lvl="1"/>
            <a:r>
              <a:rPr lang="zh-TW" altLang="en-US" dirty="0"/>
              <a:t>第一種切割法（</a:t>
            </a:r>
            <a:r>
              <a:rPr lang="zh-TW" altLang="en" dirty="0"/>
              <a:t>Ａ）</a:t>
            </a:r>
            <a:r>
              <a:rPr lang="zh-TW" altLang="en-US" dirty="0"/>
              <a:t>會變把資料變成各</a:t>
            </a:r>
            <a:r>
              <a:rPr lang="en-US" altLang="zh-TW" dirty="0"/>
              <a:t>40</a:t>
            </a:r>
            <a:r>
              <a:rPr lang="zh-TW" altLang="en-US" dirty="0"/>
              <a:t>筆，其中左邊那份包含</a:t>
            </a:r>
            <a:r>
              <a:rPr lang="en-US" altLang="zh-TW" dirty="0"/>
              <a:t>30</a:t>
            </a:r>
            <a:r>
              <a:rPr lang="zh-TW" altLang="en-US" dirty="0"/>
              <a:t>筆</a:t>
            </a:r>
            <a:r>
              <a:rPr lang="en-US" altLang="zh-TW" dirty="0"/>
              <a:t>1</a:t>
            </a:r>
            <a:r>
              <a:rPr lang="zh-TW" altLang="en-US" dirty="0"/>
              <a:t>類別資料、</a:t>
            </a:r>
            <a:r>
              <a:rPr lang="en-US" altLang="zh-TW" dirty="0"/>
              <a:t>10</a:t>
            </a:r>
            <a:r>
              <a:rPr lang="zh-TW" altLang="en-US" dirty="0"/>
              <a:t>筆</a:t>
            </a:r>
            <a:r>
              <a:rPr lang="en-US" altLang="zh-TW" dirty="0"/>
              <a:t>2</a:t>
            </a:r>
            <a:r>
              <a:rPr lang="zh-TW" altLang="en-US" dirty="0"/>
              <a:t>類別資料，右邊包含</a:t>
            </a:r>
            <a:r>
              <a:rPr lang="en-US" altLang="zh-TW" dirty="0"/>
              <a:t>10</a:t>
            </a:r>
            <a:r>
              <a:rPr lang="zh-TW" altLang="en-US" dirty="0"/>
              <a:t>筆</a:t>
            </a:r>
            <a:r>
              <a:rPr lang="en-US" altLang="zh-TW" dirty="0"/>
              <a:t>1</a:t>
            </a:r>
            <a:r>
              <a:rPr lang="zh-TW" altLang="en-US" dirty="0"/>
              <a:t>類別資料、</a:t>
            </a:r>
            <a:r>
              <a:rPr lang="en-US" altLang="zh-TW" dirty="0"/>
              <a:t>30</a:t>
            </a:r>
            <a:r>
              <a:rPr lang="zh-TW" altLang="en-US" dirty="0"/>
              <a:t>筆</a:t>
            </a:r>
            <a:r>
              <a:rPr lang="en-US" altLang="zh-TW" dirty="0"/>
              <a:t>2</a:t>
            </a:r>
            <a:r>
              <a:rPr lang="zh-TW" altLang="en-US" dirty="0"/>
              <a:t>類別資料。</a:t>
            </a:r>
            <a:endParaRPr lang="en-US" altLang="zh-TW" dirty="0"/>
          </a:p>
          <a:p>
            <a:pPr lvl="1"/>
            <a:r>
              <a:rPr lang="zh-TW" altLang="en-US" dirty="0"/>
              <a:t>第二種切割法（</a:t>
            </a:r>
            <a:r>
              <a:rPr lang="zh-TW" altLang="en" dirty="0"/>
              <a:t>Ｂ）</a:t>
            </a:r>
            <a:r>
              <a:rPr lang="zh-TW" altLang="en-US" dirty="0"/>
              <a:t>會把資料切成</a:t>
            </a:r>
            <a:r>
              <a:rPr lang="en-US" altLang="zh-TW" dirty="0"/>
              <a:t>60/20</a:t>
            </a:r>
            <a:r>
              <a:rPr lang="zh-TW" altLang="en-US" dirty="0"/>
              <a:t>筆，其中左邊那份包含</a:t>
            </a:r>
            <a:r>
              <a:rPr lang="en-US" altLang="zh-TW" dirty="0"/>
              <a:t>20</a:t>
            </a:r>
            <a:r>
              <a:rPr lang="zh-TW" altLang="en-US" dirty="0"/>
              <a:t>筆</a:t>
            </a:r>
            <a:r>
              <a:rPr lang="en-US" altLang="zh-TW" dirty="0"/>
              <a:t>1</a:t>
            </a:r>
            <a:r>
              <a:rPr lang="zh-TW" altLang="en-US" dirty="0"/>
              <a:t>類別資料、</a:t>
            </a:r>
            <a:r>
              <a:rPr lang="en-US" altLang="zh-TW" dirty="0"/>
              <a:t>40</a:t>
            </a:r>
            <a:r>
              <a:rPr lang="zh-TW" altLang="en-US" dirty="0"/>
              <a:t>筆</a:t>
            </a:r>
            <a:r>
              <a:rPr lang="en-US" altLang="zh-TW" dirty="0"/>
              <a:t>2</a:t>
            </a:r>
            <a:r>
              <a:rPr lang="zh-TW" altLang="en-US" dirty="0"/>
              <a:t>類別資料，右邊那份包只含了</a:t>
            </a:r>
            <a:r>
              <a:rPr lang="en-US" altLang="zh-TW" dirty="0"/>
              <a:t>20</a:t>
            </a:r>
            <a:r>
              <a:rPr lang="zh-TW" altLang="en-US" dirty="0"/>
              <a:t>筆</a:t>
            </a:r>
            <a:r>
              <a:rPr lang="en-US" altLang="zh-TW" dirty="0"/>
              <a:t>1</a:t>
            </a:r>
            <a:r>
              <a:rPr lang="zh-TW" altLang="en-US" dirty="0"/>
              <a:t>類別的資料。</a:t>
            </a:r>
            <a:endParaRPr kumimoji="1" lang="zh-TW" altLang="en-US" dirty="0"/>
          </a:p>
        </p:txBody>
      </p:sp>
      <p:pic>
        <p:nvPicPr>
          <p:cNvPr id="4098" name="Picture 2">
            <a:extLst>
              <a:ext uri="{FF2B5EF4-FFF2-40B4-BE49-F238E27FC236}">
                <a16:creationId xmlns:a16="http://schemas.microsoft.com/office/drawing/2014/main" id="{8CF8D6D3-8706-8D42-9D61-B0815F42ED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3500" y="4396305"/>
            <a:ext cx="6685729" cy="2096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89808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837B79-C18A-DC40-BE49-5509201F5536}"/>
              </a:ext>
            </a:extLst>
          </p:cNvPr>
          <p:cNvSpPr>
            <a:spLocks noGrp="1"/>
          </p:cNvSpPr>
          <p:nvPr>
            <p:ph type="title"/>
          </p:nvPr>
        </p:nvSpPr>
        <p:spPr/>
        <p:txBody>
          <a:bodyPr/>
          <a:lstStyle/>
          <a:p>
            <a:r>
              <a:rPr kumimoji="1" lang="en-US" altLang="zh-TW" dirty="0" err="1"/>
              <a:t>Entroy</a:t>
            </a:r>
            <a:endParaRPr kumimoji="1" lang="zh-TW" altLang="en-US" dirty="0"/>
          </a:p>
        </p:txBody>
      </p:sp>
      <p:sp>
        <p:nvSpPr>
          <p:cNvPr id="3" name="內容版面配置區 2">
            <a:extLst>
              <a:ext uri="{FF2B5EF4-FFF2-40B4-BE49-F238E27FC236}">
                <a16:creationId xmlns:a16="http://schemas.microsoft.com/office/drawing/2014/main" id="{815D16FD-0E71-1040-B0B9-DD58CD16E748}"/>
              </a:ext>
            </a:extLst>
          </p:cNvPr>
          <p:cNvSpPr>
            <a:spLocks noGrp="1"/>
          </p:cNvSpPr>
          <p:nvPr>
            <p:ph idx="1"/>
          </p:nvPr>
        </p:nvSpPr>
        <p:spPr/>
        <p:txBody>
          <a:bodyPr/>
          <a:lstStyle/>
          <a:p>
            <a:r>
              <a:rPr kumimoji="1" lang="en-US" altLang="zh-TW"/>
              <a:t>ID3</a:t>
            </a:r>
            <a:r>
              <a:rPr kumimoji="1" lang="zh-TW" altLang="en-US"/>
              <a:t>的</a:t>
            </a:r>
            <a:r>
              <a:rPr kumimoji="1" lang="zh-TW" altLang="en-US" dirty="0"/>
              <a:t>做法</a:t>
            </a:r>
          </a:p>
        </p:txBody>
      </p:sp>
      <p:pic>
        <p:nvPicPr>
          <p:cNvPr id="5122" name="Picture 2">
            <a:extLst>
              <a:ext uri="{FF2B5EF4-FFF2-40B4-BE49-F238E27FC236}">
                <a16:creationId xmlns:a16="http://schemas.microsoft.com/office/drawing/2014/main" id="{BF8AE653-8A0B-3C43-84D7-10E4A91E36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2950" y="50800"/>
            <a:ext cx="5626100" cy="675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84818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912F93-EDAE-A947-A8B0-7B908E0539DD}"/>
              </a:ext>
            </a:extLst>
          </p:cNvPr>
          <p:cNvSpPr>
            <a:spLocks noGrp="1"/>
          </p:cNvSpPr>
          <p:nvPr>
            <p:ph type="title"/>
          </p:nvPr>
        </p:nvSpPr>
        <p:spPr/>
        <p:txBody>
          <a:bodyPr/>
          <a:lstStyle/>
          <a:p>
            <a:r>
              <a:rPr kumimoji="1" lang="en" altLang="zh-TW" dirty="0"/>
              <a:t>Gini Impurity</a:t>
            </a:r>
            <a:endParaRPr kumimoji="1" lang="zh-TW" altLang="en-US" dirty="0"/>
          </a:p>
        </p:txBody>
      </p:sp>
      <p:sp>
        <p:nvSpPr>
          <p:cNvPr id="3" name="內容版面配置區 2">
            <a:extLst>
              <a:ext uri="{FF2B5EF4-FFF2-40B4-BE49-F238E27FC236}">
                <a16:creationId xmlns:a16="http://schemas.microsoft.com/office/drawing/2014/main" id="{41866784-078B-2D44-908B-6384D7985B38}"/>
              </a:ext>
            </a:extLst>
          </p:cNvPr>
          <p:cNvSpPr>
            <a:spLocks noGrp="1"/>
          </p:cNvSpPr>
          <p:nvPr>
            <p:ph idx="1"/>
          </p:nvPr>
        </p:nvSpPr>
        <p:spPr/>
        <p:txBody>
          <a:bodyPr/>
          <a:lstStyle/>
          <a:p>
            <a:r>
              <a:rPr kumimoji="1" lang="en-US" altLang="zh-TW" dirty="0"/>
              <a:t>CART</a:t>
            </a:r>
            <a:endParaRPr kumimoji="1" lang="zh-TW" altLang="en-US" dirty="0"/>
          </a:p>
        </p:txBody>
      </p:sp>
      <p:pic>
        <p:nvPicPr>
          <p:cNvPr id="6146" name="Picture 2">
            <a:extLst>
              <a:ext uri="{FF2B5EF4-FFF2-40B4-BE49-F238E27FC236}">
                <a16:creationId xmlns:a16="http://schemas.microsoft.com/office/drawing/2014/main" id="{393A85CD-AA73-8F4B-8BD2-B0DE5AC4B4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2719" y="0"/>
            <a:ext cx="55435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80798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E0EB38-6099-4E61-9256-ACA61CF96F88}"/>
              </a:ext>
            </a:extLst>
          </p:cNvPr>
          <p:cNvSpPr>
            <a:spLocks noGrp="1"/>
          </p:cNvSpPr>
          <p:nvPr>
            <p:ph type="title"/>
          </p:nvPr>
        </p:nvSpPr>
        <p:spPr/>
        <p:txBody>
          <a:bodyPr/>
          <a:lstStyle/>
          <a:p>
            <a:r>
              <a:rPr lang="zh-TW" altLang="en-US"/>
              <a:t>決策樹</a:t>
            </a:r>
            <a:br>
              <a:rPr lang="en-US" altLang="zh-TW" dirty="0"/>
            </a:br>
            <a:r>
              <a:rPr lang="en-US" altLang="zh-TW" sz="3200" dirty="0"/>
              <a:t>11.Decision_Tree_sklearn_plot.py</a:t>
            </a:r>
            <a:endParaRPr lang="zh-TW" altLang="en-US" dirty="0"/>
          </a:p>
        </p:txBody>
      </p:sp>
      <p:sp>
        <p:nvSpPr>
          <p:cNvPr id="3" name="內容版面配置區 2">
            <a:extLst>
              <a:ext uri="{FF2B5EF4-FFF2-40B4-BE49-F238E27FC236}">
                <a16:creationId xmlns:a16="http://schemas.microsoft.com/office/drawing/2014/main" id="{42856D84-CE92-47C8-9A2B-82EA125CCD7C}"/>
              </a:ext>
            </a:extLst>
          </p:cNvPr>
          <p:cNvSpPr>
            <a:spLocks noGrp="1"/>
          </p:cNvSpPr>
          <p:nvPr>
            <p:ph idx="1"/>
          </p:nvPr>
        </p:nvSpPr>
        <p:spPr/>
        <p:txBody>
          <a:bodyPr/>
          <a:lstStyle/>
          <a:p>
            <a:endParaRPr lang="zh-TW" altLang="en-US"/>
          </a:p>
        </p:txBody>
      </p:sp>
      <p:pic>
        <p:nvPicPr>
          <p:cNvPr id="4" name="圖片 3">
            <a:extLst>
              <a:ext uri="{FF2B5EF4-FFF2-40B4-BE49-F238E27FC236}">
                <a16:creationId xmlns:a16="http://schemas.microsoft.com/office/drawing/2014/main" id="{F0EFEC01-4C5C-3BB2-CDFA-1F1C3E3B00BF}"/>
              </a:ext>
            </a:extLst>
          </p:cNvPr>
          <p:cNvPicPr>
            <a:picLocks noChangeAspect="1"/>
          </p:cNvPicPr>
          <p:nvPr/>
        </p:nvPicPr>
        <p:blipFill>
          <a:blip r:embed="rId2"/>
          <a:srcRect l="13305" t="9926" r="10925" b="11230"/>
          <a:stretch/>
        </p:blipFill>
        <p:spPr>
          <a:xfrm>
            <a:off x="838200" y="1958635"/>
            <a:ext cx="5091860" cy="3532223"/>
          </a:xfrm>
          <a:prstGeom prst="rect">
            <a:avLst/>
          </a:prstGeom>
          <a:ln>
            <a:solidFill>
              <a:schemeClr val="tx1"/>
            </a:solidFill>
          </a:ln>
        </p:spPr>
      </p:pic>
      <p:pic>
        <p:nvPicPr>
          <p:cNvPr id="6" name="圖片 5">
            <a:extLst>
              <a:ext uri="{FF2B5EF4-FFF2-40B4-BE49-F238E27FC236}">
                <a16:creationId xmlns:a16="http://schemas.microsoft.com/office/drawing/2014/main" id="{01D404A8-EADF-7E2F-2D1D-F7D239025B5E}"/>
              </a:ext>
            </a:extLst>
          </p:cNvPr>
          <p:cNvPicPr>
            <a:picLocks noChangeAspect="1"/>
          </p:cNvPicPr>
          <p:nvPr/>
        </p:nvPicPr>
        <p:blipFill>
          <a:blip r:embed="rId3"/>
          <a:srcRect l="4571" t="6286" r="7286"/>
          <a:stretch/>
        </p:blipFill>
        <p:spPr>
          <a:xfrm>
            <a:off x="6096000" y="1825625"/>
            <a:ext cx="5657916" cy="4010365"/>
          </a:xfrm>
          <a:prstGeom prst="rect">
            <a:avLst/>
          </a:prstGeom>
        </p:spPr>
      </p:pic>
      <p:sp>
        <p:nvSpPr>
          <p:cNvPr id="8" name="文字方塊 7">
            <a:extLst>
              <a:ext uri="{FF2B5EF4-FFF2-40B4-BE49-F238E27FC236}">
                <a16:creationId xmlns:a16="http://schemas.microsoft.com/office/drawing/2014/main" id="{605B6D01-B021-045D-EE93-005C34564F9D}"/>
              </a:ext>
            </a:extLst>
          </p:cNvPr>
          <p:cNvSpPr txBox="1"/>
          <p:nvPr/>
        </p:nvSpPr>
        <p:spPr>
          <a:xfrm>
            <a:off x="6829457" y="383847"/>
            <a:ext cx="4604657" cy="1477328"/>
          </a:xfrm>
          <a:prstGeom prst="rect">
            <a:avLst/>
          </a:prstGeom>
          <a:noFill/>
        </p:spPr>
        <p:txBody>
          <a:bodyPr wrap="square">
            <a:spAutoFit/>
          </a:bodyPr>
          <a:lstStyle/>
          <a:p>
            <a:r>
              <a:rPr lang="en" altLang="zh-TW" b="0" dirty="0" err="1">
                <a:solidFill>
                  <a:srgbClr val="001080"/>
                </a:solidFill>
                <a:effectLst/>
                <a:latin typeface="Fira Code" panose="020B0809050000020004" pitchFamily="49" charset="0"/>
              </a:rPr>
              <a:t>clf</a:t>
            </a:r>
            <a:r>
              <a:rPr lang="en" altLang="zh-TW" b="0" dirty="0">
                <a:solidFill>
                  <a:srgbClr val="3B3B3B"/>
                </a:solidFill>
                <a:effectLst/>
                <a:latin typeface="Fira Code" panose="020B0809050000020004" pitchFamily="49" charset="0"/>
              </a:rPr>
              <a:t> </a:t>
            </a:r>
            <a:r>
              <a:rPr lang="en" altLang="zh-TW" b="0" dirty="0">
                <a:solidFill>
                  <a:srgbClr val="000000"/>
                </a:solidFill>
                <a:effectLst/>
                <a:latin typeface="Fira Code" panose="020B0809050000020004" pitchFamily="49" charset="0"/>
              </a:rPr>
              <a:t>=</a:t>
            </a:r>
            <a:r>
              <a:rPr lang="en" altLang="zh-TW" b="0" dirty="0">
                <a:solidFill>
                  <a:srgbClr val="3B3B3B"/>
                </a:solidFill>
                <a:effectLst/>
                <a:latin typeface="Fira Code" panose="020B0809050000020004" pitchFamily="49" charset="0"/>
              </a:rPr>
              <a:t> </a:t>
            </a:r>
            <a:r>
              <a:rPr lang="en" altLang="zh-TW" b="0" dirty="0" err="1">
                <a:solidFill>
                  <a:srgbClr val="267F99"/>
                </a:solidFill>
                <a:effectLst/>
                <a:latin typeface="Fira Code" panose="020B0809050000020004" pitchFamily="49" charset="0"/>
              </a:rPr>
              <a:t>DecisionTreeClassifier</a:t>
            </a:r>
            <a:r>
              <a:rPr lang="en" altLang="zh-TW" b="0" dirty="0">
                <a:solidFill>
                  <a:srgbClr val="3B3B3B"/>
                </a:solidFill>
                <a:effectLst/>
                <a:latin typeface="Fira Code" panose="020B0809050000020004" pitchFamily="49" charset="0"/>
              </a:rPr>
              <a:t>(</a:t>
            </a:r>
          </a:p>
          <a:p>
            <a:pPr lvl="1"/>
            <a:r>
              <a:rPr lang="en" altLang="zh-TW" b="0" dirty="0" err="1">
                <a:solidFill>
                  <a:srgbClr val="001080"/>
                </a:solidFill>
                <a:effectLst/>
                <a:latin typeface="Fira Code" panose="020B0809050000020004" pitchFamily="49" charset="0"/>
              </a:rPr>
              <a:t>max_depth</a:t>
            </a:r>
            <a:r>
              <a:rPr lang="en" altLang="zh-TW" b="0" dirty="0">
                <a:solidFill>
                  <a:srgbClr val="000000"/>
                </a:solidFill>
                <a:effectLst/>
                <a:latin typeface="Fira Code" panose="020B0809050000020004" pitchFamily="49" charset="0"/>
              </a:rPr>
              <a:t>=</a:t>
            </a:r>
            <a:r>
              <a:rPr lang="en" altLang="zh-TW" b="0" dirty="0">
                <a:solidFill>
                  <a:srgbClr val="098658"/>
                </a:solidFill>
                <a:effectLst/>
                <a:latin typeface="Fira Code" panose="020B0809050000020004" pitchFamily="49" charset="0"/>
              </a:rPr>
              <a:t>2</a:t>
            </a:r>
            <a:r>
              <a:rPr lang="en" altLang="zh-TW" b="0" dirty="0">
                <a:solidFill>
                  <a:srgbClr val="3B3B3B"/>
                </a:solidFill>
                <a:effectLst/>
                <a:latin typeface="Fira Code" panose="020B0809050000020004" pitchFamily="49" charset="0"/>
              </a:rPr>
              <a:t>,</a:t>
            </a:r>
          </a:p>
          <a:p>
            <a:pPr lvl="1"/>
            <a:r>
              <a:rPr lang="en" altLang="zh-TW" b="0" dirty="0" err="1">
                <a:solidFill>
                  <a:srgbClr val="001080"/>
                </a:solidFill>
                <a:effectLst/>
                <a:latin typeface="Fira Code" panose="020B0809050000020004" pitchFamily="49" charset="0"/>
              </a:rPr>
              <a:t>random_state</a:t>
            </a:r>
            <a:r>
              <a:rPr lang="en" altLang="zh-TW" b="0" dirty="0">
                <a:solidFill>
                  <a:srgbClr val="000000"/>
                </a:solidFill>
                <a:effectLst/>
                <a:latin typeface="Fira Code" panose="020B0809050000020004" pitchFamily="49" charset="0"/>
              </a:rPr>
              <a:t>=</a:t>
            </a:r>
            <a:r>
              <a:rPr lang="en" altLang="zh-TW" b="0" dirty="0">
                <a:solidFill>
                  <a:srgbClr val="098658"/>
                </a:solidFill>
                <a:effectLst/>
                <a:latin typeface="Fira Code" panose="020B0809050000020004" pitchFamily="49" charset="0"/>
              </a:rPr>
              <a:t>42</a:t>
            </a:r>
            <a:r>
              <a:rPr lang="en" altLang="zh-TW" b="0" dirty="0">
                <a:solidFill>
                  <a:srgbClr val="3B3B3B"/>
                </a:solidFill>
                <a:effectLst/>
                <a:latin typeface="Fira Code" panose="020B0809050000020004" pitchFamily="49" charset="0"/>
              </a:rPr>
              <a:t>,</a:t>
            </a:r>
          </a:p>
          <a:p>
            <a:pPr lvl="1"/>
            <a:r>
              <a:rPr lang="en" altLang="zh-TW" b="0" dirty="0">
                <a:solidFill>
                  <a:srgbClr val="001080"/>
                </a:solidFill>
                <a:effectLst/>
                <a:latin typeface="Fira Code" panose="020B0809050000020004" pitchFamily="49" charset="0"/>
              </a:rPr>
              <a:t>criterion</a:t>
            </a:r>
            <a:r>
              <a:rPr lang="en" altLang="zh-TW" b="0" dirty="0">
                <a:solidFill>
                  <a:srgbClr val="000000"/>
                </a:solidFill>
                <a:effectLst/>
                <a:latin typeface="Fira Code" panose="020B0809050000020004" pitchFamily="49" charset="0"/>
              </a:rPr>
              <a:t>=</a:t>
            </a:r>
            <a:r>
              <a:rPr lang="en" altLang="zh-TW" b="0" dirty="0">
                <a:solidFill>
                  <a:srgbClr val="A31515"/>
                </a:solidFill>
                <a:effectLst/>
                <a:latin typeface="Fira Code" panose="020B0809050000020004" pitchFamily="49" charset="0"/>
              </a:rPr>
              <a:t>'</a:t>
            </a:r>
            <a:r>
              <a:rPr lang="en" altLang="zh-TW" b="0" dirty="0" err="1">
                <a:solidFill>
                  <a:srgbClr val="A31515"/>
                </a:solidFill>
                <a:effectLst/>
                <a:latin typeface="Fira Code" panose="020B0809050000020004" pitchFamily="49" charset="0"/>
              </a:rPr>
              <a:t>gini</a:t>
            </a:r>
            <a:r>
              <a:rPr lang="en" altLang="zh-TW" b="0" dirty="0">
                <a:solidFill>
                  <a:srgbClr val="A31515"/>
                </a:solidFill>
                <a:effectLst/>
                <a:latin typeface="Fira Code" panose="020B0809050000020004" pitchFamily="49" charset="0"/>
              </a:rPr>
              <a:t>'</a:t>
            </a:r>
            <a:endParaRPr lang="en" altLang="zh-TW" b="0" dirty="0">
              <a:solidFill>
                <a:srgbClr val="3B3B3B"/>
              </a:solidFill>
              <a:effectLst/>
              <a:latin typeface="Fira Code" panose="020B0809050000020004" pitchFamily="49" charset="0"/>
            </a:endParaRPr>
          </a:p>
          <a:p>
            <a:r>
              <a:rPr lang="en" altLang="zh-TW" b="0" dirty="0">
                <a:solidFill>
                  <a:srgbClr val="3B3B3B"/>
                </a:solidFill>
                <a:effectLst/>
                <a:latin typeface="Fira Code" panose="020B0809050000020004" pitchFamily="49" charset="0"/>
              </a:rPr>
              <a:t>)</a:t>
            </a:r>
          </a:p>
        </p:txBody>
      </p:sp>
    </p:spTree>
    <p:extLst>
      <p:ext uri="{BB962C8B-B14F-4D97-AF65-F5344CB8AC3E}">
        <p14:creationId xmlns:p14="http://schemas.microsoft.com/office/powerpoint/2010/main" val="33244762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F0EEF7-47A0-E143-9391-8CD5B8988B94}"/>
              </a:ext>
            </a:extLst>
          </p:cNvPr>
          <p:cNvSpPr>
            <a:spLocks noGrp="1"/>
          </p:cNvSpPr>
          <p:nvPr>
            <p:ph type="title"/>
          </p:nvPr>
        </p:nvSpPr>
        <p:spPr/>
        <p:txBody>
          <a:bodyPr/>
          <a:lstStyle/>
          <a:p>
            <a:r>
              <a:rPr kumimoji="1" lang="zh-TW" altLang="en-US" dirty="0"/>
              <a:t>樹的修剪</a:t>
            </a:r>
          </a:p>
        </p:txBody>
      </p:sp>
      <p:sp>
        <p:nvSpPr>
          <p:cNvPr id="3" name="內容版面配置區 2">
            <a:extLst>
              <a:ext uri="{FF2B5EF4-FFF2-40B4-BE49-F238E27FC236}">
                <a16:creationId xmlns:a16="http://schemas.microsoft.com/office/drawing/2014/main" id="{55A0FE42-1E48-2C4F-BE4C-347BD0753D9E}"/>
              </a:ext>
            </a:extLst>
          </p:cNvPr>
          <p:cNvSpPr>
            <a:spLocks noGrp="1"/>
          </p:cNvSpPr>
          <p:nvPr>
            <p:ph idx="1"/>
          </p:nvPr>
        </p:nvSpPr>
        <p:spPr/>
        <p:txBody>
          <a:bodyPr>
            <a:normAutofit/>
          </a:bodyPr>
          <a:lstStyle/>
          <a:p>
            <a:r>
              <a:rPr kumimoji="1" lang="zh-TW" altLang="en-US" dirty="0"/>
              <a:t>為演算法會盡可能地對資料集的每筆資料做分類，因此可能出現非常多、細微的分支。但是要預測新資料時，通常數據特徵不會完全一致，如果模型的分支太細，就可能造成預測錯誤。</a:t>
            </a:r>
          </a:p>
          <a:p>
            <a:r>
              <a:rPr kumimoji="1" lang="zh-TW" altLang="en-US" dirty="0"/>
              <a:t>為了解決這問題，通常有兩種方式</a:t>
            </a:r>
            <a:r>
              <a:rPr kumimoji="1" lang="en-US" altLang="zh-TW" dirty="0"/>
              <a:t>:</a:t>
            </a:r>
          </a:p>
          <a:p>
            <a:r>
              <a:rPr kumimoji="1" lang="zh-TW" altLang="en-US" dirty="0"/>
              <a:t>預剪枝（</a:t>
            </a:r>
            <a:r>
              <a:rPr kumimoji="1" lang="en" altLang="zh-TW" dirty="0"/>
              <a:t>pre-pruning</a:t>
            </a:r>
            <a:r>
              <a:rPr kumimoji="1" lang="zh-TW" altLang="en" dirty="0"/>
              <a:t>）：</a:t>
            </a:r>
            <a:r>
              <a:rPr kumimoji="1" lang="zh-TW" altLang="en-US" dirty="0"/>
              <a:t>這個方法在決策樹生成時，就會透過設定分類後的資訊獲益（</a:t>
            </a:r>
            <a:r>
              <a:rPr kumimoji="1" lang="en" altLang="zh-TW" dirty="0"/>
              <a:t>Information Gain</a:t>
            </a:r>
            <a:r>
              <a:rPr kumimoji="1" lang="zh-TW" altLang="en" dirty="0"/>
              <a:t>）</a:t>
            </a:r>
            <a:r>
              <a:rPr kumimoji="1" lang="zh-TW" altLang="en-US" dirty="0"/>
              <a:t>閥值（</a:t>
            </a:r>
            <a:r>
              <a:rPr kumimoji="1" lang="en" altLang="zh-TW" dirty="0"/>
              <a:t>Threshold</a:t>
            </a:r>
            <a:r>
              <a:rPr kumimoji="1" lang="zh-TW" altLang="en" dirty="0"/>
              <a:t>）</a:t>
            </a:r>
            <a:r>
              <a:rPr kumimoji="1" lang="zh-TW" altLang="en-US" dirty="0"/>
              <a:t>來決定是否生成子節點，因此最終的樹狀圖中可能會看見未被展開的節點。閥值（</a:t>
            </a:r>
            <a:r>
              <a:rPr kumimoji="1" lang="en" altLang="zh-TW" dirty="0"/>
              <a:t>Threshold</a:t>
            </a:r>
            <a:r>
              <a:rPr kumimoji="1" lang="zh-TW" altLang="en" dirty="0"/>
              <a:t>）</a:t>
            </a:r>
            <a:r>
              <a:rPr kumimoji="1" lang="zh-TW" altLang="en-US" dirty="0"/>
              <a:t>的定義必須謹慎考量，否則可能產生低度擬合（</a:t>
            </a:r>
            <a:r>
              <a:rPr kumimoji="1" lang="en" altLang="zh-TW" dirty="0"/>
              <a:t>Underfitting</a:t>
            </a:r>
            <a:r>
              <a:rPr kumimoji="1" lang="zh-TW" altLang="en" dirty="0"/>
              <a:t>）</a:t>
            </a:r>
            <a:r>
              <a:rPr kumimoji="1" lang="zh-TW" altLang="en-US" dirty="0"/>
              <a:t>的情況。</a:t>
            </a:r>
          </a:p>
          <a:p>
            <a:r>
              <a:rPr kumimoji="1" lang="zh-TW" altLang="en-US" dirty="0"/>
              <a:t>後剪枝（</a:t>
            </a:r>
            <a:r>
              <a:rPr kumimoji="1" lang="en" altLang="zh-TW" dirty="0"/>
              <a:t>post-pruning</a:t>
            </a:r>
            <a:r>
              <a:rPr kumimoji="1" lang="zh-TW" altLang="en" dirty="0"/>
              <a:t>）：</a:t>
            </a:r>
            <a:r>
              <a:rPr kumimoji="1" lang="zh-TW" altLang="en-US" dirty="0"/>
              <a:t>先讓演算法發展一顆完整的樹，再將子樹替換成葉子，並且計算替換前後的預測準確度，再決定是否保留此末端節點。</a:t>
            </a:r>
          </a:p>
        </p:txBody>
      </p:sp>
    </p:spTree>
    <p:extLst>
      <p:ext uri="{BB962C8B-B14F-4D97-AF65-F5344CB8AC3E}">
        <p14:creationId xmlns:p14="http://schemas.microsoft.com/office/powerpoint/2010/main" val="27078867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58B435-0077-4B0D-BBDD-9B183B2FB202}"/>
              </a:ext>
            </a:extLst>
          </p:cNvPr>
          <p:cNvSpPr>
            <a:spLocks noGrp="1"/>
          </p:cNvSpPr>
          <p:nvPr>
            <p:ph type="title"/>
          </p:nvPr>
        </p:nvSpPr>
        <p:spPr/>
        <p:txBody>
          <a:bodyPr/>
          <a:lstStyle/>
          <a:p>
            <a:r>
              <a:rPr kumimoji="1" lang="zh-TW" altLang="en-US" dirty="0"/>
              <a:t>樹的修剪</a:t>
            </a:r>
            <a:br>
              <a:rPr kumimoji="1" lang="en-US" altLang="zh-TW" dirty="0"/>
            </a:br>
            <a:r>
              <a:rPr kumimoji="1" lang="en-US" altLang="zh-TW" sz="2800" dirty="0"/>
              <a:t>11.Decision_Tree_sklearn_moon.py</a:t>
            </a:r>
            <a:endParaRPr lang="zh-TW" altLang="en-US" dirty="0"/>
          </a:p>
        </p:txBody>
      </p:sp>
      <p:sp>
        <p:nvSpPr>
          <p:cNvPr id="3" name="內容版面配置區 2">
            <a:extLst>
              <a:ext uri="{FF2B5EF4-FFF2-40B4-BE49-F238E27FC236}">
                <a16:creationId xmlns:a16="http://schemas.microsoft.com/office/drawing/2014/main" id="{B06FA323-8CE3-4A44-952E-1F78C9A75679}"/>
              </a:ext>
            </a:extLst>
          </p:cNvPr>
          <p:cNvSpPr>
            <a:spLocks noGrp="1"/>
          </p:cNvSpPr>
          <p:nvPr>
            <p:ph idx="1"/>
          </p:nvPr>
        </p:nvSpPr>
        <p:spPr/>
        <p:txBody>
          <a:bodyPr/>
          <a:lstStyle/>
          <a:p>
            <a:r>
              <a:rPr lang="zh-TW" altLang="en-US" dirty="0"/>
              <a:t>例如：左圖是不限制，右邊是設定「一個葉節點必須至少有多少個樣本」</a:t>
            </a:r>
          </a:p>
        </p:txBody>
      </p:sp>
      <p:sp>
        <p:nvSpPr>
          <p:cNvPr id="6" name="文字方塊 5">
            <a:extLst>
              <a:ext uri="{FF2B5EF4-FFF2-40B4-BE49-F238E27FC236}">
                <a16:creationId xmlns:a16="http://schemas.microsoft.com/office/drawing/2014/main" id="{2F42361A-2403-4B24-A5CD-9EF8320F26BE}"/>
              </a:ext>
            </a:extLst>
          </p:cNvPr>
          <p:cNvSpPr txBox="1"/>
          <p:nvPr/>
        </p:nvSpPr>
        <p:spPr>
          <a:xfrm>
            <a:off x="431898" y="2729407"/>
            <a:ext cx="5257800" cy="338554"/>
          </a:xfrm>
          <a:prstGeom prst="rect">
            <a:avLst/>
          </a:prstGeom>
          <a:noFill/>
        </p:spPr>
        <p:txBody>
          <a:bodyPr wrap="square">
            <a:spAutoFit/>
          </a:bodyPr>
          <a:lstStyle/>
          <a:p>
            <a:r>
              <a:rPr lang="en-US" altLang="zh-TW" sz="1600" b="0" dirty="0" err="1">
                <a:solidFill>
                  <a:srgbClr val="3B3B3B"/>
                </a:solidFill>
                <a:effectLst/>
                <a:latin typeface="Consolas" panose="020B0609020204030204" pitchFamily="49" charset="0"/>
              </a:rPr>
              <a:t>clf</a:t>
            </a:r>
            <a:r>
              <a:rPr lang="en-US" altLang="zh-TW" sz="1600" b="0" dirty="0">
                <a:solidFill>
                  <a:srgbClr val="3B3B3B"/>
                </a:solidFill>
                <a:effectLst/>
                <a:latin typeface="Consolas" panose="020B0609020204030204" pitchFamily="49" charset="0"/>
              </a:rPr>
              <a:t> </a:t>
            </a:r>
            <a:r>
              <a:rPr lang="en-US" altLang="zh-TW" sz="1600" b="0" dirty="0">
                <a:solidFill>
                  <a:srgbClr val="000000"/>
                </a:solidFill>
                <a:effectLst/>
                <a:latin typeface="Consolas" panose="020B0609020204030204" pitchFamily="49" charset="0"/>
              </a:rPr>
              <a:t>=</a:t>
            </a:r>
            <a:r>
              <a:rPr lang="en-US" altLang="zh-TW" sz="1600" b="0" dirty="0">
                <a:solidFill>
                  <a:srgbClr val="3B3B3B"/>
                </a:solidFill>
                <a:effectLst/>
                <a:latin typeface="Consolas" panose="020B0609020204030204" pitchFamily="49" charset="0"/>
              </a:rPr>
              <a:t> </a:t>
            </a:r>
            <a:r>
              <a:rPr lang="en-US" altLang="zh-TW" sz="1600" b="0" dirty="0" err="1">
                <a:solidFill>
                  <a:srgbClr val="3B3B3B"/>
                </a:solidFill>
                <a:effectLst/>
                <a:latin typeface="Consolas" panose="020B0609020204030204" pitchFamily="49" charset="0"/>
              </a:rPr>
              <a:t>DecisionTreeClassifier</a:t>
            </a:r>
            <a:r>
              <a:rPr lang="en-US" altLang="zh-TW" sz="1600" b="0" dirty="0">
                <a:solidFill>
                  <a:srgbClr val="3B3B3B"/>
                </a:solidFill>
                <a:effectLst/>
                <a:latin typeface="Consolas" panose="020B0609020204030204" pitchFamily="49" charset="0"/>
              </a:rPr>
              <a:t>(</a:t>
            </a:r>
            <a:r>
              <a:rPr lang="en-US" altLang="zh-TW" sz="1600" b="0" dirty="0" err="1">
                <a:solidFill>
                  <a:srgbClr val="001080"/>
                </a:solidFill>
                <a:effectLst/>
                <a:latin typeface="Consolas" panose="020B0609020204030204" pitchFamily="49" charset="0"/>
              </a:rPr>
              <a:t>random_state</a:t>
            </a:r>
            <a:r>
              <a:rPr lang="en-US" altLang="zh-TW" sz="1600" b="0" dirty="0">
                <a:solidFill>
                  <a:srgbClr val="000000"/>
                </a:solidFill>
                <a:effectLst/>
                <a:latin typeface="Consolas" panose="020B0609020204030204" pitchFamily="49" charset="0"/>
              </a:rPr>
              <a:t>=</a:t>
            </a:r>
            <a:r>
              <a:rPr lang="en-US" altLang="zh-TW" sz="1600" b="0" dirty="0">
                <a:solidFill>
                  <a:srgbClr val="098658"/>
                </a:solidFill>
                <a:effectLst/>
                <a:latin typeface="Consolas" panose="020B0609020204030204" pitchFamily="49" charset="0"/>
              </a:rPr>
              <a:t>42</a:t>
            </a:r>
            <a:r>
              <a:rPr lang="en-US" altLang="zh-TW" sz="1600" b="0" dirty="0">
                <a:solidFill>
                  <a:srgbClr val="3B3B3B"/>
                </a:solidFill>
                <a:effectLst/>
                <a:latin typeface="Consolas" panose="020B0609020204030204" pitchFamily="49" charset="0"/>
              </a:rPr>
              <a:t>)</a:t>
            </a:r>
          </a:p>
        </p:txBody>
      </p:sp>
      <p:pic>
        <p:nvPicPr>
          <p:cNvPr id="7" name="圖片 6">
            <a:extLst>
              <a:ext uri="{FF2B5EF4-FFF2-40B4-BE49-F238E27FC236}">
                <a16:creationId xmlns:a16="http://schemas.microsoft.com/office/drawing/2014/main" id="{DC9CB69F-512A-4299-9C23-4C5D7212E1F5}"/>
              </a:ext>
            </a:extLst>
          </p:cNvPr>
          <p:cNvPicPr>
            <a:picLocks noChangeAspect="1"/>
          </p:cNvPicPr>
          <p:nvPr/>
        </p:nvPicPr>
        <p:blipFill rotWithShape="1">
          <a:blip r:embed="rId2"/>
          <a:srcRect l="6453" t="7946" r="8519" b="3973"/>
          <a:stretch/>
        </p:blipFill>
        <p:spPr>
          <a:xfrm>
            <a:off x="626663" y="3067960"/>
            <a:ext cx="5143499" cy="3552111"/>
          </a:xfrm>
          <a:prstGeom prst="rect">
            <a:avLst/>
          </a:prstGeom>
        </p:spPr>
      </p:pic>
      <p:sp>
        <p:nvSpPr>
          <p:cNvPr id="10" name="文字方塊 9">
            <a:extLst>
              <a:ext uri="{FF2B5EF4-FFF2-40B4-BE49-F238E27FC236}">
                <a16:creationId xmlns:a16="http://schemas.microsoft.com/office/drawing/2014/main" id="{03F5BBD1-38BA-4DC0-B848-2C397EB2B2F2}"/>
              </a:ext>
            </a:extLst>
          </p:cNvPr>
          <p:cNvSpPr txBox="1"/>
          <p:nvPr/>
        </p:nvSpPr>
        <p:spPr>
          <a:xfrm>
            <a:off x="3670300" y="519952"/>
            <a:ext cx="7886700" cy="584775"/>
          </a:xfrm>
          <a:prstGeom prst="rect">
            <a:avLst/>
          </a:prstGeom>
          <a:noFill/>
        </p:spPr>
        <p:txBody>
          <a:bodyPr wrap="square">
            <a:spAutoFit/>
          </a:bodyPr>
          <a:lstStyle/>
          <a:p>
            <a:r>
              <a:rPr lang="en-US" altLang="zh-TW" sz="1600" b="0" dirty="0">
                <a:solidFill>
                  <a:srgbClr val="008000"/>
                </a:solidFill>
                <a:effectLst/>
                <a:latin typeface="Consolas" panose="020B0609020204030204" pitchFamily="49" charset="0"/>
              </a:rPr>
              <a:t># </a:t>
            </a:r>
            <a:r>
              <a:rPr lang="zh-TW" altLang="en-US" sz="1600" b="0" dirty="0">
                <a:solidFill>
                  <a:srgbClr val="008000"/>
                </a:solidFill>
                <a:effectLst/>
                <a:latin typeface="Consolas" panose="020B0609020204030204" pitchFamily="49" charset="0"/>
              </a:rPr>
              <a:t>生成 </a:t>
            </a:r>
            <a:r>
              <a:rPr lang="en-US" altLang="zh-TW" sz="1600" b="0" dirty="0" err="1">
                <a:solidFill>
                  <a:srgbClr val="008000"/>
                </a:solidFill>
                <a:effectLst/>
                <a:latin typeface="Consolas" panose="020B0609020204030204" pitchFamily="49" charset="0"/>
              </a:rPr>
              <a:t>make_moons</a:t>
            </a:r>
            <a:r>
              <a:rPr lang="en-US" altLang="zh-TW" sz="1600" b="0" dirty="0">
                <a:solidFill>
                  <a:srgbClr val="008000"/>
                </a:solidFill>
                <a:effectLst/>
                <a:latin typeface="Consolas" panose="020B0609020204030204" pitchFamily="49" charset="0"/>
              </a:rPr>
              <a:t> </a:t>
            </a:r>
            <a:r>
              <a:rPr lang="zh-TW" altLang="en-US" sz="1600" b="0" dirty="0">
                <a:solidFill>
                  <a:srgbClr val="008000"/>
                </a:solidFill>
                <a:effectLst/>
                <a:latin typeface="Consolas" panose="020B0609020204030204" pitchFamily="49" charset="0"/>
              </a:rPr>
              <a:t>數據集</a:t>
            </a:r>
            <a:endParaRPr lang="zh-TW" altLang="en-US" sz="1600" b="0" dirty="0">
              <a:solidFill>
                <a:srgbClr val="3B3B3B"/>
              </a:solidFill>
              <a:effectLst/>
              <a:latin typeface="Consolas" panose="020B0609020204030204" pitchFamily="49" charset="0"/>
            </a:endParaRPr>
          </a:p>
          <a:p>
            <a:r>
              <a:rPr lang="en-US" altLang="zh-TW" sz="1600" b="0" dirty="0">
                <a:solidFill>
                  <a:srgbClr val="3B3B3B"/>
                </a:solidFill>
                <a:effectLst/>
                <a:latin typeface="Consolas" panose="020B0609020204030204" pitchFamily="49" charset="0"/>
              </a:rPr>
              <a:t>X, y </a:t>
            </a:r>
            <a:r>
              <a:rPr lang="en-US" altLang="zh-TW" sz="1600" b="0" dirty="0">
                <a:solidFill>
                  <a:srgbClr val="000000"/>
                </a:solidFill>
                <a:effectLst/>
                <a:latin typeface="Consolas" panose="020B0609020204030204" pitchFamily="49" charset="0"/>
              </a:rPr>
              <a:t>=</a:t>
            </a:r>
            <a:r>
              <a:rPr lang="en-US" altLang="zh-TW" sz="1600" b="0" dirty="0">
                <a:solidFill>
                  <a:srgbClr val="3B3B3B"/>
                </a:solidFill>
                <a:effectLst/>
                <a:latin typeface="Consolas" panose="020B0609020204030204" pitchFamily="49" charset="0"/>
              </a:rPr>
              <a:t> </a:t>
            </a:r>
            <a:r>
              <a:rPr lang="en-US" altLang="zh-TW" sz="1600" b="0" dirty="0" err="1">
                <a:solidFill>
                  <a:srgbClr val="3B3B3B"/>
                </a:solidFill>
                <a:effectLst/>
                <a:latin typeface="Consolas" panose="020B0609020204030204" pitchFamily="49" charset="0"/>
              </a:rPr>
              <a:t>make_moons</a:t>
            </a:r>
            <a:r>
              <a:rPr lang="en-US" altLang="zh-TW" sz="1600" b="0" dirty="0">
                <a:solidFill>
                  <a:srgbClr val="3B3B3B"/>
                </a:solidFill>
                <a:effectLst/>
                <a:latin typeface="Consolas" panose="020B0609020204030204" pitchFamily="49" charset="0"/>
              </a:rPr>
              <a:t>(</a:t>
            </a:r>
            <a:r>
              <a:rPr lang="en-US" altLang="zh-TW" sz="1600" b="0" dirty="0" err="1">
                <a:solidFill>
                  <a:srgbClr val="001080"/>
                </a:solidFill>
                <a:effectLst/>
                <a:latin typeface="Consolas" panose="020B0609020204030204" pitchFamily="49" charset="0"/>
              </a:rPr>
              <a:t>n_samples</a:t>
            </a:r>
            <a:r>
              <a:rPr lang="en-US" altLang="zh-TW" sz="1600" b="0" dirty="0">
                <a:solidFill>
                  <a:srgbClr val="000000"/>
                </a:solidFill>
                <a:effectLst/>
                <a:latin typeface="Consolas" panose="020B0609020204030204" pitchFamily="49" charset="0"/>
              </a:rPr>
              <a:t>=</a:t>
            </a:r>
            <a:r>
              <a:rPr lang="en-US" altLang="zh-TW" sz="1600" b="0" dirty="0">
                <a:solidFill>
                  <a:srgbClr val="098658"/>
                </a:solidFill>
                <a:effectLst/>
                <a:latin typeface="Consolas" panose="020B0609020204030204" pitchFamily="49" charset="0"/>
              </a:rPr>
              <a:t>300</a:t>
            </a:r>
            <a:r>
              <a:rPr lang="en-US" altLang="zh-TW" sz="1600" b="0" dirty="0">
                <a:solidFill>
                  <a:srgbClr val="3B3B3B"/>
                </a:solidFill>
                <a:effectLst/>
                <a:latin typeface="Consolas" panose="020B0609020204030204" pitchFamily="49" charset="0"/>
              </a:rPr>
              <a:t>, </a:t>
            </a:r>
            <a:r>
              <a:rPr lang="en-US" altLang="zh-TW" sz="1600" b="0" dirty="0">
                <a:solidFill>
                  <a:srgbClr val="001080"/>
                </a:solidFill>
                <a:effectLst/>
                <a:latin typeface="Consolas" panose="020B0609020204030204" pitchFamily="49" charset="0"/>
              </a:rPr>
              <a:t>noise</a:t>
            </a:r>
            <a:r>
              <a:rPr lang="en-US" altLang="zh-TW" sz="1600" b="0" dirty="0">
                <a:solidFill>
                  <a:srgbClr val="000000"/>
                </a:solidFill>
                <a:effectLst/>
                <a:latin typeface="Consolas" panose="020B0609020204030204" pitchFamily="49" charset="0"/>
              </a:rPr>
              <a:t>=</a:t>
            </a:r>
            <a:r>
              <a:rPr lang="en-US" altLang="zh-TW" sz="1600" b="0" dirty="0">
                <a:solidFill>
                  <a:srgbClr val="098658"/>
                </a:solidFill>
                <a:effectLst/>
                <a:latin typeface="Consolas" panose="020B0609020204030204" pitchFamily="49" charset="0"/>
              </a:rPr>
              <a:t>0.3</a:t>
            </a:r>
            <a:r>
              <a:rPr lang="en-US" altLang="zh-TW" sz="1600" b="0" dirty="0">
                <a:solidFill>
                  <a:srgbClr val="3B3B3B"/>
                </a:solidFill>
                <a:effectLst/>
                <a:latin typeface="Consolas" panose="020B0609020204030204" pitchFamily="49" charset="0"/>
              </a:rPr>
              <a:t>, </a:t>
            </a:r>
            <a:r>
              <a:rPr lang="en-US" altLang="zh-TW" sz="1600" b="0" dirty="0" err="1">
                <a:solidFill>
                  <a:srgbClr val="001080"/>
                </a:solidFill>
                <a:effectLst/>
                <a:latin typeface="Consolas" panose="020B0609020204030204" pitchFamily="49" charset="0"/>
              </a:rPr>
              <a:t>random_state</a:t>
            </a:r>
            <a:r>
              <a:rPr lang="en-US" altLang="zh-TW" sz="1600" b="0" dirty="0">
                <a:solidFill>
                  <a:srgbClr val="000000"/>
                </a:solidFill>
                <a:effectLst/>
                <a:latin typeface="Consolas" panose="020B0609020204030204" pitchFamily="49" charset="0"/>
              </a:rPr>
              <a:t>=</a:t>
            </a:r>
            <a:r>
              <a:rPr lang="en-US" altLang="zh-TW" sz="1600" b="0" dirty="0">
                <a:solidFill>
                  <a:srgbClr val="098658"/>
                </a:solidFill>
                <a:effectLst/>
                <a:latin typeface="Consolas" panose="020B0609020204030204" pitchFamily="49" charset="0"/>
              </a:rPr>
              <a:t>42</a:t>
            </a:r>
            <a:r>
              <a:rPr lang="en-US" altLang="zh-TW" sz="1600" b="0" dirty="0">
                <a:solidFill>
                  <a:srgbClr val="3B3B3B"/>
                </a:solidFill>
                <a:effectLst/>
                <a:latin typeface="Consolas" panose="020B0609020204030204" pitchFamily="49" charset="0"/>
              </a:rPr>
              <a:t>)</a:t>
            </a:r>
          </a:p>
        </p:txBody>
      </p:sp>
      <p:sp>
        <p:nvSpPr>
          <p:cNvPr id="12" name="文字方塊 11">
            <a:extLst>
              <a:ext uri="{FF2B5EF4-FFF2-40B4-BE49-F238E27FC236}">
                <a16:creationId xmlns:a16="http://schemas.microsoft.com/office/drawing/2014/main" id="{AA62AF52-F16C-4C10-96BE-F25D5CB866A2}"/>
              </a:ext>
            </a:extLst>
          </p:cNvPr>
          <p:cNvSpPr txBox="1"/>
          <p:nvPr/>
        </p:nvSpPr>
        <p:spPr>
          <a:xfrm>
            <a:off x="6697070" y="2495752"/>
            <a:ext cx="5257798" cy="584775"/>
          </a:xfrm>
          <a:prstGeom prst="rect">
            <a:avLst/>
          </a:prstGeom>
          <a:noFill/>
        </p:spPr>
        <p:txBody>
          <a:bodyPr wrap="square">
            <a:spAutoFit/>
          </a:bodyPr>
          <a:lstStyle/>
          <a:p>
            <a:r>
              <a:rPr lang="en-US" altLang="zh-TW" sz="1600" b="0" dirty="0" err="1">
                <a:solidFill>
                  <a:srgbClr val="3B3B3B"/>
                </a:solidFill>
                <a:effectLst/>
                <a:latin typeface="Consolas" panose="020B0609020204030204" pitchFamily="49" charset="0"/>
              </a:rPr>
              <a:t>clf</a:t>
            </a:r>
            <a:r>
              <a:rPr lang="en-US" altLang="zh-TW" sz="1600" b="0" dirty="0">
                <a:solidFill>
                  <a:srgbClr val="3B3B3B"/>
                </a:solidFill>
                <a:effectLst/>
                <a:latin typeface="Consolas" panose="020B0609020204030204" pitchFamily="49" charset="0"/>
              </a:rPr>
              <a:t> </a:t>
            </a:r>
            <a:r>
              <a:rPr lang="en-US" altLang="zh-TW" sz="1600" b="0" dirty="0">
                <a:solidFill>
                  <a:srgbClr val="000000"/>
                </a:solidFill>
                <a:effectLst/>
                <a:latin typeface="Consolas" panose="020B0609020204030204" pitchFamily="49" charset="0"/>
              </a:rPr>
              <a:t>=</a:t>
            </a:r>
            <a:r>
              <a:rPr lang="en-US" altLang="zh-TW" sz="1600" b="0" dirty="0">
                <a:solidFill>
                  <a:srgbClr val="3B3B3B"/>
                </a:solidFill>
                <a:effectLst/>
                <a:latin typeface="Consolas" panose="020B0609020204030204" pitchFamily="49" charset="0"/>
              </a:rPr>
              <a:t> </a:t>
            </a:r>
            <a:r>
              <a:rPr lang="en-US" altLang="zh-TW" sz="1600" b="0" dirty="0" err="1">
                <a:solidFill>
                  <a:srgbClr val="3B3B3B"/>
                </a:solidFill>
                <a:effectLst/>
                <a:latin typeface="Consolas" panose="020B0609020204030204" pitchFamily="49" charset="0"/>
              </a:rPr>
              <a:t>DecisionTreeClassifier</a:t>
            </a:r>
            <a:r>
              <a:rPr lang="en-US" altLang="zh-TW" sz="1600" b="0" dirty="0">
                <a:solidFill>
                  <a:srgbClr val="3B3B3B"/>
                </a:solidFill>
                <a:effectLst/>
                <a:latin typeface="Consolas" panose="020B0609020204030204" pitchFamily="49" charset="0"/>
              </a:rPr>
              <a:t>(</a:t>
            </a:r>
            <a:r>
              <a:rPr lang="en-US" altLang="zh-TW" sz="1600" b="0" dirty="0" err="1">
                <a:solidFill>
                  <a:srgbClr val="001080"/>
                </a:solidFill>
                <a:effectLst/>
                <a:latin typeface="Consolas" panose="020B0609020204030204" pitchFamily="49" charset="0"/>
              </a:rPr>
              <a:t>random_state</a:t>
            </a:r>
            <a:r>
              <a:rPr lang="en-US" altLang="zh-TW" sz="1600" b="0" dirty="0">
                <a:solidFill>
                  <a:srgbClr val="000000"/>
                </a:solidFill>
                <a:effectLst/>
                <a:latin typeface="Consolas" panose="020B0609020204030204" pitchFamily="49" charset="0"/>
              </a:rPr>
              <a:t>=</a:t>
            </a:r>
            <a:r>
              <a:rPr lang="en-US" altLang="zh-TW" sz="1600" b="0" dirty="0">
                <a:solidFill>
                  <a:srgbClr val="098658"/>
                </a:solidFill>
                <a:effectLst/>
                <a:latin typeface="Consolas" panose="020B0609020204030204" pitchFamily="49" charset="0"/>
              </a:rPr>
              <a:t>42</a:t>
            </a:r>
            <a:r>
              <a:rPr lang="en-US" altLang="zh-TW" sz="1600" b="0" dirty="0">
                <a:solidFill>
                  <a:srgbClr val="3B3B3B"/>
                </a:solidFill>
                <a:effectLst/>
                <a:latin typeface="Consolas" panose="020B0609020204030204" pitchFamily="49" charset="0"/>
              </a:rPr>
              <a:t>, </a:t>
            </a:r>
            <a:r>
              <a:rPr lang="en-US" altLang="zh-TW" sz="1600" b="0" dirty="0" err="1">
                <a:solidFill>
                  <a:srgbClr val="001080"/>
                </a:solidFill>
                <a:effectLst/>
                <a:latin typeface="Consolas" panose="020B0609020204030204" pitchFamily="49" charset="0"/>
              </a:rPr>
              <a:t>min_samples_leaf</a:t>
            </a:r>
            <a:r>
              <a:rPr lang="en-US" altLang="zh-TW" sz="1600" b="0" dirty="0">
                <a:solidFill>
                  <a:srgbClr val="000000"/>
                </a:solidFill>
                <a:effectLst/>
                <a:latin typeface="Consolas" panose="020B0609020204030204" pitchFamily="49" charset="0"/>
              </a:rPr>
              <a:t>=</a:t>
            </a:r>
            <a:r>
              <a:rPr lang="en-US" altLang="zh-TW" sz="1600" b="0" dirty="0">
                <a:solidFill>
                  <a:srgbClr val="098658"/>
                </a:solidFill>
                <a:effectLst/>
                <a:latin typeface="Consolas" panose="020B0609020204030204" pitchFamily="49" charset="0"/>
              </a:rPr>
              <a:t>4</a:t>
            </a:r>
            <a:r>
              <a:rPr lang="en-US" altLang="zh-TW" sz="1600" b="0" dirty="0">
                <a:solidFill>
                  <a:srgbClr val="3B3B3B"/>
                </a:solidFill>
                <a:effectLst/>
                <a:latin typeface="Consolas" panose="020B0609020204030204" pitchFamily="49" charset="0"/>
              </a:rPr>
              <a:t>)</a:t>
            </a:r>
          </a:p>
        </p:txBody>
      </p:sp>
      <p:pic>
        <p:nvPicPr>
          <p:cNvPr id="13" name="圖片 12">
            <a:extLst>
              <a:ext uri="{FF2B5EF4-FFF2-40B4-BE49-F238E27FC236}">
                <a16:creationId xmlns:a16="http://schemas.microsoft.com/office/drawing/2014/main" id="{0DA62406-30E2-4E61-81C2-C4F88DC87658}"/>
              </a:ext>
            </a:extLst>
          </p:cNvPr>
          <p:cNvPicPr>
            <a:picLocks noChangeAspect="1"/>
          </p:cNvPicPr>
          <p:nvPr/>
        </p:nvPicPr>
        <p:blipFill>
          <a:blip r:embed="rId3"/>
          <a:stretch>
            <a:fillRect/>
          </a:stretch>
        </p:blipFill>
        <p:spPr>
          <a:xfrm>
            <a:off x="6421837" y="3047908"/>
            <a:ext cx="5257800" cy="3505200"/>
          </a:xfrm>
          <a:prstGeom prst="rect">
            <a:avLst/>
          </a:prstGeom>
        </p:spPr>
      </p:pic>
    </p:spTree>
    <p:extLst>
      <p:ext uri="{BB962C8B-B14F-4D97-AF65-F5344CB8AC3E}">
        <p14:creationId xmlns:p14="http://schemas.microsoft.com/office/powerpoint/2010/main" val="12714595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2CA7366A-E33B-419A-B83B-262883C5C2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4551" y="1517153"/>
            <a:ext cx="7376081" cy="2900706"/>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38C64133-E874-F418-DF29-C164233B62C1}"/>
              </a:ext>
            </a:extLst>
          </p:cNvPr>
          <p:cNvSpPr>
            <a:spLocks noGrp="1"/>
          </p:cNvSpPr>
          <p:nvPr>
            <p:ph type="title"/>
          </p:nvPr>
        </p:nvSpPr>
        <p:spPr/>
        <p:txBody>
          <a:bodyPr/>
          <a:lstStyle/>
          <a:p>
            <a:r>
              <a:rPr kumimoji="1" lang="zh-TW" altLang="en-US" dirty="0"/>
              <a:t>樹的不穩定性</a:t>
            </a:r>
          </a:p>
        </p:txBody>
      </p:sp>
      <p:sp>
        <p:nvSpPr>
          <p:cNvPr id="3" name="內容版面配置區 2">
            <a:extLst>
              <a:ext uri="{FF2B5EF4-FFF2-40B4-BE49-F238E27FC236}">
                <a16:creationId xmlns:a16="http://schemas.microsoft.com/office/drawing/2014/main" id="{9CA34144-9358-2128-21CB-9712ADAE5ECD}"/>
              </a:ext>
            </a:extLst>
          </p:cNvPr>
          <p:cNvSpPr>
            <a:spLocks noGrp="1"/>
          </p:cNvSpPr>
          <p:nvPr>
            <p:ph idx="1"/>
          </p:nvPr>
        </p:nvSpPr>
        <p:spPr>
          <a:xfrm>
            <a:off x="838200" y="1825625"/>
            <a:ext cx="3960043" cy="4351338"/>
          </a:xfrm>
        </p:spPr>
        <p:txBody>
          <a:bodyPr/>
          <a:lstStyle/>
          <a:p>
            <a:r>
              <a:rPr kumimoji="1" lang="zh-TW" altLang="en-US" dirty="0"/>
              <a:t>例如，整個空間屬性旋轉</a:t>
            </a:r>
            <a:r>
              <a:rPr kumimoji="1" lang="en-US" altLang="zh-TW" dirty="0"/>
              <a:t>45</a:t>
            </a:r>
            <a:r>
              <a:rPr kumimoji="1" lang="zh-TW" altLang="en-US" dirty="0"/>
              <a:t>度</a:t>
            </a:r>
            <a:endParaRPr kumimoji="1" lang="en-US" altLang="zh-TW" dirty="0"/>
          </a:p>
          <a:p>
            <a:r>
              <a:rPr kumimoji="1" lang="zh-TW" altLang="en-US" dirty="0"/>
              <a:t>因為</a:t>
            </a:r>
            <a:r>
              <a:rPr kumimoji="1" lang="en-US" altLang="zh-TW" dirty="0"/>
              <a:t>DT</a:t>
            </a:r>
            <a:r>
              <a:rPr kumimoji="1" lang="zh-TW" altLang="en-US" dirty="0"/>
              <a:t>算是一刀水平切或是垂直切的演算法，資料如果如右圖的話可能會讓模型表現較差</a:t>
            </a:r>
          </a:p>
        </p:txBody>
      </p:sp>
      <p:pic>
        <p:nvPicPr>
          <p:cNvPr id="4" name="Picture 2">
            <a:extLst>
              <a:ext uri="{FF2B5EF4-FFF2-40B4-BE49-F238E27FC236}">
                <a16:creationId xmlns:a16="http://schemas.microsoft.com/office/drawing/2014/main" id="{EED6DE83-5A68-465A-B448-5014DB7225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759" y="4605050"/>
            <a:ext cx="5062984" cy="24958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a:extLst>
              <a:ext uri="{FF2B5EF4-FFF2-40B4-BE49-F238E27FC236}">
                <a16:creationId xmlns:a16="http://schemas.microsoft.com/office/drawing/2014/main" id="{967D0E7E-2420-86A9-D44A-C0AE6A8EB6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97966" y="4605050"/>
            <a:ext cx="5385379" cy="2365343"/>
          </a:xfrm>
          <a:prstGeom prst="rect">
            <a:avLst/>
          </a:prstGeom>
          <a:noFill/>
          <a:extLst>
            <a:ext uri="{909E8E84-426E-40DD-AFC4-6F175D3DCCD1}">
              <a14:hiddenFill xmlns:a14="http://schemas.microsoft.com/office/drawing/2010/main">
                <a:solidFill>
                  <a:srgbClr val="FFFFFF"/>
                </a:solidFill>
              </a14:hiddenFill>
            </a:ext>
          </a:extLst>
        </p:spPr>
      </p:pic>
      <p:sp>
        <p:nvSpPr>
          <p:cNvPr id="6" name="向右箭號 5">
            <a:extLst>
              <a:ext uri="{FF2B5EF4-FFF2-40B4-BE49-F238E27FC236}">
                <a16:creationId xmlns:a16="http://schemas.microsoft.com/office/drawing/2014/main" id="{79006A10-33DA-2372-C3F4-230BF5B8F77F}"/>
              </a:ext>
            </a:extLst>
          </p:cNvPr>
          <p:cNvSpPr/>
          <p:nvPr/>
        </p:nvSpPr>
        <p:spPr>
          <a:xfrm>
            <a:off x="5552501" y="5409282"/>
            <a:ext cx="649995" cy="4957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14303310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3644C85-ADFF-48AF-B5A5-731BBDC16DC7}"/>
              </a:ext>
            </a:extLst>
          </p:cNvPr>
          <p:cNvSpPr>
            <a:spLocks noGrp="1"/>
          </p:cNvSpPr>
          <p:nvPr>
            <p:ph type="title"/>
          </p:nvPr>
        </p:nvSpPr>
        <p:spPr/>
        <p:txBody>
          <a:bodyPr/>
          <a:lstStyle/>
          <a:p>
            <a:r>
              <a:rPr kumimoji="1" lang="zh-TW" altLang="en-US" dirty="0"/>
              <a:t>樹的不穩定性</a:t>
            </a:r>
            <a:endParaRPr lang="zh-TW" altLang="en-US" dirty="0"/>
          </a:p>
        </p:txBody>
      </p:sp>
      <p:sp>
        <p:nvSpPr>
          <p:cNvPr id="3" name="內容版面配置區 2">
            <a:extLst>
              <a:ext uri="{FF2B5EF4-FFF2-40B4-BE49-F238E27FC236}">
                <a16:creationId xmlns:a16="http://schemas.microsoft.com/office/drawing/2014/main" id="{357BEDA4-4A21-4DA6-80BF-EC99844DB893}"/>
              </a:ext>
            </a:extLst>
          </p:cNvPr>
          <p:cNvSpPr>
            <a:spLocks noGrp="1"/>
          </p:cNvSpPr>
          <p:nvPr>
            <p:ph idx="1"/>
          </p:nvPr>
        </p:nvSpPr>
        <p:spPr/>
        <p:txBody>
          <a:bodyPr/>
          <a:lstStyle/>
          <a:p>
            <a:r>
              <a:rPr lang="zh-TW" altLang="en-US" dirty="0"/>
              <a:t>例如少掉一筆資料可能也會讓樹的長相差很多</a:t>
            </a:r>
          </a:p>
        </p:txBody>
      </p:sp>
      <p:pic>
        <p:nvPicPr>
          <p:cNvPr id="4" name="Picture 2">
            <a:extLst>
              <a:ext uri="{FF2B5EF4-FFF2-40B4-BE49-F238E27FC236}">
                <a16:creationId xmlns:a16="http://schemas.microsoft.com/office/drawing/2014/main" id="{8BAD2128-B10B-445F-A30A-7D5FA6A26E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 y="3024188"/>
            <a:ext cx="5410200" cy="2667000"/>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a:extLst>
              <a:ext uri="{FF2B5EF4-FFF2-40B4-BE49-F238E27FC236}">
                <a16:creationId xmlns:a16="http://schemas.microsoft.com/office/drawing/2014/main" id="{BED554A7-3531-40C0-8D8C-91C7077344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3024188"/>
            <a:ext cx="541020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86264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8A821F5F-A656-DD4E-99DF-326EEDF7C4EF}"/>
              </a:ext>
            </a:extLst>
          </p:cNvPr>
          <p:cNvSpPr>
            <a:spLocks noGrp="1"/>
          </p:cNvSpPr>
          <p:nvPr>
            <p:ph type="title"/>
          </p:nvPr>
        </p:nvSpPr>
        <p:spPr/>
        <p:txBody>
          <a:bodyPr/>
          <a:lstStyle/>
          <a:p>
            <a:r>
              <a:rPr lang="zh-TW" altLang="en-US" dirty="0"/>
              <a:t>隨機森林</a:t>
            </a:r>
            <a:r>
              <a:rPr lang="en-US" altLang="zh-TW" dirty="0"/>
              <a:t>(</a:t>
            </a:r>
            <a:r>
              <a:rPr lang="en" altLang="zh-TW" dirty="0"/>
              <a:t>Random Forest)</a:t>
            </a:r>
            <a:endParaRPr lang="zh-TW" altLang="en-US" dirty="0"/>
          </a:p>
        </p:txBody>
      </p:sp>
      <p:sp>
        <p:nvSpPr>
          <p:cNvPr id="5" name="文字版面配置區 4">
            <a:extLst>
              <a:ext uri="{FF2B5EF4-FFF2-40B4-BE49-F238E27FC236}">
                <a16:creationId xmlns:a16="http://schemas.microsoft.com/office/drawing/2014/main" id="{29984D3C-5BA8-5B4E-8D22-94AB3B6ACE36}"/>
              </a:ext>
            </a:extLst>
          </p:cNvPr>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8928664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ABCBBE-9754-974A-81D3-B8AE084A1964}"/>
              </a:ext>
            </a:extLst>
          </p:cNvPr>
          <p:cNvSpPr>
            <a:spLocks noGrp="1"/>
          </p:cNvSpPr>
          <p:nvPr>
            <p:ph type="title"/>
          </p:nvPr>
        </p:nvSpPr>
        <p:spPr/>
        <p:txBody>
          <a:bodyPr/>
          <a:lstStyle/>
          <a:p>
            <a:r>
              <a:rPr lang="zh-TW" altLang="en-US" dirty="0"/>
              <a:t>隨機森林</a:t>
            </a:r>
            <a:r>
              <a:rPr lang="en-US" altLang="zh-TW" dirty="0"/>
              <a:t>(</a:t>
            </a:r>
            <a:r>
              <a:rPr lang="en" altLang="zh-TW" dirty="0"/>
              <a:t>Random Forest)</a:t>
            </a:r>
            <a:endParaRPr kumimoji="1" lang="zh-TW" altLang="en-US" dirty="0"/>
          </a:p>
        </p:txBody>
      </p:sp>
      <p:sp>
        <p:nvSpPr>
          <p:cNvPr id="3" name="內容版面配置區 2">
            <a:extLst>
              <a:ext uri="{FF2B5EF4-FFF2-40B4-BE49-F238E27FC236}">
                <a16:creationId xmlns:a16="http://schemas.microsoft.com/office/drawing/2014/main" id="{3E117DE6-8FB3-3846-BBBA-5440B1B67DC9}"/>
              </a:ext>
            </a:extLst>
          </p:cNvPr>
          <p:cNvSpPr>
            <a:spLocks noGrp="1"/>
          </p:cNvSpPr>
          <p:nvPr>
            <p:ph idx="1"/>
          </p:nvPr>
        </p:nvSpPr>
        <p:spPr>
          <a:xfrm>
            <a:off x="838200" y="1825624"/>
            <a:ext cx="10515600" cy="4751445"/>
          </a:xfrm>
        </p:spPr>
        <p:txBody>
          <a:bodyPr>
            <a:normAutofit/>
          </a:bodyPr>
          <a:lstStyle/>
          <a:p>
            <a:r>
              <a:rPr lang="zh-TW" altLang="en-US" dirty="0"/>
              <a:t>隨機森林可以觀察每一個特徵的重要度。</a:t>
            </a:r>
            <a:endParaRPr lang="en-US" altLang="zh-TW" dirty="0"/>
          </a:p>
          <a:p>
            <a:r>
              <a:rPr lang="zh-TW" altLang="en-US" dirty="0"/>
              <a:t>直覺來說，你可以把隨機森林當作是多個決策樹組合而成的</a:t>
            </a:r>
            <a:endParaRPr lang="en-US" altLang="zh-TW" dirty="0"/>
          </a:p>
          <a:p>
            <a:r>
              <a:rPr lang="zh-TW" altLang="en-US" dirty="0"/>
              <a:t>這個在機器學習領域稱為</a:t>
            </a:r>
            <a:r>
              <a:rPr lang="en" altLang="zh-TW" dirty="0"/>
              <a:t>Ensemble</a:t>
            </a:r>
            <a:r>
              <a:rPr lang="zh-TW" altLang="en-US" dirty="0"/>
              <a:t>（整體或集成）。</a:t>
            </a:r>
            <a:endParaRPr lang="en-US" altLang="zh-TW" dirty="0"/>
          </a:p>
          <a:p>
            <a:r>
              <a:rPr kumimoji="1" lang="zh-TW" altLang="en-US" dirty="0"/>
              <a:t>整體機器學習</a:t>
            </a:r>
            <a:r>
              <a:rPr kumimoji="1" lang="en-US" altLang="zh-TW" dirty="0"/>
              <a:t>(</a:t>
            </a:r>
            <a:r>
              <a:rPr kumimoji="1" lang="en" altLang="zh-TW" dirty="0"/>
              <a:t>Ensemble learning)</a:t>
            </a:r>
            <a:r>
              <a:rPr kumimoji="1" lang="zh-TW" altLang="en-US" dirty="0"/>
              <a:t>演算法則是結合多個弱學習器來建構一個強穩的模型，而這種模型比較不會有偏差或是發生高度適合</a:t>
            </a:r>
            <a:r>
              <a:rPr kumimoji="1" lang="en-US" altLang="zh-TW" dirty="0"/>
              <a:t>(</a:t>
            </a:r>
            <a:r>
              <a:rPr kumimoji="1" lang="en" altLang="zh-TW" dirty="0"/>
              <a:t>Overfit)</a:t>
            </a:r>
            <a:r>
              <a:rPr kumimoji="1" lang="zh-TW" altLang="en" dirty="0"/>
              <a:t>。</a:t>
            </a:r>
            <a:endParaRPr kumimoji="1" lang="en-US" altLang="zh-TW" dirty="0"/>
          </a:p>
          <a:p>
            <a:r>
              <a:rPr lang="zh-TW" altLang="en-US" dirty="0"/>
              <a:t>結合多顆</a:t>
            </a:r>
            <a:r>
              <a:rPr lang="en" altLang="zh-TW" dirty="0"/>
              <a:t>CART</a:t>
            </a:r>
            <a:r>
              <a:rPr lang="zh-TW" altLang="en-US" dirty="0"/>
              <a:t>樹（</a:t>
            </a:r>
            <a:r>
              <a:rPr lang="en" altLang="zh-TW" dirty="0"/>
              <a:t>CART</a:t>
            </a:r>
            <a:r>
              <a:rPr lang="zh-TW" altLang="en-US" dirty="0"/>
              <a:t>樹為使用</a:t>
            </a:r>
            <a:r>
              <a:rPr lang="en" altLang="zh-TW" dirty="0"/>
              <a:t>GINI</a:t>
            </a:r>
            <a:r>
              <a:rPr lang="zh-TW" altLang="en-US" dirty="0"/>
              <a:t>算法的決策樹），並加入隨機分配的訓練資料，以大幅增進最終的運算結果。顧名思義就是由許多不同的決策樹所組成的一個學習器，其想法就是結合多個「弱學習器」來建構一個更強的模型：「強學習器」。</a:t>
            </a:r>
            <a:endParaRPr kumimoji="1" lang="zh-TW" altLang="en-US" dirty="0"/>
          </a:p>
        </p:txBody>
      </p:sp>
    </p:spTree>
    <p:extLst>
      <p:ext uri="{BB962C8B-B14F-4D97-AF65-F5344CB8AC3E}">
        <p14:creationId xmlns:p14="http://schemas.microsoft.com/office/powerpoint/2010/main" val="17144552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D5A9F2-1566-D6CD-1DFF-DE1110FE8A6E}"/>
              </a:ext>
            </a:extLst>
          </p:cNvPr>
          <p:cNvSpPr>
            <a:spLocks noGrp="1"/>
          </p:cNvSpPr>
          <p:nvPr>
            <p:ph type="title"/>
          </p:nvPr>
        </p:nvSpPr>
        <p:spPr/>
        <p:txBody>
          <a:bodyPr>
            <a:normAutofit/>
          </a:bodyPr>
          <a:lstStyle/>
          <a:p>
            <a:r>
              <a:rPr kumimoji="1" lang="zh-TW" altLang="en-US" dirty="0"/>
              <a:t>大數法則</a:t>
            </a:r>
            <a:br>
              <a:rPr kumimoji="1" lang="en-US" altLang="zh-TW" dirty="0"/>
            </a:br>
            <a:r>
              <a:rPr kumimoji="1" lang="zh-TW" altLang="en-US" sz="3200" dirty="0"/>
              <a:t>當樣本數量越大時，樣本平均值會越接近期望值</a:t>
            </a:r>
            <a:endParaRPr kumimoji="1" lang="zh-TW" altLang="en-US" dirty="0"/>
          </a:p>
        </p:txBody>
      </p:sp>
      <p:sp>
        <p:nvSpPr>
          <p:cNvPr id="3" name="內容版面配置區 2">
            <a:extLst>
              <a:ext uri="{FF2B5EF4-FFF2-40B4-BE49-F238E27FC236}">
                <a16:creationId xmlns:a16="http://schemas.microsoft.com/office/drawing/2014/main" id="{1CBD5D5F-0FCB-7842-BCF7-DF7C6AF13C5B}"/>
              </a:ext>
            </a:extLst>
          </p:cNvPr>
          <p:cNvSpPr>
            <a:spLocks noGrp="1"/>
          </p:cNvSpPr>
          <p:nvPr>
            <p:ph idx="1"/>
          </p:nvPr>
        </p:nvSpPr>
        <p:spPr/>
        <p:txBody>
          <a:bodyPr/>
          <a:lstStyle/>
          <a:p>
            <a:r>
              <a:rPr kumimoji="1" lang="en" altLang="zh-TW" dirty="0"/>
              <a:t>Ensemble Learning</a:t>
            </a:r>
            <a:r>
              <a:rPr kumimoji="1" lang="zh-TW" altLang="en-US"/>
              <a:t>基本條件是：每</a:t>
            </a:r>
            <a:r>
              <a:rPr kumimoji="1" lang="zh-TW" altLang="en-US" dirty="0"/>
              <a:t>個分類器之間應該要有差異，每個分類器準確率需大於</a:t>
            </a:r>
            <a:r>
              <a:rPr kumimoji="1" lang="en-US" altLang="zh-TW" dirty="0"/>
              <a:t>0.5</a:t>
            </a:r>
            <a:r>
              <a:rPr kumimoji="1" lang="zh-TW" altLang="en-US" dirty="0"/>
              <a:t>。</a:t>
            </a:r>
          </a:p>
        </p:txBody>
      </p:sp>
      <p:pic>
        <p:nvPicPr>
          <p:cNvPr id="6146" name="Picture 2">
            <a:extLst>
              <a:ext uri="{FF2B5EF4-FFF2-40B4-BE49-F238E27FC236}">
                <a16:creationId xmlns:a16="http://schemas.microsoft.com/office/drawing/2014/main" id="{38753971-D8DC-44AE-803B-A2A52BAB85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2878" y="2700338"/>
            <a:ext cx="8442642" cy="3747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49081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BD479E7-5273-85C0-0EF8-5C3003ADDEDD}"/>
              </a:ext>
            </a:extLst>
          </p:cNvPr>
          <p:cNvSpPr>
            <a:spLocks noGrp="1"/>
          </p:cNvSpPr>
          <p:nvPr>
            <p:ph type="title"/>
          </p:nvPr>
        </p:nvSpPr>
        <p:spPr/>
        <p:txBody>
          <a:bodyPr/>
          <a:lstStyle/>
          <a:p>
            <a:r>
              <a:rPr kumimoji="1" lang="en-US" altLang="zh-TW" dirty="0"/>
              <a:t>Ensemble</a:t>
            </a:r>
            <a:r>
              <a:rPr kumimoji="1" lang="zh-TW" altLang="en-US" dirty="0"/>
              <a:t>的概念</a:t>
            </a:r>
          </a:p>
        </p:txBody>
      </p:sp>
      <p:sp>
        <p:nvSpPr>
          <p:cNvPr id="3" name="內容版面配置區 2">
            <a:extLst>
              <a:ext uri="{FF2B5EF4-FFF2-40B4-BE49-F238E27FC236}">
                <a16:creationId xmlns:a16="http://schemas.microsoft.com/office/drawing/2014/main" id="{8CB4D6C2-0119-8E2E-3AF4-E4AE755E7494}"/>
              </a:ext>
            </a:extLst>
          </p:cNvPr>
          <p:cNvSpPr>
            <a:spLocks noGrp="1"/>
          </p:cNvSpPr>
          <p:nvPr>
            <p:ph idx="1"/>
          </p:nvPr>
        </p:nvSpPr>
        <p:spPr/>
        <p:txBody>
          <a:bodyPr/>
          <a:lstStyle/>
          <a:p>
            <a:r>
              <a:rPr kumimoji="1" lang="zh-TW" altLang="en-US" dirty="0"/>
              <a:t>使用一組多樣化的分類器</a:t>
            </a:r>
            <a:endParaRPr kumimoji="1" lang="en-US" altLang="zh-TW" dirty="0"/>
          </a:p>
          <a:p>
            <a:pPr marL="914400" lvl="1" indent="-457200">
              <a:buFont typeface="+mj-lt"/>
              <a:buAutoNum type="arabicPeriod"/>
            </a:pPr>
            <a:r>
              <a:rPr kumimoji="1" lang="zh-TW" altLang="en-US" dirty="0"/>
              <a:t>使用全然不同的訓練演算法，再透過投票機制決定</a:t>
            </a:r>
            <a:endParaRPr kumimoji="1" lang="en-US" altLang="zh-TW" dirty="0"/>
          </a:p>
          <a:p>
            <a:pPr lvl="2"/>
            <a:r>
              <a:rPr kumimoji="1" lang="en" altLang="zh-TW" dirty="0"/>
              <a:t>Hard Voting Classifier</a:t>
            </a:r>
            <a:r>
              <a:rPr kumimoji="1" lang="zh-TW" altLang="en" dirty="0"/>
              <a:t>：</a:t>
            </a:r>
            <a:r>
              <a:rPr kumimoji="1" lang="zh-TW" altLang="en-US" dirty="0"/>
              <a:t>根據少數服從多數來定最終結果</a:t>
            </a:r>
          </a:p>
          <a:p>
            <a:pPr lvl="2"/>
            <a:r>
              <a:rPr kumimoji="1" lang="en" altLang="zh-TW" dirty="0"/>
              <a:t>Soft Voting Classifier</a:t>
            </a:r>
            <a:r>
              <a:rPr kumimoji="1" lang="zh-TW" altLang="en" dirty="0"/>
              <a:t>：</a:t>
            </a:r>
            <a:r>
              <a:rPr kumimoji="1" lang="zh-TW" altLang="en-US" dirty="0"/>
              <a:t>將所有模型預測樣本為某一類別的機率的</a:t>
            </a:r>
            <a:r>
              <a:rPr kumimoji="1" lang="zh-TW" altLang="en-US" u="sng" dirty="0"/>
              <a:t>平均值</a:t>
            </a:r>
            <a:r>
              <a:rPr kumimoji="1" lang="zh-TW" altLang="en-US" dirty="0"/>
              <a:t>作為標準，機率最高的對應的類型為最終的預測結果</a:t>
            </a:r>
            <a:endParaRPr kumimoji="1" lang="en-US" altLang="zh-TW" dirty="0"/>
          </a:p>
          <a:p>
            <a:pPr lvl="2"/>
            <a:endParaRPr kumimoji="1" lang="en-US" altLang="zh-TW" dirty="0"/>
          </a:p>
          <a:p>
            <a:pPr lvl="2"/>
            <a:endParaRPr kumimoji="1" lang="zh-TW" altLang="en-US" dirty="0"/>
          </a:p>
        </p:txBody>
      </p:sp>
      <p:graphicFrame>
        <p:nvGraphicFramePr>
          <p:cNvPr id="4" name="表格 4">
            <a:extLst>
              <a:ext uri="{FF2B5EF4-FFF2-40B4-BE49-F238E27FC236}">
                <a16:creationId xmlns:a16="http://schemas.microsoft.com/office/drawing/2014/main" id="{A94EFA20-7BB0-2F11-F670-9C397AC68E00}"/>
              </a:ext>
            </a:extLst>
          </p:cNvPr>
          <p:cNvGraphicFramePr>
            <a:graphicFrameLocks noGrp="1"/>
          </p:cNvGraphicFramePr>
          <p:nvPr/>
        </p:nvGraphicFramePr>
        <p:xfrm>
          <a:off x="1444171" y="3800322"/>
          <a:ext cx="8127999" cy="2225040"/>
        </p:xfrm>
        <a:graphic>
          <a:graphicData uri="http://schemas.openxmlformats.org/drawingml/2006/table">
            <a:tbl>
              <a:tblPr firstRow="1" bandRow="1">
                <a:tableStyleId>{1FECB4D8-DB02-4DC6-A0A2-4F2EBAE1DC90}</a:tableStyleId>
              </a:tblPr>
              <a:tblGrid>
                <a:gridCol w="863600">
                  <a:extLst>
                    <a:ext uri="{9D8B030D-6E8A-4147-A177-3AD203B41FA5}">
                      <a16:colId xmlns:a16="http://schemas.microsoft.com/office/drawing/2014/main" val="4024638820"/>
                    </a:ext>
                  </a:extLst>
                </a:gridCol>
                <a:gridCol w="816429">
                  <a:extLst>
                    <a:ext uri="{9D8B030D-6E8A-4147-A177-3AD203B41FA5}">
                      <a16:colId xmlns:a16="http://schemas.microsoft.com/office/drawing/2014/main" val="2437324431"/>
                    </a:ext>
                  </a:extLst>
                </a:gridCol>
                <a:gridCol w="870857">
                  <a:extLst>
                    <a:ext uri="{9D8B030D-6E8A-4147-A177-3AD203B41FA5}">
                      <a16:colId xmlns:a16="http://schemas.microsoft.com/office/drawing/2014/main" val="201991566"/>
                    </a:ext>
                  </a:extLst>
                </a:gridCol>
                <a:gridCol w="2852057">
                  <a:extLst>
                    <a:ext uri="{9D8B030D-6E8A-4147-A177-3AD203B41FA5}">
                      <a16:colId xmlns:a16="http://schemas.microsoft.com/office/drawing/2014/main" val="1869358981"/>
                    </a:ext>
                  </a:extLst>
                </a:gridCol>
                <a:gridCol w="2725056">
                  <a:extLst>
                    <a:ext uri="{9D8B030D-6E8A-4147-A177-3AD203B41FA5}">
                      <a16:colId xmlns:a16="http://schemas.microsoft.com/office/drawing/2014/main" val="910001210"/>
                    </a:ext>
                  </a:extLst>
                </a:gridCol>
              </a:tblGrid>
              <a:tr h="370840">
                <a:tc>
                  <a:txBody>
                    <a:bodyPr/>
                    <a:lstStyle/>
                    <a:p>
                      <a:r>
                        <a:rPr lang="zh-TW" altLang="en-US" dirty="0"/>
                        <a:t>模型</a:t>
                      </a:r>
                    </a:p>
                  </a:txBody>
                  <a:tcPr/>
                </a:tc>
                <a:tc>
                  <a:txBody>
                    <a:bodyPr/>
                    <a:lstStyle/>
                    <a:p>
                      <a:r>
                        <a:rPr lang="en-US" altLang="zh-TW" dirty="0"/>
                        <a:t>A</a:t>
                      </a:r>
                      <a:endParaRPr lang="zh-TW" altLang="en-US" dirty="0"/>
                    </a:p>
                  </a:txBody>
                  <a:tcPr/>
                </a:tc>
                <a:tc>
                  <a:txBody>
                    <a:bodyPr/>
                    <a:lstStyle/>
                    <a:p>
                      <a:r>
                        <a:rPr lang="en-US" altLang="zh-TW" dirty="0"/>
                        <a:t>B</a:t>
                      </a:r>
                      <a:endParaRPr lang="zh-TW" altLang="en-US" dirty="0"/>
                    </a:p>
                  </a:txBody>
                  <a:tcPr/>
                </a:tc>
                <a:tc>
                  <a:txBody>
                    <a:bodyPr/>
                    <a:lstStyle/>
                    <a:p>
                      <a:r>
                        <a:rPr lang="en-US" altLang="zh-TW" dirty="0"/>
                        <a:t>Hard Voting(</a:t>
                      </a:r>
                      <a:r>
                        <a:rPr lang="zh-TW" altLang="en-US" dirty="0"/>
                        <a:t>認為答案是</a:t>
                      </a:r>
                      <a:r>
                        <a:rPr lang="en-US" altLang="zh-TW" dirty="0"/>
                        <a:t>B)</a:t>
                      </a:r>
                      <a:endParaRPr lang="zh-TW" altLang="en-US" dirty="0"/>
                    </a:p>
                  </a:txBody>
                  <a:tcPr/>
                </a:tc>
                <a:tc>
                  <a:txBody>
                    <a:bodyPr/>
                    <a:lstStyle/>
                    <a:p>
                      <a:r>
                        <a:rPr lang="en-US" altLang="zh-TW" dirty="0"/>
                        <a:t>Soft Voting(</a:t>
                      </a:r>
                      <a:r>
                        <a:rPr lang="zh-TW" altLang="en-US" dirty="0"/>
                        <a:t>認為答案是</a:t>
                      </a:r>
                      <a:r>
                        <a:rPr lang="en-US" altLang="zh-TW" dirty="0"/>
                        <a:t>A)</a:t>
                      </a:r>
                      <a:endParaRPr lang="zh-TW" altLang="en-US" dirty="0"/>
                    </a:p>
                  </a:txBody>
                  <a:tcPr/>
                </a:tc>
                <a:extLst>
                  <a:ext uri="{0D108BD9-81ED-4DB2-BD59-A6C34878D82A}">
                    <a16:rowId xmlns:a16="http://schemas.microsoft.com/office/drawing/2014/main" val="2725280803"/>
                  </a:ext>
                </a:extLst>
              </a:tr>
              <a:tr h="370840">
                <a:tc>
                  <a:txBody>
                    <a:bodyPr/>
                    <a:lstStyle/>
                    <a:p>
                      <a:r>
                        <a:rPr lang="zh-TW" altLang="en-US" dirty="0"/>
                        <a:t>模型</a:t>
                      </a:r>
                      <a:r>
                        <a:rPr lang="en-US" altLang="zh-TW" dirty="0"/>
                        <a:t>-1</a:t>
                      </a:r>
                      <a:endParaRPr lang="zh-TW" altLang="en-US" dirty="0"/>
                    </a:p>
                  </a:txBody>
                  <a:tcPr/>
                </a:tc>
                <a:tc>
                  <a:txBody>
                    <a:bodyPr/>
                    <a:lstStyle/>
                    <a:p>
                      <a:r>
                        <a:rPr lang="en-US" altLang="zh-TW" dirty="0"/>
                        <a:t>99%</a:t>
                      </a:r>
                      <a:endParaRPr lang="zh-TW" altLang="en-US" dirty="0"/>
                    </a:p>
                  </a:txBody>
                  <a:tcPr/>
                </a:tc>
                <a:tc>
                  <a:txBody>
                    <a:bodyPr/>
                    <a:lstStyle/>
                    <a:p>
                      <a:r>
                        <a:rPr lang="en-US" altLang="zh-TW" dirty="0"/>
                        <a:t>1%</a:t>
                      </a:r>
                      <a:endParaRPr lang="zh-TW" altLang="en-US" dirty="0"/>
                    </a:p>
                  </a:txBody>
                  <a:tcPr/>
                </a:tc>
                <a:tc>
                  <a:txBody>
                    <a:bodyPr/>
                    <a:lstStyle/>
                    <a:p>
                      <a:pPr algn="ctr"/>
                      <a:r>
                        <a:rPr lang="en-US" altLang="zh-TW" dirty="0"/>
                        <a:t>A</a:t>
                      </a:r>
                      <a:endParaRPr lang="zh-TW" altLang="en-US" dirty="0"/>
                    </a:p>
                  </a:txBody>
                  <a:tcPr/>
                </a:tc>
                <a:tc rowSpan="5">
                  <a:txBody>
                    <a:bodyPr/>
                    <a:lstStyle/>
                    <a:p>
                      <a:r>
                        <a:rPr lang="en-US" altLang="zh-TW" dirty="0"/>
                        <a:t>A: 0.616</a:t>
                      </a:r>
                    </a:p>
                    <a:p>
                      <a:r>
                        <a:rPr lang="en-US" altLang="zh-TW" dirty="0"/>
                        <a:t>B: 0.384</a:t>
                      </a:r>
                      <a:endParaRPr lang="zh-TW" altLang="en-US" dirty="0"/>
                    </a:p>
                  </a:txBody>
                  <a:tcPr/>
                </a:tc>
                <a:extLst>
                  <a:ext uri="{0D108BD9-81ED-4DB2-BD59-A6C34878D82A}">
                    <a16:rowId xmlns:a16="http://schemas.microsoft.com/office/drawing/2014/main" val="1156996142"/>
                  </a:ext>
                </a:extLst>
              </a:tr>
              <a:tr h="370840">
                <a:tc>
                  <a:txBody>
                    <a:bodyPr/>
                    <a:lstStyle/>
                    <a:p>
                      <a:r>
                        <a:rPr lang="zh-TW" altLang="en-US" dirty="0"/>
                        <a:t>模型</a:t>
                      </a:r>
                      <a:r>
                        <a:rPr lang="en-US" altLang="zh-TW" dirty="0"/>
                        <a:t>-2</a:t>
                      </a:r>
                      <a:endParaRPr lang="zh-TW" altLang="en-US" dirty="0"/>
                    </a:p>
                  </a:txBody>
                  <a:tcPr/>
                </a:tc>
                <a:tc>
                  <a:txBody>
                    <a:bodyPr/>
                    <a:lstStyle/>
                    <a:p>
                      <a:r>
                        <a:rPr lang="en-US" altLang="zh-TW" dirty="0"/>
                        <a:t>49%</a:t>
                      </a:r>
                      <a:endParaRPr lang="zh-TW" altLang="en-US" dirty="0"/>
                    </a:p>
                  </a:txBody>
                  <a:tcPr/>
                </a:tc>
                <a:tc>
                  <a:txBody>
                    <a:bodyPr/>
                    <a:lstStyle/>
                    <a:p>
                      <a:r>
                        <a:rPr lang="en-US" altLang="zh-TW" dirty="0"/>
                        <a:t>51%</a:t>
                      </a:r>
                      <a:endParaRPr lang="zh-TW" altLang="en-US" dirty="0"/>
                    </a:p>
                  </a:txBody>
                  <a:tcPr/>
                </a:tc>
                <a:tc>
                  <a:txBody>
                    <a:bodyPr/>
                    <a:lstStyle/>
                    <a:p>
                      <a:pPr algn="ctr"/>
                      <a:r>
                        <a:rPr lang="en-US" altLang="zh-TW" dirty="0"/>
                        <a:t>B</a:t>
                      </a:r>
                      <a:endParaRPr lang="zh-TW" altLang="en-US" dirty="0"/>
                    </a:p>
                  </a:txBody>
                  <a:tcPr/>
                </a:tc>
                <a:tc vMerge="1">
                  <a:txBody>
                    <a:bodyPr/>
                    <a:lstStyle/>
                    <a:p>
                      <a:endParaRPr lang="zh-TW" altLang="en-US" dirty="0"/>
                    </a:p>
                  </a:txBody>
                  <a:tcPr/>
                </a:tc>
                <a:extLst>
                  <a:ext uri="{0D108BD9-81ED-4DB2-BD59-A6C34878D82A}">
                    <a16:rowId xmlns:a16="http://schemas.microsoft.com/office/drawing/2014/main" val="2306901639"/>
                  </a:ext>
                </a:extLst>
              </a:tr>
              <a:tr h="370840">
                <a:tc>
                  <a:txBody>
                    <a:bodyPr/>
                    <a:lstStyle/>
                    <a:p>
                      <a:r>
                        <a:rPr lang="zh-TW" altLang="en-US" dirty="0"/>
                        <a:t>模型</a:t>
                      </a:r>
                      <a:r>
                        <a:rPr lang="en-US" altLang="zh-TW" dirty="0"/>
                        <a:t>-3</a:t>
                      </a:r>
                      <a:endParaRPr lang="zh-TW" altLang="en-US" dirty="0"/>
                    </a:p>
                  </a:txBody>
                  <a:tcPr/>
                </a:tc>
                <a:tc>
                  <a:txBody>
                    <a:bodyPr/>
                    <a:lstStyle/>
                    <a:p>
                      <a:r>
                        <a:rPr lang="en-US" altLang="zh-TW" dirty="0"/>
                        <a:t>40%</a:t>
                      </a:r>
                      <a:endParaRPr lang="zh-TW" altLang="en-US" dirty="0"/>
                    </a:p>
                  </a:txBody>
                  <a:tcPr/>
                </a:tc>
                <a:tc>
                  <a:txBody>
                    <a:bodyPr/>
                    <a:lstStyle/>
                    <a:p>
                      <a:r>
                        <a:rPr lang="en-US" altLang="zh-TW" dirty="0"/>
                        <a:t>60%</a:t>
                      </a:r>
                      <a:endParaRPr lang="zh-TW" altLang="en-US" dirty="0"/>
                    </a:p>
                  </a:txBody>
                  <a:tcPr/>
                </a:tc>
                <a:tc>
                  <a:txBody>
                    <a:bodyPr/>
                    <a:lstStyle/>
                    <a:p>
                      <a:pPr algn="ctr"/>
                      <a:r>
                        <a:rPr lang="en-US" altLang="zh-TW" dirty="0"/>
                        <a:t>B</a:t>
                      </a:r>
                      <a:endParaRPr lang="zh-TW" altLang="en-US" dirty="0"/>
                    </a:p>
                  </a:txBody>
                  <a:tcPr/>
                </a:tc>
                <a:tc vMerge="1">
                  <a:txBody>
                    <a:bodyPr/>
                    <a:lstStyle/>
                    <a:p>
                      <a:endParaRPr lang="zh-TW" altLang="en-US" dirty="0"/>
                    </a:p>
                  </a:txBody>
                  <a:tcPr/>
                </a:tc>
                <a:extLst>
                  <a:ext uri="{0D108BD9-81ED-4DB2-BD59-A6C34878D82A}">
                    <a16:rowId xmlns:a16="http://schemas.microsoft.com/office/drawing/2014/main" val="109146251"/>
                  </a:ext>
                </a:extLst>
              </a:tr>
              <a:tr h="370840">
                <a:tc>
                  <a:txBody>
                    <a:bodyPr/>
                    <a:lstStyle/>
                    <a:p>
                      <a:r>
                        <a:rPr lang="zh-TW" altLang="en-US" dirty="0"/>
                        <a:t>模型</a:t>
                      </a:r>
                      <a:r>
                        <a:rPr lang="en-US" altLang="zh-TW" dirty="0"/>
                        <a:t>-4</a:t>
                      </a:r>
                      <a:endParaRPr lang="zh-TW" altLang="en-US" dirty="0"/>
                    </a:p>
                  </a:txBody>
                  <a:tcPr/>
                </a:tc>
                <a:tc>
                  <a:txBody>
                    <a:bodyPr/>
                    <a:lstStyle/>
                    <a:p>
                      <a:r>
                        <a:rPr lang="en-US" altLang="zh-TW" dirty="0"/>
                        <a:t>90%</a:t>
                      </a:r>
                      <a:endParaRPr lang="zh-TW" altLang="en-US" dirty="0"/>
                    </a:p>
                  </a:txBody>
                  <a:tcPr/>
                </a:tc>
                <a:tc>
                  <a:txBody>
                    <a:bodyPr/>
                    <a:lstStyle/>
                    <a:p>
                      <a:r>
                        <a:rPr lang="en-US" altLang="zh-TW" dirty="0"/>
                        <a:t>10%</a:t>
                      </a:r>
                      <a:endParaRPr lang="zh-TW" altLang="en-US" dirty="0"/>
                    </a:p>
                  </a:txBody>
                  <a:tcPr/>
                </a:tc>
                <a:tc>
                  <a:txBody>
                    <a:bodyPr/>
                    <a:lstStyle/>
                    <a:p>
                      <a:pPr algn="ctr"/>
                      <a:r>
                        <a:rPr lang="en-US" altLang="zh-TW" dirty="0"/>
                        <a:t>A</a:t>
                      </a:r>
                      <a:endParaRPr lang="zh-TW" altLang="en-US" dirty="0"/>
                    </a:p>
                  </a:txBody>
                  <a:tcPr/>
                </a:tc>
                <a:tc vMerge="1">
                  <a:txBody>
                    <a:bodyPr/>
                    <a:lstStyle/>
                    <a:p>
                      <a:endParaRPr lang="zh-TW" altLang="en-US" dirty="0"/>
                    </a:p>
                  </a:txBody>
                  <a:tcPr/>
                </a:tc>
                <a:extLst>
                  <a:ext uri="{0D108BD9-81ED-4DB2-BD59-A6C34878D82A}">
                    <a16:rowId xmlns:a16="http://schemas.microsoft.com/office/drawing/2014/main" val="2299306145"/>
                  </a:ext>
                </a:extLst>
              </a:tr>
              <a:tr h="370840">
                <a:tc>
                  <a:txBody>
                    <a:bodyPr/>
                    <a:lstStyle/>
                    <a:p>
                      <a:r>
                        <a:rPr lang="zh-TW" altLang="en-US" dirty="0"/>
                        <a:t>模型</a:t>
                      </a:r>
                      <a:r>
                        <a:rPr lang="en-US" altLang="zh-TW" dirty="0"/>
                        <a:t>-5</a:t>
                      </a:r>
                      <a:endParaRPr lang="zh-TW" altLang="en-US" dirty="0"/>
                    </a:p>
                  </a:txBody>
                  <a:tcPr/>
                </a:tc>
                <a:tc>
                  <a:txBody>
                    <a:bodyPr/>
                    <a:lstStyle/>
                    <a:p>
                      <a:r>
                        <a:rPr lang="en-US" altLang="zh-TW" dirty="0"/>
                        <a:t>30%</a:t>
                      </a:r>
                      <a:endParaRPr lang="zh-TW" altLang="en-US" dirty="0"/>
                    </a:p>
                  </a:txBody>
                  <a:tcPr/>
                </a:tc>
                <a:tc>
                  <a:txBody>
                    <a:bodyPr/>
                    <a:lstStyle/>
                    <a:p>
                      <a:r>
                        <a:rPr lang="en-US" altLang="zh-TW" dirty="0"/>
                        <a:t>70%</a:t>
                      </a:r>
                      <a:endParaRPr lang="zh-TW" altLang="en-US" dirty="0"/>
                    </a:p>
                  </a:txBody>
                  <a:tcPr/>
                </a:tc>
                <a:tc>
                  <a:txBody>
                    <a:bodyPr/>
                    <a:lstStyle/>
                    <a:p>
                      <a:pPr algn="ctr"/>
                      <a:r>
                        <a:rPr lang="en-US" altLang="zh-TW" dirty="0"/>
                        <a:t>B</a:t>
                      </a:r>
                      <a:endParaRPr lang="zh-TW" altLang="en-US" dirty="0"/>
                    </a:p>
                  </a:txBody>
                  <a:tcPr/>
                </a:tc>
                <a:tc vMerge="1">
                  <a:txBody>
                    <a:bodyPr/>
                    <a:lstStyle/>
                    <a:p>
                      <a:endParaRPr lang="zh-TW" altLang="en-US" dirty="0"/>
                    </a:p>
                  </a:txBody>
                  <a:tcPr/>
                </a:tc>
                <a:extLst>
                  <a:ext uri="{0D108BD9-81ED-4DB2-BD59-A6C34878D82A}">
                    <a16:rowId xmlns:a16="http://schemas.microsoft.com/office/drawing/2014/main" val="886592017"/>
                  </a:ext>
                </a:extLst>
              </a:tr>
            </a:tbl>
          </a:graphicData>
        </a:graphic>
      </p:graphicFrame>
    </p:spTree>
    <p:extLst>
      <p:ext uri="{BB962C8B-B14F-4D97-AF65-F5344CB8AC3E}">
        <p14:creationId xmlns:p14="http://schemas.microsoft.com/office/powerpoint/2010/main" val="8716438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51834774-F189-4D6A-8004-097E3F108F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5560" y="4385961"/>
            <a:ext cx="6286041" cy="2472039"/>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2BD479E7-5273-85C0-0EF8-5C3003ADDEDD}"/>
              </a:ext>
            </a:extLst>
          </p:cNvPr>
          <p:cNvSpPr>
            <a:spLocks noGrp="1"/>
          </p:cNvSpPr>
          <p:nvPr>
            <p:ph type="title"/>
          </p:nvPr>
        </p:nvSpPr>
        <p:spPr>
          <a:xfrm>
            <a:off x="1024128" y="585216"/>
            <a:ext cx="9720072" cy="1499616"/>
          </a:xfrm>
        </p:spPr>
        <p:txBody>
          <a:bodyPr/>
          <a:lstStyle/>
          <a:p>
            <a:r>
              <a:rPr lang="en-US" altLang="zh-TW" dirty="0"/>
              <a:t>Ensemble</a:t>
            </a:r>
            <a:r>
              <a:rPr lang="zh-TW" altLang="en-US" dirty="0"/>
              <a:t>的概念</a:t>
            </a:r>
          </a:p>
        </p:txBody>
      </p:sp>
      <p:sp>
        <p:nvSpPr>
          <p:cNvPr id="3" name="內容版面配置區 2">
            <a:extLst>
              <a:ext uri="{FF2B5EF4-FFF2-40B4-BE49-F238E27FC236}">
                <a16:creationId xmlns:a16="http://schemas.microsoft.com/office/drawing/2014/main" id="{8CB4D6C2-0119-8E2E-3AF4-E4AE755E7494}"/>
              </a:ext>
            </a:extLst>
          </p:cNvPr>
          <p:cNvSpPr>
            <a:spLocks noGrp="1"/>
          </p:cNvSpPr>
          <p:nvPr>
            <p:ph idx="1"/>
          </p:nvPr>
        </p:nvSpPr>
        <p:spPr>
          <a:xfrm>
            <a:off x="1024128" y="2286000"/>
            <a:ext cx="9720073" cy="4023360"/>
          </a:xfrm>
        </p:spPr>
        <p:txBody>
          <a:bodyPr>
            <a:normAutofit/>
          </a:bodyPr>
          <a:lstStyle/>
          <a:p>
            <a:r>
              <a:rPr lang="zh-TW" altLang="en-US" sz="2800" dirty="0"/>
              <a:t>使用一組多樣化的分類器</a:t>
            </a:r>
            <a:endParaRPr lang="en-US" altLang="zh-TW" sz="2800" dirty="0"/>
          </a:p>
          <a:p>
            <a:pPr lvl="1"/>
            <a:r>
              <a:rPr lang="zh-TW" altLang="en-US" sz="2400" dirty="0"/>
              <a:t>使用同一種訓練演算法，但使用不同的隨機子集合來訓練</a:t>
            </a:r>
            <a:endParaRPr lang="en-US" altLang="zh-TW" sz="2400" dirty="0"/>
          </a:p>
          <a:p>
            <a:pPr lvl="2"/>
            <a:r>
              <a:rPr lang="zh-TW" altLang="en-US" sz="1800" dirty="0"/>
              <a:t>抽樣後會放回去：</a:t>
            </a:r>
            <a:r>
              <a:rPr lang="en-US" altLang="zh-TW" sz="1800" dirty="0"/>
              <a:t>Bagging</a:t>
            </a:r>
          </a:p>
          <a:p>
            <a:pPr lvl="3"/>
            <a:r>
              <a:rPr lang="zh-TW" altLang="en-US" sz="1800" dirty="0"/>
              <a:t>同一筆資料可能會被抽到多次</a:t>
            </a:r>
            <a:endParaRPr lang="en-US" altLang="zh-TW" sz="1800" dirty="0"/>
          </a:p>
          <a:p>
            <a:pPr lvl="3"/>
            <a:r>
              <a:rPr lang="zh-TW" altLang="en-US" sz="1800" dirty="0"/>
              <a:t>也有可能會有資料完全沒有被抽中</a:t>
            </a:r>
            <a:r>
              <a:rPr lang="en-US" altLang="zh-TW" sz="1800" dirty="0"/>
              <a:t>(Out-of-Bag, OOB)</a:t>
            </a:r>
          </a:p>
          <a:p>
            <a:pPr lvl="3"/>
            <a:r>
              <a:rPr lang="zh-TW" altLang="en-US" sz="1800" dirty="0"/>
              <a:t>那</a:t>
            </a:r>
            <a:r>
              <a:rPr lang="en-US" altLang="zh-TW" sz="1800" dirty="0"/>
              <a:t>~</a:t>
            </a:r>
            <a:r>
              <a:rPr lang="zh-TW" altLang="en-US" sz="1800" dirty="0"/>
              <a:t>反正</a:t>
            </a:r>
            <a:r>
              <a:rPr lang="en-US" altLang="zh-TW" sz="1800" dirty="0"/>
              <a:t>OOB</a:t>
            </a:r>
            <a:r>
              <a:rPr lang="zh-TW" altLang="en-US" sz="1800" dirty="0"/>
              <a:t>那些資料所有訓練模型都沒看過，那就剛好可以拿來當作驗證的集合</a:t>
            </a:r>
            <a:endParaRPr lang="en-US" altLang="zh-TW" sz="1800" dirty="0"/>
          </a:p>
          <a:p>
            <a:pPr lvl="2"/>
            <a:r>
              <a:rPr lang="zh-TW" altLang="en-US" sz="1800" dirty="0"/>
              <a:t>抽樣後不會放回去：</a:t>
            </a:r>
            <a:r>
              <a:rPr lang="en-US" altLang="zh-TW" sz="1800" dirty="0"/>
              <a:t>pasting</a:t>
            </a:r>
          </a:p>
          <a:p>
            <a:pPr lvl="2"/>
            <a:r>
              <a:rPr lang="zh-TW" altLang="en-US" sz="1800" dirty="0"/>
              <a:t>通常使用硬投票的方式決定</a:t>
            </a:r>
            <a:endParaRPr lang="en-US" altLang="zh-TW" sz="1800" dirty="0"/>
          </a:p>
          <a:p>
            <a:pPr lvl="2"/>
            <a:endParaRPr lang="en-US" altLang="zh-TW" sz="1800" dirty="0"/>
          </a:p>
          <a:p>
            <a:pPr lvl="2"/>
            <a:endParaRPr lang="zh-TW" altLang="en-US" sz="1800" dirty="0"/>
          </a:p>
        </p:txBody>
      </p:sp>
    </p:spTree>
    <p:extLst>
      <p:ext uri="{BB962C8B-B14F-4D97-AF65-F5344CB8AC3E}">
        <p14:creationId xmlns:p14="http://schemas.microsoft.com/office/powerpoint/2010/main" val="4408019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9C782E-335F-04C1-48C6-26362CAF784D}"/>
              </a:ext>
            </a:extLst>
          </p:cNvPr>
          <p:cNvSpPr>
            <a:spLocks noGrp="1"/>
          </p:cNvSpPr>
          <p:nvPr>
            <p:ph type="title"/>
          </p:nvPr>
        </p:nvSpPr>
        <p:spPr/>
        <p:txBody>
          <a:bodyPr/>
          <a:lstStyle/>
          <a:p>
            <a:r>
              <a:rPr lang="zh-TW" altLang="en-US" dirty="0"/>
              <a:t>隨機森林</a:t>
            </a:r>
            <a:r>
              <a:rPr lang="en-US" altLang="zh-TW" dirty="0"/>
              <a:t>(</a:t>
            </a:r>
            <a:r>
              <a:rPr lang="en" altLang="zh-TW" dirty="0"/>
              <a:t>Random Forest)</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9E7B2A3-EF31-3B8E-5A6E-C94F8F7E0B3E}"/>
                  </a:ext>
                </a:extLst>
              </p:cNvPr>
              <p:cNvSpPr>
                <a:spLocks noGrp="1"/>
              </p:cNvSpPr>
              <p:nvPr>
                <p:ph idx="1"/>
              </p:nvPr>
            </p:nvSpPr>
            <p:spPr>
              <a:xfrm>
                <a:off x="838200" y="1825624"/>
                <a:ext cx="10515600" cy="4781237"/>
              </a:xfrm>
            </p:spPr>
            <p:txBody>
              <a:bodyPr>
                <a:normAutofit/>
              </a:bodyPr>
              <a:lstStyle/>
              <a:p>
                <a:r>
                  <a:rPr kumimoji="1" lang="en" altLang="zh-TW" dirty="0"/>
                  <a:t>The random forest algorithm introduces extra randomness when growing trees; </a:t>
                </a:r>
              </a:p>
              <a:p>
                <a:pPr lvl="1"/>
                <a:r>
                  <a:rPr kumimoji="1" lang="en" altLang="zh-TW" dirty="0"/>
                  <a:t>instead of searching for the very best feature when splitting a node</a:t>
                </a:r>
              </a:p>
              <a:p>
                <a:pPr lvl="1"/>
                <a:r>
                  <a:rPr kumimoji="1" lang="en" altLang="zh-TW" dirty="0"/>
                  <a:t>it searches for the best feature among a </a:t>
                </a:r>
                <a:r>
                  <a:rPr kumimoji="1" lang="en" altLang="zh-TW" b="1" dirty="0"/>
                  <a:t>random subset of features</a:t>
                </a:r>
                <a:r>
                  <a:rPr kumimoji="1" lang="en" altLang="zh-TW" dirty="0"/>
                  <a:t>. </a:t>
                </a:r>
              </a:p>
              <a:p>
                <a:pPr lvl="2"/>
                <a:r>
                  <a:rPr kumimoji="1" lang="en" altLang="zh-TW" dirty="0"/>
                  <a:t>By default, it samples </a:t>
                </a:r>
                <a14:m>
                  <m:oMath xmlns:m="http://schemas.openxmlformats.org/officeDocument/2006/math">
                    <m:rad>
                      <m:radPr>
                        <m:degHide m:val="on"/>
                        <m:ctrlPr>
                          <a:rPr kumimoji="1" lang="en" altLang="zh-TW" i="1" smtClean="0">
                            <a:latin typeface="Cambria Math" panose="02040503050406030204" pitchFamily="18" charset="0"/>
                          </a:rPr>
                        </m:ctrlPr>
                      </m:radPr>
                      <m:deg/>
                      <m:e>
                        <m:r>
                          <a:rPr kumimoji="1" lang="en-US" altLang="zh-TW" b="0" i="1" smtClean="0">
                            <a:latin typeface="Cambria Math" panose="02040503050406030204" pitchFamily="18" charset="0"/>
                          </a:rPr>
                          <m:t>𝑛</m:t>
                        </m:r>
                      </m:e>
                    </m:rad>
                  </m:oMath>
                </a14:m>
                <a:r>
                  <a:rPr kumimoji="1" lang="en" altLang="zh-TW" dirty="0"/>
                  <a:t> features (n is the total number of features</a:t>
                </a:r>
                <a:r>
                  <a:rPr kumimoji="1" lang="en-US" altLang="zh-TW" dirty="0"/>
                  <a:t>)</a:t>
                </a:r>
              </a:p>
              <a:p>
                <a:r>
                  <a:rPr kumimoji="1" lang="en-US" altLang="zh-TW" dirty="0"/>
                  <a:t>Scikit-learn</a:t>
                </a:r>
                <a:r>
                  <a:rPr kumimoji="1" lang="zh-TW" altLang="en-US" dirty="0"/>
                  <a:t> </a:t>
                </a:r>
                <a:r>
                  <a:rPr kumimoji="1" lang="en-US" altLang="zh-TW" dirty="0" err="1"/>
                  <a:t>RandomForestClassifier</a:t>
                </a:r>
                <a:r>
                  <a:rPr kumimoji="1" lang="zh-TW" altLang="en-US" dirty="0"/>
                  <a:t>：</a:t>
                </a:r>
                <a:endParaRPr kumimoji="1" lang="en-US" altLang="zh-TW" dirty="0"/>
              </a:p>
              <a:p>
                <a:pPr lvl="1"/>
                <a:r>
                  <a:rPr kumimoji="1" lang="en-US" altLang="zh-TW" dirty="0" err="1"/>
                  <a:t>max_features</a:t>
                </a:r>
                <a:r>
                  <a:rPr kumimoji="1" lang="en-US" altLang="zh-TW" dirty="0"/>
                  <a:t>{“sqrt”, “log2”, None}, int or float, default=”sqrt”</a:t>
                </a:r>
              </a:p>
              <a:p>
                <a:pPr lvl="1"/>
                <a:r>
                  <a:rPr kumimoji="1" lang="en-US" altLang="zh-TW" dirty="0"/>
                  <a:t>The number of features to consider when looking for the best split:</a:t>
                </a:r>
              </a:p>
              <a:p>
                <a:pPr lvl="2"/>
                <a:r>
                  <a:rPr kumimoji="1" lang="en-US" altLang="zh-TW" dirty="0"/>
                  <a:t>If int, then consider </a:t>
                </a:r>
                <a:r>
                  <a:rPr kumimoji="1" lang="en-US" altLang="zh-TW" dirty="0" err="1"/>
                  <a:t>max_features</a:t>
                </a:r>
                <a:r>
                  <a:rPr kumimoji="1" lang="en-US" altLang="zh-TW" dirty="0"/>
                  <a:t> features at each split.</a:t>
                </a:r>
              </a:p>
              <a:p>
                <a:pPr lvl="2"/>
                <a:r>
                  <a:rPr kumimoji="1" lang="en-US" altLang="zh-TW" dirty="0"/>
                  <a:t>If float, then </a:t>
                </a:r>
                <a:r>
                  <a:rPr kumimoji="1" lang="en-US" altLang="zh-TW" dirty="0" err="1"/>
                  <a:t>max_features</a:t>
                </a:r>
                <a:r>
                  <a:rPr kumimoji="1" lang="en-US" altLang="zh-TW" dirty="0"/>
                  <a:t> is a fraction and max(1, int(</a:t>
                </a:r>
                <a:r>
                  <a:rPr kumimoji="1" lang="en-US" altLang="zh-TW" dirty="0" err="1"/>
                  <a:t>max_features</a:t>
                </a:r>
                <a:r>
                  <a:rPr kumimoji="1" lang="en-US" altLang="zh-TW" dirty="0"/>
                  <a:t> * </a:t>
                </a:r>
                <a:r>
                  <a:rPr kumimoji="1" lang="en-US" altLang="zh-TW" dirty="0" err="1"/>
                  <a:t>n_features_in</a:t>
                </a:r>
                <a:r>
                  <a:rPr kumimoji="1" lang="en-US" altLang="zh-TW" dirty="0"/>
                  <a:t>_)) features are considered at each split.</a:t>
                </a:r>
              </a:p>
              <a:p>
                <a:pPr lvl="2"/>
                <a:r>
                  <a:rPr kumimoji="1" lang="en-US" altLang="zh-TW" dirty="0"/>
                  <a:t>If “sqrt”, then </a:t>
                </a:r>
                <a:r>
                  <a:rPr kumimoji="1" lang="en-US" altLang="zh-TW" dirty="0" err="1"/>
                  <a:t>max_features</a:t>
                </a:r>
                <a:r>
                  <a:rPr kumimoji="1" lang="en-US" altLang="zh-TW" dirty="0"/>
                  <a:t>=sqrt(</a:t>
                </a:r>
                <a:r>
                  <a:rPr kumimoji="1" lang="en-US" altLang="zh-TW" dirty="0" err="1"/>
                  <a:t>n_features</a:t>
                </a:r>
                <a:r>
                  <a:rPr kumimoji="1" lang="en-US" altLang="zh-TW" dirty="0"/>
                  <a:t>).</a:t>
                </a:r>
              </a:p>
              <a:p>
                <a:pPr lvl="2"/>
                <a:r>
                  <a:rPr kumimoji="1" lang="en-US" altLang="zh-TW" dirty="0"/>
                  <a:t>If “log2”, then </a:t>
                </a:r>
                <a:r>
                  <a:rPr kumimoji="1" lang="en-US" altLang="zh-TW" dirty="0" err="1"/>
                  <a:t>max_features</a:t>
                </a:r>
                <a:r>
                  <a:rPr kumimoji="1" lang="en-US" altLang="zh-TW" dirty="0"/>
                  <a:t>=log2(</a:t>
                </a:r>
                <a:r>
                  <a:rPr kumimoji="1" lang="en-US" altLang="zh-TW" dirty="0" err="1"/>
                  <a:t>n_features</a:t>
                </a:r>
                <a:r>
                  <a:rPr kumimoji="1" lang="en-US" altLang="zh-TW" dirty="0"/>
                  <a:t>).</a:t>
                </a:r>
              </a:p>
              <a:p>
                <a:pPr lvl="2"/>
                <a:r>
                  <a:rPr kumimoji="1" lang="en-US" altLang="zh-TW" dirty="0"/>
                  <a:t>If None, then </a:t>
                </a:r>
                <a:r>
                  <a:rPr kumimoji="1" lang="en-US" altLang="zh-TW" dirty="0" err="1"/>
                  <a:t>max_features</a:t>
                </a:r>
                <a:r>
                  <a:rPr kumimoji="1" lang="en-US" altLang="zh-TW" dirty="0"/>
                  <a:t>=</a:t>
                </a:r>
                <a:r>
                  <a:rPr kumimoji="1" lang="en-US" altLang="zh-TW" dirty="0" err="1"/>
                  <a:t>n_features</a:t>
                </a:r>
                <a:r>
                  <a:rPr kumimoji="1" lang="en-US" altLang="zh-TW" dirty="0"/>
                  <a:t>.</a:t>
                </a:r>
                <a:endParaRPr kumimoji="1" lang="zh-TW" altLang="en" dirty="0"/>
              </a:p>
            </p:txBody>
          </p:sp>
        </mc:Choice>
        <mc:Fallback xmlns="">
          <p:sp>
            <p:nvSpPr>
              <p:cNvPr id="3" name="內容版面配置區 2">
                <a:extLst>
                  <a:ext uri="{FF2B5EF4-FFF2-40B4-BE49-F238E27FC236}">
                    <a16:creationId xmlns:a16="http://schemas.microsoft.com/office/drawing/2014/main" id="{A9E7B2A3-EF31-3B8E-5A6E-C94F8F7E0B3E}"/>
                  </a:ext>
                </a:extLst>
              </p:cNvPr>
              <p:cNvSpPr>
                <a:spLocks noGrp="1" noRot="1" noChangeAspect="1" noMove="1" noResize="1" noEditPoints="1" noAdjustHandles="1" noChangeArrowheads="1" noChangeShapeType="1" noTextEdit="1"/>
              </p:cNvSpPr>
              <p:nvPr>
                <p:ph idx="1"/>
              </p:nvPr>
            </p:nvSpPr>
            <p:spPr>
              <a:xfrm>
                <a:off x="838200" y="1825624"/>
                <a:ext cx="10515600" cy="4781237"/>
              </a:xfrm>
              <a:blipFill>
                <a:blip r:embed="rId2"/>
                <a:stretch>
                  <a:fillRect l="-362" t="-1587"/>
                </a:stretch>
              </a:blipFill>
            </p:spPr>
            <p:txBody>
              <a:bodyPr/>
              <a:lstStyle/>
              <a:p>
                <a:r>
                  <a:rPr lang="zh-TW" altLang="en-US">
                    <a:noFill/>
                  </a:rPr>
                  <a:t> </a:t>
                </a:r>
              </a:p>
            </p:txBody>
          </p:sp>
        </mc:Fallback>
      </mc:AlternateContent>
      <p:sp>
        <p:nvSpPr>
          <p:cNvPr id="5" name="文字方塊 4">
            <a:extLst>
              <a:ext uri="{FF2B5EF4-FFF2-40B4-BE49-F238E27FC236}">
                <a16:creationId xmlns:a16="http://schemas.microsoft.com/office/drawing/2014/main" id="{5A2599D3-6A12-460D-88DB-64717BCB91B1}"/>
              </a:ext>
            </a:extLst>
          </p:cNvPr>
          <p:cNvSpPr txBox="1"/>
          <p:nvPr/>
        </p:nvSpPr>
        <p:spPr>
          <a:xfrm>
            <a:off x="838200" y="6308209"/>
            <a:ext cx="9207321" cy="369332"/>
          </a:xfrm>
          <a:prstGeom prst="rect">
            <a:avLst/>
          </a:prstGeom>
          <a:noFill/>
        </p:spPr>
        <p:txBody>
          <a:bodyPr wrap="square">
            <a:spAutoFit/>
          </a:bodyPr>
          <a:lstStyle/>
          <a:p>
            <a:r>
              <a:rPr lang="zh-TW" altLang="en-US" dirty="0"/>
              <a:t>https://scikit-learn.org/1.5/modules/generated/sklearn.ensemble.RandomForestClassifier.html</a:t>
            </a:r>
          </a:p>
        </p:txBody>
      </p:sp>
    </p:spTree>
    <p:extLst>
      <p:ext uri="{BB962C8B-B14F-4D97-AF65-F5344CB8AC3E}">
        <p14:creationId xmlns:p14="http://schemas.microsoft.com/office/powerpoint/2010/main" val="28513288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442288-16B6-E048-A329-2DFEEC004184}"/>
              </a:ext>
            </a:extLst>
          </p:cNvPr>
          <p:cNvSpPr>
            <a:spLocks noGrp="1"/>
          </p:cNvSpPr>
          <p:nvPr>
            <p:ph type="title"/>
          </p:nvPr>
        </p:nvSpPr>
        <p:spPr/>
        <p:txBody>
          <a:bodyPr/>
          <a:lstStyle/>
          <a:p>
            <a:r>
              <a:rPr lang="zh-TW" altLang="en-US" dirty="0"/>
              <a:t>隨機森林</a:t>
            </a:r>
            <a:r>
              <a:rPr lang="en-US" altLang="zh-TW" dirty="0"/>
              <a:t>(</a:t>
            </a:r>
            <a:r>
              <a:rPr lang="en" altLang="zh-TW" dirty="0"/>
              <a:t>Random Forest)</a:t>
            </a:r>
            <a:endParaRPr kumimoji="1" lang="zh-TW" altLang="en-US" dirty="0"/>
          </a:p>
        </p:txBody>
      </p:sp>
      <p:sp>
        <p:nvSpPr>
          <p:cNvPr id="3" name="內容版面配置區 2">
            <a:extLst>
              <a:ext uri="{FF2B5EF4-FFF2-40B4-BE49-F238E27FC236}">
                <a16:creationId xmlns:a16="http://schemas.microsoft.com/office/drawing/2014/main" id="{F41787D2-9B22-CC4B-AF76-271CE2D30B4A}"/>
              </a:ext>
            </a:extLst>
          </p:cNvPr>
          <p:cNvSpPr>
            <a:spLocks noGrp="1"/>
          </p:cNvSpPr>
          <p:nvPr>
            <p:ph idx="1"/>
          </p:nvPr>
        </p:nvSpPr>
        <p:spPr/>
        <p:txBody>
          <a:bodyPr/>
          <a:lstStyle/>
          <a:p>
            <a:pPr>
              <a:lnSpc>
                <a:spcPct val="120000"/>
              </a:lnSpc>
            </a:pPr>
            <a:r>
              <a:rPr lang="en" altLang="zh-TW" dirty="0"/>
              <a:t>Boosting:</a:t>
            </a:r>
          </a:p>
          <a:p>
            <a:pPr lvl="1">
              <a:lnSpc>
                <a:spcPct val="120000"/>
              </a:lnSpc>
            </a:pPr>
            <a:r>
              <a:rPr lang="zh-TW" altLang="en-US" dirty="0"/>
              <a:t>與</a:t>
            </a:r>
            <a:r>
              <a:rPr lang="en" altLang="zh-TW" dirty="0"/>
              <a:t>Bagging</a:t>
            </a:r>
            <a:r>
              <a:rPr lang="zh-TW" altLang="en-US" dirty="0"/>
              <a:t>類似，但更強調對錯誤部份加強學習以提升整體的效率。是透過將舊分類器的錯誤資料權重提高，加重對錯誤部分的練習，訓練出新的分類器，這樣新的分類器就會學習到錯誤分類資料</a:t>
            </a:r>
            <a:r>
              <a:rPr lang="en-US" altLang="zh-TW" dirty="0"/>
              <a:t>(</a:t>
            </a:r>
            <a:r>
              <a:rPr lang="en" altLang="zh-TW" dirty="0"/>
              <a:t>misclassified data)</a:t>
            </a:r>
            <a:r>
              <a:rPr lang="zh-TW" altLang="en-US" dirty="0"/>
              <a:t>的特性，進而提升分類結果。就好像在學校考試時，面臨大型考試前都會加強比較弱的部分或是把之前考試時錯誤的題目再多練習幾次。</a:t>
            </a:r>
          </a:p>
          <a:p>
            <a:endParaRPr kumimoji="1" lang="zh-TW" altLang="en-US" dirty="0"/>
          </a:p>
        </p:txBody>
      </p:sp>
    </p:spTree>
    <p:extLst>
      <p:ext uri="{BB962C8B-B14F-4D97-AF65-F5344CB8AC3E}">
        <p14:creationId xmlns:p14="http://schemas.microsoft.com/office/powerpoint/2010/main" val="3369123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DAD754-88E6-AB44-BF0B-36A6BF6BC723}"/>
              </a:ext>
            </a:extLst>
          </p:cNvPr>
          <p:cNvSpPr>
            <a:spLocks noGrp="1"/>
          </p:cNvSpPr>
          <p:nvPr>
            <p:ph type="title"/>
          </p:nvPr>
        </p:nvSpPr>
        <p:spPr>
          <a:xfrm>
            <a:off x="838200" y="365125"/>
            <a:ext cx="10515600" cy="1325563"/>
          </a:xfrm>
        </p:spPr>
        <p:txBody>
          <a:bodyPr/>
          <a:lstStyle/>
          <a:p>
            <a:r>
              <a:rPr lang="zh-TW" altLang="en-US" dirty="0"/>
              <a:t>隨機森林</a:t>
            </a:r>
            <a:r>
              <a:rPr lang="en-US" altLang="zh-TW" dirty="0"/>
              <a:t>(</a:t>
            </a:r>
            <a:r>
              <a:rPr lang="en" altLang="zh-TW" dirty="0"/>
              <a:t>Random Forest)</a:t>
            </a:r>
            <a:endParaRPr lang="zh-TW" altLang="en-US" dirty="0"/>
          </a:p>
        </p:txBody>
      </p:sp>
      <p:sp>
        <p:nvSpPr>
          <p:cNvPr id="3" name="內容版面配置區 2">
            <a:extLst>
              <a:ext uri="{FF2B5EF4-FFF2-40B4-BE49-F238E27FC236}">
                <a16:creationId xmlns:a16="http://schemas.microsoft.com/office/drawing/2014/main" id="{372B8A34-2767-EA49-9CDF-03D4A94125B8}"/>
              </a:ext>
            </a:extLst>
          </p:cNvPr>
          <p:cNvSpPr>
            <a:spLocks noGrp="1"/>
          </p:cNvSpPr>
          <p:nvPr>
            <p:ph idx="1"/>
          </p:nvPr>
        </p:nvSpPr>
        <p:spPr>
          <a:xfrm>
            <a:off x="838200" y="1448874"/>
            <a:ext cx="10515600" cy="5124778"/>
          </a:xfrm>
        </p:spPr>
        <p:txBody>
          <a:bodyPr>
            <a:normAutofit fontScale="92500" lnSpcReduction="20000"/>
          </a:bodyPr>
          <a:lstStyle/>
          <a:p>
            <a:pPr>
              <a:lnSpc>
                <a:spcPct val="120000"/>
              </a:lnSpc>
              <a:spcBef>
                <a:spcPts val="0"/>
              </a:spcBef>
            </a:pPr>
            <a:r>
              <a:rPr lang="en-US" altLang="zh-TW" dirty="0">
                <a:latin typeface="微軟正黑體" panose="020B0604030504040204" pitchFamily="34" charset="-120"/>
                <a:ea typeface="微軟正黑體" panose="020B0604030504040204" pitchFamily="34" charset="-120"/>
              </a:rPr>
              <a:t>AdaBoost</a:t>
            </a:r>
            <a:r>
              <a:rPr lang="zh-TW" altLang="en-US" dirty="0">
                <a:latin typeface="微軟正黑體" panose="020B0604030504040204" pitchFamily="34" charset="-120"/>
                <a:ea typeface="微軟正黑體" panose="020B0604030504040204" pitchFamily="34" charset="-120"/>
              </a:rPr>
              <a:t>是一種集成學習（</a:t>
            </a:r>
            <a:r>
              <a:rPr lang="en-US" altLang="zh-TW" dirty="0">
                <a:latin typeface="微軟正黑體" panose="020B0604030504040204" pitchFamily="34" charset="-120"/>
                <a:ea typeface="微軟正黑體" panose="020B0604030504040204" pitchFamily="34" charset="-120"/>
              </a:rPr>
              <a:t>Ensemble Learning</a:t>
            </a:r>
            <a:r>
              <a:rPr lang="zh-TW" altLang="en-US" dirty="0">
                <a:latin typeface="微軟正黑體" panose="020B0604030504040204" pitchFamily="34" charset="-120"/>
                <a:ea typeface="微軟正黑體" panose="020B0604030504040204" pitchFamily="34" charset="-120"/>
              </a:rPr>
              <a:t>）方法，</a:t>
            </a:r>
            <a:br>
              <a:rPr lang="en-US" altLang="zh-TW" dirty="0">
                <a:latin typeface="微軟正黑體" panose="020B0604030504040204" pitchFamily="34" charset="-120"/>
                <a:ea typeface="微軟正黑體" panose="020B0604030504040204" pitchFamily="34" charset="-120"/>
              </a:rPr>
            </a:br>
            <a:r>
              <a:rPr lang="zh-TW" altLang="en-US" dirty="0">
                <a:latin typeface="微軟正黑體" panose="020B0604030504040204" pitchFamily="34" charset="-120"/>
                <a:ea typeface="微軟正黑體" panose="020B0604030504040204" pitchFamily="34" charset="-120"/>
              </a:rPr>
              <a:t>由</a:t>
            </a:r>
            <a:r>
              <a:rPr lang="en-US" altLang="zh-TW" dirty="0">
                <a:latin typeface="微軟正黑體" panose="020B0604030504040204" pitchFamily="34" charset="-120"/>
                <a:ea typeface="微軟正黑體" panose="020B0604030504040204" pitchFamily="34" charset="-120"/>
              </a:rPr>
              <a:t>Freund</a:t>
            </a:r>
            <a:r>
              <a:rPr lang="zh-TW" altLang="en-US" dirty="0">
                <a:latin typeface="微軟正黑體" panose="020B0604030504040204" pitchFamily="34" charset="-120"/>
                <a:ea typeface="微軟正黑體" panose="020B0604030504040204" pitchFamily="34" charset="-120"/>
              </a:rPr>
              <a:t>和</a:t>
            </a:r>
            <a:r>
              <a:rPr lang="en-US" altLang="zh-TW" dirty="0" err="1">
                <a:latin typeface="微軟正黑體" panose="020B0604030504040204" pitchFamily="34" charset="-120"/>
                <a:ea typeface="微軟正黑體" panose="020B0604030504040204" pitchFamily="34" charset="-120"/>
              </a:rPr>
              <a:t>Schapire</a:t>
            </a:r>
            <a:r>
              <a:rPr lang="zh-TW" altLang="en-US" dirty="0">
                <a:latin typeface="微軟正黑體" panose="020B0604030504040204" pitchFamily="34" charset="-120"/>
                <a:ea typeface="微軟正黑體" panose="020B0604030504040204" pitchFamily="34" charset="-120"/>
              </a:rPr>
              <a:t>在</a:t>
            </a:r>
            <a:r>
              <a:rPr lang="en-US" altLang="zh-TW" dirty="0">
                <a:latin typeface="微軟正黑體" panose="020B0604030504040204" pitchFamily="34" charset="-120"/>
                <a:ea typeface="微軟正黑體" panose="020B0604030504040204" pitchFamily="34" charset="-120"/>
              </a:rPr>
              <a:t>1996</a:t>
            </a:r>
            <a:r>
              <a:rPr lang="zh-TW" altLang="en-US" dirty="0">
                <a:latin typeface="微軟正黑體" panose="020B0604030504040204" pitchFamily="34" charset="-120"/>
                <a:ea typeface="微軟正黑體" panose="020B0604030504040204" pitchFamily="34" charset="-120"/>
              </a:rPr>
              <a:t>年提出。它通過組合多個</a:t>
            </a:r>
            <a:br>
              <a:rPr lang="en-US" altLang="zh-TW" dirty="0">
                <a:latin typeface="微軟正黑體" panose="020B0604030504040204" pitchFamily="34" charset="-120"/>
                <a:ea typeface="微軟正黑體" panose="020B0604030504040204" pitchFamily="34" charset="-120"/>
              </a:rPr>
            </a:br>
            <a:r>
              <a:rPr lang="zh-TW" altLang="en-US" dirty="0">
                <a:latin typeface="微軟正黑體" panose="020B0604030504040204" pitchFamily="34" charset="-120"/>
                <a:ea typeface="微軟正黑體" panose="020B0604030504040204" pitchFamily="34" charset="-120"/>
              </a:rPr>
              <a:t>「弱學習器（通常是決策樹）」來建立一個強大的分類器，</a:t>
            </a:r>
            <a:br>
              <a:rPr lang="en-US" altLang="zh-TW" dirty="0">
                <a:latin typeface="微軟正黑體" panose="020B0604030504040204" pitchFamily="34" charset="-120"/>
                <a:ea typeface="微軟正黑體" panose="020B0604030504040204" pitchFamily="34" charset="-120"/>
              </a:rPr>
            </a:br>
            <a:r>
              <a:rPr lang="zh-TW" altLang="en-US" dirty="0">
                <a:latin typeface="微軟正黑體" panose="020B0604030504040204" pitchFamily="34" charset="-120"/>
                <a:ea typeface="微軟正黑體" panose="020B0604030504040204" pitchFamily="34" charset="-120"/>
              </a:rPr>
              <a:t>提高被前幾個分類器線性組合的分類錯誤樣本的權重，讓每</a:t>
            </a:r>
            <a:br>
              <a:rPr lang="en-US" altLang="zh-TW" dirty="0">
                <a:latin typeface="微軟正黑體" panose="020B0604030504040204" pitchFamily="34" charset="-120"/>
                <a:ea typeface="微軟正黑體" panose="020B0604030504040204" pitchFamily="34" charset="-120"/>
              </a:rPr>
            </a:br>
            <a:r>
              <a:rPr lang="zh-TW" altLang="en-US" dirty="0">
                <a:latin typeface="微軟正黑體" panose="020B0604030504040204" pitchFamily="34" charset="-120"/>
                <a:ea typeface="微軟正黑體" panose="020B0604030504040204" pitchFamily="34" charset="-120"/>
              </a:rPr>
              <a:t>次訓練新的分類器的時後都聚焦在容易分類錯誤的訓練樣本</a:t>
            </a:r>
            <a:br>
              <a:rPr lang="en-US" altLang="zh-TW" dirty="0">
                <a:latin typeface="微軟正黑體" panose="020B0604030504040204" pitchFamily="34" charset="-120"/>
                <a:ea typeface="微軟正黑體" panose="020B0604030504040204" pitchFamily="34" charset="-120"/>
              </a:rPr>
            </a:br>
            <a:r>
              <a:rPr lang="zh-TW" altLang="en-US" dirty="0">
                <a:latin typeface="微軟正黑體" panose="020B0604030504040204" pitchFamily="34" charset="-120"/>
                <a:ea typeface="微軟正黑體" panose="020B0604030504040204" pitchFamily="34" charset="-120"/>
              </a:rPr>
              <a:t>上。 </a:t>
            </a:r>
            <a:endParaRPr lang="en-US" altLang="zh-TW" dirty="0">
              <a:latin typeface="微軟正黑體" panose="020B0604030504040204" pitchFamily="34" charset="-120"/>
              <a:ea typeface="微軟正黑體" panose="020B0604030504040204" pitchFamily="34" charset="-120"/>
            </a:endParaRPr>
          </a:p>
          <a:p>
            <a:pPr marL="514350" indent="-514350">
              <a:lnSpc>
                <a:spcPct val="120000"/>
              </a:lnSpc>
              <a:spcBef>
                <a:spcPts val="0"/>
              </a:spcBef>
              <a:buFont typeface="+mj-lt"/>
              <a:buAutoNum type="arabicPeriod"/>
            </a:pPr>
            <a:r>
              <a:rPr lang="zh-TW" altLang="en-US" dirty="0">
                <a:latin typeface="微軟正黑體" panose="020B0604030504040204" pitchFamily="34" charset="-120"/>
                <a:ea typeface="微軟正黑體" panose="020B0604030504040204" pitchFamily="34" charset="-120"/>
              </a:rPr>
              <a:t>初始化訓練數據的權值分佈。如果有</a:t>
            </a:r>
            <a:r>
              <a:rPr lang="en-US" altLang="zh-TW" dirty="0">
                <a:latin typeface="微軟正黑體" panose="020B0604030504040204" pitchFamily="34" charset="-120"/>
                <a:ea typeface="微軟正黑體" panose="020B0604030504040204" pitchFamily="34" charset="-120"/>
              </a:rPr>
              <a:t>N</a:t>
            </a:r>
            <a:r>
              <a:rPr lang="zh-TW" altLang="en-US" dirty="0">
                <a:latin typeface="微軟正黑體" panose="020B0604030504040204" pitchFamily="34" charset="-120"/>
                <a:ea typeface="微軟正黑體" panose="020B0604030504040204" pitchFamily="34" charset="-120"/>
              </a:rPr>
              <a:t>個樣本，則每一個訓練樣本最開始時都被賦予相同的權值：</a:t>
            </a:r>
            <a:r>
              <a:rPr lang="en-US" altLang="zh-TW" dirty="0">
                <a:latin typeface="微軟正黑體" panose="020B0604030504040204" pitchFamily="34" charset="-120"/>
                <a:ea typeface="微軟正黑體" panose="020B0604030504040204" pitchFamily="34" charset="-120"/>
              </a:rPr>
              <a:t>1/N</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marL="514350" indent="-514350">
              <a:lnSpc>
                <a:spcPct val="120000"/>
              </a:lnSpc>
              <a:spcBef>
                <a:spcPts val="0"/>
              </a:spcBef>
              <a:buFont typeface="+mj-lt"/>
              <a:buAutoNum type="arabicPeriod"/>
            </a:pPr>
            <a:r>
              <a:rPr lang="zh-TW" altLang="en-US" dirty="0">
                <a:latin typeface="微軟正黑體" panose="020B0604030504040204" pitchFamily="34" charset="-120"/>
                <a:ea typeface="微軟正黑體" panose="020B0604030504040204" pitchFamily="34" charset="-120"/>
              </a:rPr>
              <a:t>訓練弱分類器。具體訓練過程中，如果某個樣本點已經被準確地分類，那麼在構造下一個訓練集中，它的權值就被降低；相反，如果某個樣本點沒有被準確地分類，那麼它的權值就得到提高。然後，權值更新過的樣本集被用於訓練下一個分類器，整個訓練過程如此疊代地進行下去。</a:t>
            </a:r>
            <a:endParaRPr lang="en-US" altLang="zh-TW" dirty="0">
              <a:latin typeface="微軟正黑體" panose="020B0604030504040204" pitchFamily="34" charset="-120"/>
              <a:ea typeface="微軟正黑體" panose="020B0604030504040204" pitchFamily="34" charset="-120"/>
            </a:endParaRPr>
          </a:p>
          <a:p>
            <a:pPr marL="514350" indent="-514350">
              <a:lnSpc>
                <a:spcPct val="120000"/>
              </a:lnSpc>
              <a:spcBef>
                <a:spcPts val="0"/>
              </a:spcBef>
              <a:buFont typeface="+mj-lt"/>
              <a:buAutoNum type="arabicPeriod"/>
            </a:pPr>
            <a:r>
              <a:rPr lang="zh-TW" altLang="en-US" dirty="0">
                <a:latin typeface="微軟正黑體" panose="020B0604030504040204" pitchFamily="34" charset="-120"/>
                <a:ea typeface="微軟正黑體" panose="020B0604030504040204" pitchFamily="34" charset="-120"/>
              </a:rPr>
              <a:t>將各個訓練得到的弱分類器組合成強分類器。各個弱分類器的訓練過程結束後，加大分類誤差率小的弱分類器的權重，使其在最終的分類函數中起著較大的決定作用，而降低分類誤差率大的弱分類器的權重，使其在最終的分類函數中起著較小的決定作用。換言之，誤差率低的弱分類器在最終分類器中占的權重較大，否則較小。</a:t>
            </a:r>
            <a:endParaRPr lang="en-US" altLang="zh-TW" dirty="0">
              <a:latin typeface="微軟正黑體" panose="020B0604030504040204" pitchFamily="34" charset="-120"/>
              <a:ea typeface="微軟正黑體" panose="020B0604030504040204" pitchFamily="34" charset="-120"/>
            </a:endParaRPr>
          </a:p>
        </p:txBody>
      </p:sp>
      <p:pic>
        <p:nvPicPr>
          <p:cNvPr id="7" name="圖片 6">
            <a:extLst>
              <a:ext uri="{FF2B5EF4-FFF2-40B4-BE49-F238E27FC236}">
                <a16:creationId xmlns:a16="http://schemas.microsoft.com/office/drawing/2014/main" id="{D89D90D2-B904-401E-8ADC-00C54F05DE2B}"/>
              </a:ext>
            </a:extLst>
          </p:cNvPr>
          <p:cNvPicPr>
            <a:picLocks noChangeAspect="1"/>
          </p:cNvPicPr>
          <p:nvPr/>
        </p:nvPicPr>
        <p:blipFill>
          <a:blip r:embed="rId2"/>
          <a:stretch>
            <a:fillRect/>
          </a:stretch>
        </p:blipFill>
        <p:spPr>
          <a:xfrm>
            <a:off x="7872244" y="84726"/>
            <a:ext cx="4042102" cy="3082552"/>
          </a:xfrm>
          <a:prstGeom prst="rect">
            <a:avLst/>
          </a:prstGeom>
          <a:ln>
            <a:solidFill>
              <a:schemeClr val="tx1"/>
            </a:solidFill>
          </a:ln>
        </p:spPr>
      </p:pic>
    </p:spTree>
    <p:extLst>
      <p:ext uri="{BB962C8B-B14F-4D97-AF65-F5344CB8AC3E}">
        <p14:creationId xmlns:p14="http://schemas.microsoft.com/office/powerpoint/2010/main" val="16075221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446749-92A5-425E-B4B7-8F7F8F3C51AE}"/>
              </a:ext>
            </a:extLst>
          </p:cNvPr>
          <p:cNvSpPr>
            <a:spLocks noGrp="1"/>
          </p:cNvSpPr>
          <p:nvPr>
            <p:ph type="title"/>
          </p:nvPr>
        </p:nvSpPr>
        <p:spPr/>
        <p:txBody>
          <a:bodyPr/>
          <a:lstStyle/>
          <a:p>
            <a:r>
              <a:rPr lang="zh-TW" altLang="en-US" dirty="0"/>
              <a:t>隨機森林</a:t>
            </a:r>
            <a:r>
              <a:rPr lang="en-US" altLang="zh-TW" dirty="0"/>
              <a:t>(</a:t>
            </a:r>
            <a:r>
              <a:rPr lang="en" altLang="zh-TW" dirty="0"/>
              <a:t>Random </a:t>
            </a:r>
            <a:r>
              <a:rPr lang="en" altLang="zh-TW"/>
              <a:t>Forest)</a:t>
            </a:r>
            <a:endParaRPr lang="zh-TW" altLang="en-US" dirty="0"/>
          </a:p>
        </p:txBody>
      </p:sp>
      <p:sp>
        <p:nvSpPr>
          <p:cNvPr id="3" name="內容版面配置區 2">
            <a:extLst>
              <a:ext uri="{FF2B5EF4-FFF2-40B4-BE49-F238E27FC236}">
                <a16:creationId xmlns:a16="http://schemas.microsoft.com/office/drawing/2014/main" id="{36D33C86-7A02-4803-9781-62598D66492D}"/>
              </a:ext>
            </a:extLst>
          </p:cNvPr>
          <p:cNvSpPr>
            <a:spLocks noGrp="1"/>
          </p:cNvSpPr>
          <p:nvPr>
            <p:ph idx="1"/>
          </p:nvPr>
        </p:nvSpPr>
        <p:spPr>
          <a:xfrm>
            <a:off x="838200" y="1825625"/>
            <a:ext cx="5257800" cy="4742600"/>
          </a:xfrm>
        </p:spPr>
        <p:txBody>
          <a:bodyPr>
            <a:normAutofit lnSpcReduction="10000"/>
          </a:bodyPr>
          <a:lstStyle/>
          <a:p>
            <a:r>
              <a:rPr lang="zh-TW" altLang="en-US" dirty="0"/>
              <a:t>這個實作包含以下主要部分：</a:t>
            </a:r>
          </a:p>
          <a:p>
            <a:pPr>
              <a:buFont typeface="+mj-lt"/>
              <a:buAutoNum type="arabicPeriod"/>
            </a:pPr>
            <a:r>
              <a:rPr lang="en-US" altLang="zh-TW" b="1" dirty="0" err="1"/>
              <a:t>DecisionStump</a:t>
            </a:r>
            <a:r>
              <a:rPr lang="zh-TW" altLang="en-US" b="1" dirty="0"/>
              <a:t>類別</a:t>
            </a:r>
            <a:r>
              <a:rPr lang="zh-TW" altLang="en-US" dirty="0"/>
              <a:t>： </a:t>
            </a:r>
          </a:p>
          <a:p>
            <a:pPr marL="742950" lvl="1" indent="-285750">
              <a:buFont typeface="+mj-lt"/>
              <a:buAutoNum type="arabicPeriod"/>
            </a:pPr>
            <a:r>
              <a:rPr lang="zh-TW" altLang="en-US" dirty="0"/>
              <a:t>實現了決策樹樁作為弱分類器</a:t>
            </a:r>
          </a:p>
          <a:p>
            <a:pPr marL="742950" lvl="1" indent="-285750">
              <a:buFont typeface="+mj-lt"/>
              <a:buAutoNum type="arabicPeriod"/>
            </a:pPr>
            <a:r>
              <a:rPr lang="zh-TW" altLang="en-US" dirty="0"/>
              <a:t>包含訓練和預測方法</a:t>
            </a:r>
          </a:p>
          <a:p>
            <a:pPr marL="742950" lvl="1" indent="-285750">
              <a:buFont typeface="+mj-lt"/>
              <a:buAutoNum type="arabicPeriod"/>
            </a:pPr>
            <a:r>
              <a:rPr lang="zh-TW" altLang="en-US" dirty="0"/>
              <a:t>使用單一特徵和閾值進行分類</a:t>
            </a:r>
          </a:p>
          <a:p>
            <a:pPr>
              <a:buFont typeface="+mj-lt"/>
              <a:buAutoNum type="arabicPeriod"/>
            </a:pPr>
            <a:r>
              <a:rPr lang="en-US" altLang="zh-TW" b="1" dirty="0"/>
              <a:t>AdaBoost</a:t>
            </a:r>
            <a:r>
              <a:rPr lang="zh-TW" altLang="en-US" b="1" dirty="0"/>
              <a:t>類別</a:t>
            </a:r>
            <a:r>
              <a:rPr lang="zh-TW" altLang="en-US" dirty="0"/>
              <a:t>： </a:t>
            </a:r>
          </a:p>
          <a:p>
            <a:pPr marL="742950" lvl="1" indent="-285750">
              <a:buFont typeface="+mj-lt"/>
              <a:buAutoNum type="arabicPeriod"/>
            </a:pPr>
            <a:r>
              <a:rPr lang="zh-TW" altLang="en-US" dirty="0"/>
              <a:t>主要的</a:t>
            </a:r>
            <a:r>
              <a:rPr lang="en-US" altLang="zh-TW" dirty="0"/>
              <a:t>AdaBoost</a:t>
            </a:r>
            <a:r>
              <a:rPr lang="zh-TW" altLang="en-US" dirty="0"/>
              <a:t>分類器</a:t>
            </a:r>
          </a:p>
          <a:p>
            <a:pPr marL="742950" lvl="1" indent="-285750">
              <a:buFont typeface="+mj-lt"/>
              <a:buAutoNum type="arabicPeriod"/>
            </a:pPr>
            <a:r>
              <a:rPr lang="zh-TW" altLang="en-US" dirty="0"/>
              <a:t>包含完整的訓練、預測和</a:t>
            </a:r>
            <a:r>
              <a:rPr lang="en-US" altLang="zh-TW" dirty="0"/>
              <a:t>score</a:t>
            </a:r>
            <a:endParaRPr lang="zh-TW" altLang="en-US" dirty="0"/>
          </a:p>
          <a:p>
            <a:pPr marL="742950" lvl="1" indent="-285750">
              <a:buFont typeface="+mj-lt"/>
              <a:buAutoNum type="arabicPeriod"/>
            </a:pPr>
            <a:r>
              <a:rPr lang="zh-TW" altLang="en-US" dirty="0"/>
              <a:t>包含樣本權重和分類器權重的更新機制</a:t>
            </a:r>
          </a:p>
          <a:p>
            <a:pPr>
              <a:buFont typeface="+mj-lt"/>
              <a:buAutoNum type="arabicPeriod"/>
            </a:pPr>
            <a:r>
              <a:rPr lang="zh-TW" altLang="en-US" b="1" dirty="0"/>
              <a:t>核心演算法</a:t>
            </a:r>
            <a:r>
              <a:rPr lang="zh-TW" altLang="en-US" dirty="0"/>
              <a:t>： </a:t>
            </a:r>
          </a:p>
          <a:p>
            <a:pPr marL="742950" lvl="1" indent="-285750">
              <a:buFont typeface="+mj-lt"/>
              <a:buAutoNum type="arabicPeriod"/>
            </a:pPr>
            <a:r>
              <a:rPr lang="zh-TW" altLang="en-US" dirty="0"/>
              <a:t>使用二元分類（</a:t>
            </a:r>
            <a:r>
              <a:rPr lang="en-US" altLang="zh-TW" dirty="0"/>
              <a:t>1</a:t>
            </a:r>
            <a:r>
              <a:rPr lang="zh-TW" altLang="en-US" dirty="0"/>
              <a:t>和</a:t>
            </a:r>
            <a:r>
              <a:rPr lang="en-US" altLang="zh-TW" dirty="0"/>
              <a:t>-1</a:t>
            </a:r>
            <a:r>
              <a:rPr lang="zh-TW" altLang="en-US" dirty="0"/>
              <a:t>作為類別標籤）</a:t>
            </a:r>
          </a:p>
          <a:p>
            <a:pPr marL="742950" lvl="1" indent="-285750">
              <a:buFont typeface="+mj-lt"/>
              <a:buAutoNum type="arabicPeriod"/>
            </a:pPr>
            <a:r>
              <a:rPr lang="zh-TW" altLang="en-US"/>
              <a:t>完整</a:t>
            </a:r>
            <a:r>
              <a:rPr lang="zh-TW" altLang="en-US" dirty="0"/>
              <a:t>的權重更新機制</a:t>
            </a:r>
          </a:p>
          <a:p>
            <a:pPr marL="742950" lvl="1" indent="-285750">
              <a:buFont typeface="+mj-lt"/>
              <a:buAutoNum type="arabicPeriod"/>
            </a:pPr>
            <a:r>
              <a:rPr lang="zh-TW" altLang="en-US" dirty="0"/>
              <a:t>包含錯誤處理和數值穩定性考慮</a:t>
            </a:r>
          </a:p>
          <a:p>
            <a:pPr marL="0" indent="0">
              <a:buNone/>
            </a:pPr>
            <a:endParaRPr lang="zh-TW" altLang="en-US" dirty="0"/>
          </a:p>
        </p:txBody>
      </p:sp>
      <p:pic>
        <p:nvPicPr>
          <p:cNvPr id="7" name="圖片 6">
            <a:extLst>
              <a:ext uri="{FF2B5EF4-FFF2-40B4-BE49-F238E27FC236}">
                <a16:creationId xmlns:a16="http://schemas.microsoft.com/office/drawing/2014/main" id="{6B9A280D-36C9-4F5C-AC30-D3101AAFF526}"/>
              </a:ext>
            </a:extLst>
          </p:cNvPr>
          <p:cNvPicPr>
            <a:picLocks noChangeAspect="1"/>
          </p:cNvPicPr>
          <p:nvPr/>
        </p:nvPicPr>
        <p:blipFill>
          <a:blip r:embed="rId2"/>
          <a:stretch>
            <a:fillRect/>
          </a:stretch>
        </p:blipFill>
        <p:spPr>
          <a:xfrm>
            <a:off x="6050206" y="1690688"/>
            <a:ext cx="5814904" cy="4436772"/>
          </a:xfrm>
          <a:prstGeom prst="rect">
            <a:avLst/>
          </a:prstGeom>
        </p:spPr>
      </p:pic>
    </p:spTree>
    <p:extLst>
      <p:ext uri="{BB962C8B-B14F-4D97-AF65-F5344CB8AC3E}">
        <p14:creationId xmlns:p14="http://schemas.microsoft.com/office/powerpoint/2010/main" val="17353548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 = \frac{2}{||\mathbf{w}||}&#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92"/>
  <p:tag name="PICTUREFILESIZE" val="4422"/>
</p:tagLst>
</file>

<file path=ppt/tags/tag2.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0&#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23"/>
  <p:tag name="PICTUREFILESIZE" val="4893"/>
</p:tagLst>
</file>

<file path=ppt/tags/tag3.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1&#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22"/>
  <p:tag name="PICTUREFILESIZE" val="4295"/>
</p:tagLst>
</file>

<file path=ppt/tags/tag4.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1&#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38"/>
  <p:tag name="PICTUREFILESIZE" val="4634"/>
</p:tagLst>
</file>

<file path=ppt/tags/tag5.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7"/>
  <p:tag name="PICTUREFILESIZE" val="895"/>
</p:tagLst>
</file>

<file path=ppt/tags/tag6.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 y_i ( \mathbf{w}^T \mathbf{x}_i + b) \geq 1, \qquad \forall i&#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241"/>
  <p:tag name="PICTUREFILESIZE" val="10887"/>
</p:tagLst>
</file>

<file path=ppt/tags/tag7.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box{Minimize } \frac 12 ||\mathbf{w}||^2&#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61"/>
  <p:tag name="PICTUREFILESIZE" val="8368"/>
</p:tagLst>
</file>

<file path=ppt/tags/tag8.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box{subject to } \alpha_i \geq 0, \qquad \sum_{i=1}^n \alpha_i y_i = 0&#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ALLOWFONTSUBSTITUTION" val="False"/>
  <p:tag name="BITMAPFORMAT" val="pngmono"/>
  <p:tag name="ORIGWIDTH" val="344"/>
  <p:tag name="PICTUREFILESIZE" val="18199"/>
</p:tagLst>
</file>

<file path=ppt/tags/tag9.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10;\begin{document}&#10;\[&#10;\mbox{max. } W(\boldsymbol{\alpha}) = \sum_{i=1}^n \alpha_i - \frac 12 \sum_{i=1,j=1}^n \alpha_i \alpha_j y_i y_j &#10;\mathbf{x}_i^T \mathbf{x}_j&#10;\]&#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446"/>
  <p:tag name="PICTUREFILESIZE" val="30073"/>
</p:tagLst>
</file>

<file path=ppt/tags/tag10.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10;\begin{document}&#10;\[&#10;\mbox{max. } W(\boldsymbol{\alpha}) = \sum_{i=1}^n \alpha_i - \frac 12 \sum_{i=1,j=1}^n \alpha_i \alpha_j y_i y_j &#10;\mathbf{x}_i^T \mathbf{x}_j&#10;\]&#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446"/>
  <p:tag name="PICTUREFILESIZE" val="30073"/>
</p:tagLst>
</file>

<file path=ppt/tags/tag11.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begin{document}&#10;$\phi( \bigl[\begin{smallmatrix} x_1 \\ x_2 \end{smallmatrix}\bigr]&#10;)=(1,\sqrt{2}x_1, \sqrt{2}x_2, x_1^2, x_2^2, \sqrt{2}x_1x_2)&#10;$&#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407"/>
  <p:tag name="PICTUREFILESIZE" val="22374"/>
</p:tagLst>
</file>

<file path=ppt/tags/tag12.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begin{document}&#10;\begin{align*}&#10;\langle \phi( \bigl[\begin{smallmatrix} x_1 \\ x_2 \end{smallmatrix}\bigr])&#10;, \phi( \bigl[\begin{smallmatrix} y_1 \\ y_2 \end{smallmatrix}\bigr])&#10;\rangle &amp;= (1 + x_1y_1 + x_2 y_2)^2&#10;\end{align*}&#10;\end{document}&#10;"/>
  <p:tag name="EXTERNALNAME" val="txp_fig"/>
  <p:tag name="BLEND" val="False"/>
  <p:tag name="TRANSPARENT" val="False"/>
  <p:tag name="KEEPFILES" val="False"/>
  <p:tag name="DEBUGPAUSE" val="False"/>
  <p:tag name="RESOLUTION" val="1200"/>
  <p:tag name="TIMEOUT" val="(none)"/>
  <p:tag name="BOXWIDTH" val="348"/>
  <p:tag name="BOXHEIGHT" val="366"/>
  <p:tag name="BOXFONT" val="10"/>
  <p:tag name="BOXWRAP" val="False"/>
  <p:tag name="WORKAROUNDTRANSPARENCYBUG" val="False"/>
  <p:tag name="ALLOWFONTSUBSTITUTION" val="False"/>
  <p:tag name="BITMAPFORMAT" val="pngmono"/>
  <p:tag name="ORIGWIDTH" val="389"/>
  <p:tag name="PICTUREFILESIZE" val="22937"/>
</p:tagLst>
</file>

<file path=ppt/tags/tag13.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begin{document}&#10;$&#10;K(\mathbf{x}, \mathbf{y}) =(1 + x_1y_1 + x_2 y_2)^2&#10;$&#10;\end{document}&#10;"/>
  <p:tag name="EXTERNALNAME" val="txp_fig"/>
  <p:tag name="BLEND" val="False"/>
  <p:tag name="TRANSPARENT" val="False"/>
  <p:tag name="KEEPFILES" val="False"/>
  <p:tag name="DEBUGPAUSE" val="False"/>
  <p:tag name="RESOLUTION" val="1200"/>
  <p:tag name="TIMEOUT" val="(none)"/>
  <p:tag name="BOXWIDTH" val="348"/>
  <p:tag name="BOXHEIGHT" val="366"/>
  <p:tag name="BOXFONT" val="10"/>
  <p:tag name="BOXWRAP" val="False"/>
  <p:tag name="WORKAROUNDTRANSPARENCYBUG" val="False"/>
  <p:tag name="BITMAPFORMAT" val="pngmono"/>
  <p:tag name="DEBUGINTERACTIVE" val="True"/>
  <p:tag name="ORIGWIDTH" val="290"/>
  <p:tag name="PICTUREFILESIZE" val="13725"/>
</p:tagLst>
</file>

<file path=ppt/tags/tag14.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 K(\mathbf{x}, \mathbf{y}) = ( \mathbf{x}^T \mathbf{y} + 1)^d$&#10;&#10;\end{document}&#10;"/>
  <p:tag name="EXTERNALNAME" val="txp_fig"/>
  <p:tag name="BLEND" val="False"/>
  <p:tag name="TRANSPARENT" val="False"/>
  <p:tag name="KEEPFILES" val="False"/>
  <p:tag name="DEBUGPAUSE" val="False"/>
  <p:tag name="RESOLUTION" val="1200"/>
  <p:tag name="TIMEOUT" val="(none)"/>
  <p:tag name="BOXWIDTH" val="348"/>
  <p:tag name="BOXHEIGHT" val="366"/>
  <p:tag name="BOXFONT" val="10"/>
  <p:tag name="BOXWRAP" val="False"/>
  <p:tag name="WORKAROUNDTRANSPARENCYBUG" val="False"/>
  <p:tag name="BITMAPFORMAT" val="pngmono"/>
  <p:tag name="DEBUGINTERACTIVE" val="True"/>
  <p:tag name="ORIGWIDTH" val="211"/>
  <p:tag name="PICTUREFILESIZE" val="9945"/>
</p:tagLst>
</file>

<file path=ppt/tags/tag15.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 K(\mathbf{x}, \mathbf{y}) = &#10;\exp\bigl(-|| \mathbf{x} - \mathbf{y} ||^2 / (2\sigma^2) \bigr)&#10;$&#10;\end{document}&#10;"/>
  <p:tag name="EXTERNALNAME" val="txp_fig"/>
  <p:tag name="BLEND" val="False"/>
  <p:tag name="TRANSPARENT" val="False"/>
  <p:tag name="KEEPFILES" val="False"/>
  <p:tag name="DEBUGPAUSE" val="False"/>
  <p:tag name="RESOLUTION" val="1200"/>
  <p:tag name="TIMEOUT" val="(none)"/>
  <p:tag name="BOXWIDTH" val="348"/>
  <p:tag name="BOXHEIGHT" val="366"/>
  <p:tag name="BOXFONT" val="10"/>
  <p:tag name="BOXWRAP" val="False"/>
  <p:tag name="WORKAROUNDTRANSPARENCYBUG" val="False"/>
  <p:tag name="BITMAPFORMAT" val="pngmono"/>
  <p:tag name="DEBUGINTERACTIVE" val="True"/>
  <p:tag name="ORIGWIDTH" val="322"/>
  <p:tag name="PICTUREFILESIZE" val="16589"/>
</p:tagLst>
</file>

<file path=ppt/tags/tag16.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 K(\mathbf{x}, \mathbf{y}) = &#10;\tanh(\kappa \mathbf{x}^T \mathbf{y} + \theta )&#10;$&#10;\end{document}&#10;"/>
  <p:tag name="EXTERNALNAME" val="txp_fig"/>
  <p:tag name="BLEND" val="False"/>
  <p:tag name="TRANSPARENT" val="False"/>
  <p:tag name="KEEPFILES" val="False"/>
  <p:tag name="DEBUGPAUSE" val="False"/>
  <p:tag name="RESOLUTION" val="1200"/>
  <p:tag name="TIMEOUT" val="(none)"/>
  <p:tag name="BOXWIDTH" val="348"/>
  <p:tag name="BOXHEIGHT" val="366"/>
  <p:tag name="BOXFONT" val="10"/>
  <p:tag name="BOXWRAP" val="False"/>
  <p:tag name="WORKAROUNDTRANSPARENCYBUG" val="False"/>
  <p:tag name="BITMAPFORMAT" val="pngmono"/>
  <p:tag name="DEBUGINTERACTIVE" val="True"/>
  <p:tag name="ORIGWIDTH" val="255"/>
  <p:tag name="PICTUREFILESIZE" val="12585"/>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要素">
  <a:themeElements>
    <a:clrScheme name="要素">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要素">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要素">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16976</TotalTime>
  <Words>4643</Words>
  <Application>Microsoft Macintosh PowerPoint</Application>
  <PresentationFormat>寬螢幕</PresentationFormat>
  <Paragraphs>425</Paragraphs>
  <Slides>60</Slides>
  <Notes>3</Notes>
  <HiddenSlides>0</HiddenSlides>
  <MMClips>1</MMClips>
  <ScaleCrop>false</ScaleCrop>
  <HeadingPairs>
    <vt:vector size="8" baseType="variant">
      <vt:variant>
        <vt:lpstr>使用字型</vt:lpstr>
      </vt:variant>
      <vt:variant>
        <vt:i4>15</vt:i4>
      </vt:variant>
      <vt:variant>
        <vt:lpstr>佈景主題</vt:lpstr>
      </vt:variant>
      <vt:variant>
        <vt:i4>1</vt:i4>
      </vt:variant>
      <vt:variant>
        <vt:lpstr>內嵌 OLE 伺服程式</vt:lpstr>
      </vt:variant>
      <vt:variant>
        <vt:i4>1</vt:i4>
      </vt:variant>
      <vt:variant>
        <vt:lpstr>投影片標題</vt:lpstr>
      </vt:variant>
      <vt:variant>
        <vt:i4>60</vt:i4>
      </vt:variant>
    </vt:vector>
  </HeadingPairs>
  <TitlesOfParts>
    <vt:vector size="77" baseType="lpstr">
      <vt:lpstr>思源黑體 Normal</vt:lpstr>
      <vt:lpstr>微軟正黑體</vt:lpstr>
      <vt:lpstr>微軟正黑體</vt:lpstr>
      <vt:lpstr>新細明體</vt:lpstr>
      <vt:lpstr>宋体</vt:lpstr>
      <vt:lpstr>Calibri</vt:lpstr>
      <vt:lpstr>Cambria Math</vt:lpstr>
      <vt:lpstr>Consolas</vt:lpstr>
      <vt:lpstr>Fira Code</vt:lpstr>
      <vt:lpstr>Symbol</vt:lpstr>
      <vt:lpstr>Tahoma</vt:lpstr>
      <vt:lpstr>Tw Cen MT</vt:lpstr>
      <vt:lpstr>Tw Cen MT Condensed</vt:lpstr>
      <vt:lpstr>Wingdings</vt:lpstr>
      <vt:lpstr>Wingdings 3</vt:lpstr>
      <vt:lpstr>要素</vt:lpstr>
      <vt:lpstr>Equation</vt:lpstr>
      <vt:lpstr>SVM</vt:lpstr>
      <vt:lpstr>線性可分問題</vt:lpstr>
      <vt:lpstr>線性可分問題</vt:lpstr>
      <vt:lpstr>線性可分問題</vt:lpstr>
      <vt:lpstr>線性可分問題</vt:lpstr>
      <vt:lpstr>線性可分問題</vt:lpstr>
      <vt:lpstr>SVM</vt:lpstr>
      <vt:lpstr>什麼是間隔最大化？</vt:lpstr>
      <vt:lpstr>線性可分問題</vt:lpstr>
      <vt:lpstr>PowerPoint 簡報</vt:lpstr>
      <vt:lpstr>估測Margin</vt:lpstr>
      <vt:lpstr>Large-margin Decision Boundary</vt:lpstr>
      <vt:lpstr>objective function定義</vt:lpstr>
      <vt:lpstr>對偶問題</vt:lpstr>
      <vt:lpstr>超平面方程式</vt:lpstr>
      <vt:lpstr>拉格朗日對偶性</vt:lpstr>
      <vt:lpstr>軟邊距分類</vt:lpstr>
      <vt:lpstr>是否要允許分類錯誤？ </vt:lpstr>
      <vt:lpstr>引入Hinge(鉸鏈)loss的計算</vt:lpstr>
      <vt:lpstr>軟邊距(軟間隔)最大化</vt:lpstr>
      <vt:lpstr>引入權重超參數C</vt:lpstr>
      <vt:lpstr>引入權重超參數C</vt:lpstr>
      <vt:lpstr>C值大小的差異</vt:lpstr>
      <vt:lpstr>非線性的決策邊界</vt:lpstr>
      <vt:lpstr>SVM with polynomial kernel visualization</vt:lpstr>
      <vt:lpstr>例子</vt:lpstr>
      <vt:lpstr>例子</vt:lpstr>
      <vt:lpstr>Kernel函數</vt:lpstr>
      <vt:lpstr>Kernel函數</vt:lpstr>
      <vt:lpstr>範例</vt:lpstr>
      <vt:lpstr>範例-使用多項式的SVM(LinearSVC, degree=3)</vt:lpstr>
      <vt:lpstr>範例-使用多項式的SVM(SVC with kernel, polynomial, RBF kernal)</vt:lpstr>
      <vt:lpstr>相似的特徵(高斯徑向基底函數, RBF)</vt:lpstr>
      <vt:lpstr>與Logistic regression之間的差異</vt:lpstr>
      <vt:lpstr>SVM是二元分類器</vt:lpstr>
      <vt:lpstr>多元分類問題</vt:lpstr>
      <vt:lpstr>Decision tree</vt:lpstr>
      <vt:lpstr>決策樹 </vt:lpstr>
      <vt:lpstr>分類問題-不同類型之節點分割</vt:lpstr>
      <vt:lpstr>分類問題-不同類型之節點分割</vt:lpstr>
      <vt:lpstr>屬性選擇指標</vt:lpstr>
      <vt:lpstr>希望獲得的資訊量要最大 經由分割後的資訊量要越小越好。</vt:lpstr>
      <vt:lpstr>那什麼是information</vt:lpstr>
      <vt:lpstr>來算數學吧</vt:lpstr>
      <vt:lpstr>Entroy</vt:lpstr>
      <vt:lpstr>Gini Impurity</vt:lpstr>
      <vt:lpstr>決策樹 11.Decision_Tree_sklearn_plot.py</vt:lpstr>
      <vt:lpstr>樹的修剪</vt:lpstr>
      <vt:lpstr>樹的修剪 11.Decision_Tree_sklearn_moon.py</vt:lpstr>
      <vt:lpstr>樹的不穩定性</vt:lpstr>
      <vt:lpstr>樹的不穩定性</vt:lpstr>
      <vt:lpstr>隨機森林(Random Forest)</vt:lpstr>
      <vt:lpstr>隨機森林(Random Forest)</vt:lpstr>
      <vt:lpstr>大數法則 當樣本數量越大時，樣本平均值會越接近期望值</vt:lpstr>
      <vt:lpstr>Ensemble的概念</vt:lpstr>
      <vt:lpstr>Ensemble的概念</vt:lpstr>
      <vt:lpstr>隨機森林(Random Forest)</vt:lpstr>
      <vt:lpstr>隨機森林(Random Forest)</vt:lpstr>
      <vt:lpstr>隨機森林(Random Forest)</vt:lpstr>
      <vt:lpstr>隨機森林(Random Forest)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SVM</dc:title>
  <dc:creator>里昂 林</dc:creator>
  <cp:lastModifiedBy>林俊杰</cp:lastModifiedBy>
  <cp:revision>57</cp:revision>
  <dcterms:created xsi:type="dcterms:W3CDTF">2021-10-05T08:53:58Z</dcterms:created>
  <dcterms:modified xsi:type="dcterms:W3CDTF">2025-10-20T05:46:43Z</dcterms:modified>
</cp:coreProperties>
</file>
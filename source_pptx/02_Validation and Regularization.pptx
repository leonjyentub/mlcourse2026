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372" r:id="rId6"/>
    <p:sldId id="373" r:id="rId7"/>
    <p:sldId id="374" r:id="rId8"/>
    <p:sldId id="278" r:id="rId9"/>
    <p:sldId id="279" r:id="rId10"/>
    <p:sldId id="275" r:id="rId11"/>
    <p:sldId id="375" r:id="rId12"/>
    <p:sldId id="277" r:id="rId13"/>
    <p:sldId id="280" r:id="rId14"/>
    <p:sldId id="366" r:id="rId15"/>
    <p:sldId id="368" r:id="rId16"/>
    <p:sldId id="376" r:id="rId17"/>
    <p:sldId id="377" r:id="rId18"/>
    <p:sldId id="370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40" autoAdjust="0"/>
    <p:restoredTop sz="95920"/>
  </p:normalViewPr>
  <p:slideViewPr>
    <p:cSldViewPr snapToGrid="0">
      <p:cViewPr varScale="1">
        <p:scale>
          <a:sx n="94" d="100"/>
          <a:sy n="94" d="100"/>
        </p:scale>
        <p:origin x="65" y="1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俊杰" userId="dcfdc803-95d8-409b-8404-351632be86e2" providerId="ADAL" clId="{8C391C4A-92AA-58F5-9320-38493568155F}"/>
    <pc:docChg chg="undo custSel addSld delSld modSld sldOrd">
      <pc:chgData name="林俊杰" userId="dcfdc803-95d8-409b-8404-351632be86e2" providerId="ADAL" clId="{8C391C4A-92AA-58F5-9320-38493568155F}" dt="2025-10-06T15:28:28.407" v="1015" actId="27636"/>
      <pc:docMkLst>
        <pc:docMk/>
      </pc:docMkLst>
      <pc:sldChg chg="del">
        <pc:chgData name="林俊杰" userId="dcfdc803-95d8-409b-8404-351632be86e2" providerId="ADAL" clId="{8C391C4A-92AA-58F5-9320-38493568155F}" dt="2025-10-06T14:23:33.240" v="244" actId="2696"/>
        <pc:sldMkLst>
          <pc:docMk/>
          <pc:sldMk cId="3134729808" sldId="276"/>
        </pc:sldMkLst>
      </pc:sldChg>
      <pc:sldChg chg="addSp delSp modSp mod">
        <pc:chgData name="林俊杰" userId="dcfdc803-95d8-409b-8404-351632be86e2" providerId="ADAL" clId="{8C391C4A-92AA-58F5-9320-38493568155F}" dt="2025-10-06T14:28:41.142" v="381" actId="1076"/>
        <pc:sldMkLst>
          <pc:docMk/>
          <pc:sldMk cId="2714241743" sldId="277"/>
        </pc:sldMkLst>
        <pc:spChg chg="mod">
          <ac:chgData name="林俊杰" userId="dcfdc803-95d8-409b-8404-351632be86e2" providerId="ADAL" clId="{8C391C4A-92AA-58F5-9320-38493568155F}" dt="2025-10-06T14:25:33.213" v="274"/>
          <ac:spMkLst>
            <pc:docMk/>
            <pc:sldMk cId="2714241743" sldId="277"/>
            <ac:spMk id="2" creationId="{7F2AA73A-02F6-4BCC-BD37-39FD63CB45CD}"/>
          </ac:spMkLst>
        </pc:spChg>
        <pc:spChg chg="mod">
          <ac:chgData name="林俊杰" userId="dcfdc803-95d8-409b-8404-351632be86e2" providerId="ADAL" clId="{8C391C4A-92AA-58F5-9320-38493568155F}" dt="2025-10-06T14:27:12.090" v="301" actId="27636"/>
          <ac:spMkLst>
            <pc:docMk/>
            <pc:sldMk cId="2714241743" sldId="277"/>
            <ac:spMk id="3" creationId="{73BE30DC-AF4D-43EB-8090-9862BDCF07A1}"/>
          </ac:spMkLst>
        </pc:spChg>
        <pc:spChg chg="add mod">
          <ac:chgData name="林俊杰" userId="dcfdc803-95d8-409b-8404-351632be86e2" providerId="ADAL" clId="{8C391C4A-92AA-58F5-9320-38493568155F}" dt="2025-10-06T14:28:41.142" v="381" actId="1076"/>
          <ac:spMkLst>
            <pc:docMk/>
            <pc:sldMk cId="2714241743" sldId="277"/>
            <ac:spMk id="5" creationId="{71F1EAEA-0AE6-82D2-BA3D-0CB68387314E}"/>
          </ac:spMkLst>
        </pc:spChg>
        <pc:picChg chg="add mod">
          <ac:chgData name="林俊杰" userId="dcfdc803-95d8-409b-8404-351632be86e2" providerId="ADAL" clId="{8C391C4A-92AA-58F5-9320-38493568155F}" dt="2025-10-06T14:26:47.870" v="284" actId="14100"/>
          <ac:picMkLst>
            <pc:docMk/>
            <pc:sldMk cId="2714241743" sldId="277"/>
            <ac:picMk id="4" creationId="{8208BF84-A7D1-C66B-187E-FBE5D228301B}"/>
          </ac:picMkLst>
        </pc:picChg>
        <pc:picChg chg="del">
          <ac:chgData name="林俊杰" userId="dcfdc803-95d8-409b-8404-351632be86e2" providerId="ADAL" clId="{8C391C4A-92AA-58F5-9320-38493568155F}" dt="2025-10-06T14:26:27.400" v="278" actId="478"/>
          <ac:picMkLst>
            <pc:docMk/>
            <pc:sldMk cId="2714241743" sldId="277"/>
            <ac:picMk id="5122" creationId="{AB2D29C9-A718-455F-BCB0-15AA1D24324D}"/>
          </ac:picMkLst>
        </pc:picChg>
      </pc:sldChg>
      <pc:sldChg chg="addSp delSp modSp mod">
        <pc:chgData name="林俊杰" userId="dcfdc803-95d8-409b-8404-351632be86e2" providerId="ADAL" clId="{8C391C4A-92AA-58F5-9320-38493568155F}" dt="2025-10-06T15:14:21.947" v="652" actId="1076"/>
        <pc:sldMkLst>
          <pc:docMk/>
          <pc:sldMk cId="2825630429" sldId="280"/>
        </pc:sldMkLst>
        <pc:spChg chg="mod">
          <ac:chgData name="林俊杰" userId="dcfdc803-95d8-409b-8404-351632be86e2" providerId="ADAL" clId="{8C391C4A-92AA-58F5-9320-38493568155F}" dt="2025-10-06T15:03:34.721" v="415"/>
          <ac:spMkLst>
            <pc:docMk/>
            <pc:sldMk cId="2825630429" sldId="280"/>
            <ac:spMk id="2" creationId="{39745202-9101-4A64-B90A-23A962D18FEA}"/>
          </ac:spMkLst>
        </pc:spChg>
        <pc:spChg chg="mod">
          <ac:chgData name="林俊杰" userId="dcfdc803-95d8-409b-8404-351632be86e2" providerId="ADAL" clId="{8C391C4A-92AA-58F5-9320-38493568155F}" dt="2025-10-06T15:13:53.286" v="645" actId="114"/>
          <ac:spMkLst>
            <pc:docMk/>
            <pc:sldMk cId="2825630429" sldId="280"/>
            <ac:spMk id="3" creationId="{4084C6DD-2486-49DD-A0B8-A3649FA514DD}"/>
          </ac:spMkLst>
        </pc:spChg>
        <pc:spChg chg="add del mod">
          <ac:chgData name="林俊杰" userId="dcfdc803-95d8-409b-8404-351632be86e2" providerId="ADAL" clId="{8C391C4A-92AA-58F5-9320-38493568155F}" dt="2025-10-06T15:07:22.341" v="534" actId="478"/>
          <ac:spMkLst>
            <pc:docMk/>
            <pc:sldMk cId="2825630429" sldId="280"/>
            <ac:spMk id="6" creationId="{722448BD-66D8-3527-742D-1D2A679F776F}"/>
          </ac:spMkLst>
        </pc:spChg>
        <pc:spChg chg="add del mod">
          <ac:chgData name="林俊杰" userId="dcfdc803-95d8-409b-8404-351632be86e2" providerId="ADAL" clId="{8C391C4A-92AA-58F5-9320-38493568155F}" dt="2025-10-06T15:08:10.428" v="555" actId="478"/>
          <ac:spMkLst>
            <pc:docMk/>
            <pc:sldMk cId="2825630429" sldId="280"/>
            <ac:spMk id="7" creationId="{1721082F-69EB-905F-1051-93921E22FC9E}"/>
          </ac:spMkLst>
        </pc:spChg>
        <pc:spChg chg="add mod">
          <ac:chgData name="林俊杰" userId="dcfdc803-95d8-409b-8404-351632be86e2" providerId="ADAL" clId="{8C391C4A-92AA-58F5-9320-38493568155F}" dt="2025-10-06T15:14:17.582" v="651" actId="1076"/>
          <ac:spMkLst>
            <pc:docMk/>
            <pc:sldMk cId="2825630429" sldId="280"/>
            <ac:spMk id="8" creationId="{AD1B4F19-50B2-4121-BE9E-0CFE3C3E026E}"/>
          </ac:spMkLst>
        </pc:spChg>
        <pc:spChg chg="add del mod">
          <ac:chgData name="林俊杰" userId="dcfdc803-95d8-409b-8404-351632be86e2" providerId="ADAL" clId="{8C391C4A-92AA-58F5-9320-38493568155F}" dt="2025-10-06T15:11:06.255" v="594" actId="478"/>
          <ac:spMkLst>
            <pc:docMk/>
            <pc:sldMk cId="2825630429" sldId="280"/>
            <ac:spMk id="9" creationId="{9689610F-3FE2-6961-B617-EB9B1A50904B}"/>
          </ac:spMkLst>
        </pc:spChg>
        <pc:spChg chg="add del mod">
          <ac:chgData name="林俊杰" userId="dcfdc803-95d8-409b-8404-351632be86e2" providerId="ADAL" clId="{8C391C4A-92AA-58F5-9320-38493568155F}" dt="2025-10-06T15:11:51.072" v="608" actId="478"/>
          <ac:spMkLst>
            <pc:docMk/>
            <pc:sldMk cId="2825630429" sldId="280"/>
            <ac:spMk id="10" creationId="{B7E2D675-DBDE-B818-D8ED-F59C8239B935}"/>
          </ac:spMkLst>
        </pc:spChg>
        <pc:spChg chg="add del mod">
          <ac:chgData name="林俊杰" userId="dcfdc803-95d8-409b-8404-351632be86e2" providerId="ADAL" clId="{8C391C4A-92AA-58F5-9320-38493568155F}" dt="2025-10-06T15:12:13.885" v="614" actId="478"/>
          <ac:spMkLst>
            <pc:docMk/>
            <pc:sldMk cId="2825630429" sldId="280"/>
            <ac:spMk id="11" creationId="{50566322-AB6F-F300-FE0E-83E3F8999355}"/>
          </ac:spMkLst>
        </pc:spChg>
        <pc:spChg chg="add mod">
          <ac:chgData name="林俊杰" userId="dcfdc803-95d8-409b-8404-351632be86e2" providerId="ADAL" clId="{8C391C4A-92AA-58F5-9320-38493568155F}" dt="2025-10-06T15:14:21.947" v="652" actId="1076"/>
          <ac:spMkLst>
            <pc:docMk/>
            <pc:sldMk cId="2825630429" sldId="280"/>
            <ac:spMk id="13" creationId="{62761D75-2141-4066-F8C9-B910F92E3AC1}"/>
          </ac:spMkLst>
        </pc:spChg>
        <pc:picChg chg="del mod">
          <ac:chgData name="林俊杰" userId="dcfdc803-95d8-409b-8404-351632be86e2" providerId="ADAL" clId="{8C391C4A-92AA-58F5-9320-38493568155F}" dt="2025-10-06T15:13:28.301" v="640" actId="478"/>
          <ac:picMkLst>
            <pc:docMk/>
            <pc:sldMk cId="2825630429" sldId="280"/>
            <ac:picMk id="4" creationId="{6C8CCBB7-C7D7-48D3-9DAF-7DF19341304E}"/>
          </ac:picMkLst>
        </pc:picChg>
        <pc:picChg chg="add del mod">
          <ac:chgData name="林俊杰" userId="dcfdc803-95d8-409b-8404-351632be86e2" providerId="ADAL" clId="{8C391C4A-92AA-58F5-9320-38493568155F}" dt="2025-10-06T15:06:22.514" v="513" actId="478"/>
          <ac:picMkLst>
            <pc:docMk/>
            <pc:sldMk cId="2825630429" sldId="280"/>
            <ac:picMk id="5" creationId="{D4AD2949-21BE-4F3A-834A-9CDFDD7ADE62}"/>
          </ac:picMkLst>
        </pc:picChg>
      </pc:sldChg>
      <pc:sldChg chg="del ord">
        <pc:chgData name="林俊杰" userId="dcfdc803-95d8-409b-8404-351632be86e2" providerId="ADAL" clId="{8C391C4A-92AA-58F5-9320-38493568155F}" dt="2025-10-06T15:20:53.391" v="909" actId="2696"/>
        <pc:sldMkLst>
          <pc:docMk/>
          <pc:sldMk cId="2534327789" sldId="282"/>
        </pc:sldMkLst>
      </pc:sldChg>
      <pc:sldChg chg="del">
        <pc:chgData name="林俊杰" userId="dcfdc803-95d8-409b-8404-351632be86e2" providerId="ADAL" clId="{8C391C4A-92AA-58F5-9320-38493568155F}" dt="2025-10-06T15:20:54.956" v="910" actId="2696"/>
        <pc:sldMkLst>
          <pc:docMk/>
          <pc:sldMk cId="2858263865" sldId="311"/>
        </pc:sldMkLst>
      </pc:sldChg>
      <pc:sldChg chg="modSp del mod">
        <pc:chgData name="林俊杰" userId="dcfdc803-95d8-409b-8404-351632be86e2" providerId="ADAL" clId="{8C391C4A-92AA-58F5-9320-38493568155F}" dt="2025-10-06T15:03:00.440" v="409" actId="2696"/>
        <pc:sldMkLst>
          <pc:docMk/>
          <pc:sldMk cId="1768165046" sldId="324"/>
        </pc:sldMkLst>
        <pc:spChg chg="mod">
          <ac:chgData name="林俊杰" userId="dcfdc803-95d8-409b-8404-351632be86e2" providerId="ADAL" clId="{8C391C4A-92AA-58F5-9320-38493568155F}" dt="2025-10-06T15:02:15.783" v="388" actId="20577"/>
          <ac:spMkLst>
            <pc:docMk/>
            <pc:sldMk cId="1768165046" sldId="324"/>
            <ac:spMk id="2" creationId="{33C5D7A5-319C-1CB4-F3E6-163BF9316CF3}"/>
          </ac:spMkLst>
        </pc:spChg>
      </pc:sldChg>
      <pc:sldChg chg="modSp mod">
        <pc:chgData name="林俊杰" userId="dcfdc803-95d8-409b-8404-351632be86e2" providerId="ADAL" clId="{8C391C4A-92AA-58F5-9320-38493568155F}" dt="2025-10-06T15:15:14.722" v="721" actId="20577"/>
        <pc:sldMkLst>
          <pc:docMk/>
          <pc:sldMk cId="2403361934" sldId="366"/>
        </pc:sldMkLst>
        <pc:spChg chg="mod">
          <ac:chgData name="林俊杰" userId="dcfdc803-95d8-409b-8404-351632be86e2" providerId="ADAL" clId="{8C391C4A-92AA-58F5-9320-38493568155F}" dt="2025-10-06T15:15:14.722" v="721" actId="20577"/>
          <ac:spMkLst>
            <pc:docMk/>
            <pc:sldMk cId="2403361934" sldId="366"/>
            <ac:spMk id="3" creationId="{F46E8DDB-3E79-458E-AF74-CC179BEE2621}"/>
          </ac:spMkLst>
        </pc:spChg>
      </pc:sldChg>
      <pc:sldChg chg="add del">
        <pc:chgData name="林俊杰" userId="dcfdc803-95d8-409b-8404-351632be86e2" providerId="ADAL" clId="{8C391C4A-92AA-58F5-9320-38493568155F}" dt="2025-10-06T15:20:58.356" v="911" actId="2696"/>
        <pc:sldMkLst>
          <pc:docMk/>
          <pc:sldMk cId="2220969652" sldId="369"/>
        </pc:sldMkLst>
      </pc:sldChg>
      <pc:sldChg chg="addSp delSp modSp mod chgLayout">
        <pc:chgData name="林俊杰" userId="dcfdc803-95d8-409b-8404-351632be86e2" providerId="ADAL" clId="{8C391C4A-92AA-58F5-9320-38493568155F}" dt="2025-10-06T14:17:01.856" v="0" actId="6264"/>
        <pc:sldMkLst>
          <pc:docMk/>
          <pc:sldMk cId="2970703674" sldId="374"/>
        </pc:sldMkLst>
        <pc:spChg chg="mod ord">
          <ac:chgData name="林俊杰" userId="dcfdc803-95d8-409b-8404-351632be86e2" providerId="ADAL" clId="{8C391C4A-92AA-58F5-9320-38493568155F}" dt="2025-10-06T14:17:01.856" v="0" actId="6264"/>
          <ac:spMkLst>
            <pc:docMk/>
            <pc:sldMk cId="2970703674" sldId="374"/>
            <ac:spMk id="2" creationId="{B0C49ED2-847E-CD62-C14A-479DD7B42BE4}"/>
          </ac:spMkLst>
        </pc:spChg>
        <pc:spChg chg="mod ord">
          <ac:chgData name="林俊杰" userId="dcfdc803-95d8-409b-8404-351632be86e2" providerId="ADAL" clId="{8C391C4A-92AA-58F5-9320-38493568155F}" dt="2025-10-06T14:17:01.856" v="0" actId="6264"/>
          <ac:spMkLst>
            <pc:docMk/>
            <pc:sldMk cId="2970703674" sldId="374"/>
            <ac:spMk id="3" creationId="{570C48A1-9BEF-CAB3-7219-4CF866B61612}"/>
          </ac:spMkLst>
        </pc:spChg>
        <pc:spChg chg="add del mod">
          <ac:chgData name="林俊杰" userId="dcfdc803-95d8-409b-8404-351632be86e2" providerId="ADAL" clId="{8C391C4A-92AA-58F5-9320-38493568155F}" dt="2025-10-06T14:17:01.856" v="0" actId="6264"/>
          <ac:spMkLst>
            <pc:docMk/>
            <pc:sldMk cId="2970703674" sldId="374"/>
            <ac:spMk id="4" creationId="{B0AA97AD-1EE2-5E25-FC54-CB251FECEFAF}"/>
          </ac:spMkLst>
        </pc:spChg>
        <pc:spChg chg="add del mod">
          <ac:chgData name="林俊杰" userId="dcfdc803-95d8-409b-8404-351632be86e2" providerId="ADAL" clId="{8C391C4A-92AA-58F5-9320-38493568155F}" dt="2025-10-06T14:17:01.856" v="0" actId="6264"/>
          <ac:spMkLst>
            <pc:docMk/>
            <pc:sldMk cId="2970703674" sldId="374"/>
            <ac:spMk id="5" creationId="{177D2359-7AE4-6CBA-9A11-766AE7CEA289}"/>
          </ac:spMkLst>
        </pc:spChg>
      </pc:sldChg>
      <pc:sldChg chg="addSp delSp modSp new mod">
        <pc:chgData name="林俊杰" userId="dcfdc803-95d8-409b-8404-351632be86e2" providerId="ADAL" clId="{8C391C4A-92AA-58F5-9320-38493568155F}" dt="2025-10-06T14:24:54.294" v="272" actId="208"/>
        <pc:sldMkLst>
          <pc:docMk/>
          <pc:sldMk cId="3221333310" sldId="375"/>
        </pc:sldMkLst>
        <pc:spChg chg="mod">
          <ac:chgData name="林俊杰" userId="dcfdc803-95d8-409b-8404-351632be86e2" providerId="ADAL" clId="{8C391C4A-92AA-58F5-9320-38493568155F}" dt="2025-10-06T14:17:56.750" v="2"/>
          <ac:spMkLst>
            <pc:docMk/>
            <pc:sldMk cId="3221333310" sldId="375"/>
            <ac:spMk id="2" creationId="{26FADF71-E2C8-DE59-78D6-18EDDF6B4E6E}"/>
          </ac:spMkLst>
        </pc:spChg>
        <pc:spChg chg="mod">
          <ac:chgData name="林俊杰" userId="dcfdc803-95d8-409b-8404-351632be86e2" providerId="ADAL" clId="{8C391C4A-92AA-58F5-9320-38493568155F}" dt="2025-10-06T14:23:25.363" v="243" actId="20577"/>
          <ac:spMkLst>
            <pc:docMk/>
            <pc:sldMk cId="3221333310" sldId="375"/>
            <ac:spMk id="3" creationId="{93BB9749-3CDF-5F2D-8D94-17B94E9904DB}"/>
          </ac:spMkLst>
        </pc:spChg>
        <pc:spChg chg="add del">
          <ac:chgData name="林俊杰" userId="dcfdc803-95d8-409b-8404-351632be86e2" providerId="ADAL" clId="{8C391C4A-92AA-58F5-9320-38493568155F}" dt="2025-10-06T14:23:46.811" v="246" actId="22"/>
          <ac:spMkLst>
            <pc:docMk/>
            <pc:sldMk cId="3221333310" sldId="375"/>
            <ac:spMk id="8" creationId="{0C33BCD5-B63D-AE9D-C031-D609AAD545F1}"/>
          </ac:spMkLst>
        </pc:spChg>
        <pc:spChg chg="add mod">
          <ac:chgData name="林俊杰" userId="dcfdc803-95d8-409b-8404-351632be86e2" providerId="ADAL" clId="{8C391C4A-92AA-58F5-9320-38493568155F}" dt="2025-10-06T14:24:54.294" v="272" actId="208"/>
          <ac:spMkLst>
            <pc:docMk/>
            <pc:sldMk cId="3221333310" sldId="375"/>
            <ac:spMk id="10" creationId="{9BEFA593-D3ED-E15A-5DEB-B48574750B1B}"/>
          </ac:spMkLst>
        </pc:spChg>
        <pc:picChg chg="add del mod">
          <ac:chgData name="林俊杰" userId="dcfdc803-95d8-409b-8404-351632be86e2" providerId="ADAL" clId="{8C391C4A-92AA-58F5-9320-38493568155F}" dt="2025-10-06T14:22:02.348" v="190" actId="478"/>
          <ac:picMkLst>
            <pc:docMk/>
            <pc:sldMk cId="3221333310" sldId="375"/>
            <ac:picMk id="4" creationId="{3B83CC9F-5A89-943E-3F2A-D9F2F4DFB09F}"/>
          </ac:picMkLst>
        </pc:picChg>
        <pc:picChg chg="add">
          <ac:chgData name="林俊杰" userId="dcfdc803-95d8-409b-8404-351632be86e2" providerId="ADAL" clId="{8C391C4A-92AA-58F5-9320-38493568155F}" dt="2025-10-06T14:22:02.761" v="191"/>
          <ac:picMkLst>
            <pc:docMk/>
            <pc:sldMk cId="3221333310" sldId="375"/>
            <ac:picMk id="5" creationId="{1C6BE4E7-5BFF-6A26-C042-D44315B64FB9}"/>
          </ac:picMkLst>
        </pc:picChg>
        <pc:picChg chg="add mod">
          <ac:chgData name="林俊杰" userId="dcfdc803-95d8-409b-8404-351632be86e2" providerId="ADAL" clId="{8C391C4A-92AA-58F5-9320-38493568155F}" dt="2025-10-06T14:22:57.464" v="197" actId="208"/>
          <ac:picMkLst>
            <pc:docMk/>
            <pc:sldMk cId="3221333310" sldId="375"/>
            <ac:picMk id="6" creationId="{934206D1-4CD1-68F7-6F1E-C56E9C4B40D4}"/>
          </ac:picMkLst>
        </pc:picChg>
      </pc:sldChg>
      <pc:sldChg chg="addSp modSp new mod">
        <pc:chgData name="林俊杰" userId="dcfdc803-95d8-409b-8404-351632be86e2" providerId="ADAL" clId="{8C391C4A-92AA-58F5-9320-38493568155F}" dt="2025-10-06T15:18:50.286" v="834" actId="1076"/>
        <pc:sldMkLst>
          <pc:docMk/>
          <pc:sldMk cId="999629216" sldId="376"/>
        </pc:sldMkLst>
        <pc:spChg chg="mod">
          <ac:chgData name="林俊杰" userId="dcfdc803-95d8-409b-8404-351632be86e2" providerId="ADAL" clId="{8C391C4A-92AA-58F5-9320-38493568155F}" dt="2025-10-06T15:16:49.643" v="748"/>
          <ac:spMkLst>
            <pc:docMk/>
            <pc:sldMk cId="999629216" sldId="376"/>
            <ac:spMk id="2" creationId="{C5A5905C-E6B6-4A9E-E222-FC2AE8AA78F9}"/>
          </ac:spMkLst>
        </pc:spChg>
        <pc:spChg chg="mod">
          <ac:chgData name="林俊杰" userId="dcfdc803-95d8-409b-8404-351632be86e2" providerId="ADAL" clId="{8C391C4A-92AA-58F5-9320-38493568155F}" dt="2025-10-06T15:18:15.701" v="826" actId="20577"/>
          <ac:spMkLst>
            <pc:docMk/>
            <pc:sldMk cId="999629216" sldId="376"/>
            <ac:spMk id="3" creationId="{FCEF020A-338B-10DB-4B36-2CFD715EC8C1}"/>
          </ac:spMkLst>
        </pc:spChg>
        <pc:picChg chg="add mod">
          <ac:chgData name="林俊杰" userId="dcfdc803-95d8-409b-8404-351632be86e2" providerId="ADAL" clId="{8C391C4A-92AA-58F5-9320-38493568155F}" dt="2025-10-06T15:18:48.095" v="833" actId="1076"/>
          <ac:picMkLst>
            <pc:docMk/>
            <pc:sldMk cId="999629216" sldId="376"/>
            <ac:picMk id="4" creationId="{EA8CF764-4514-54BE-0AE9-43A69D9CC395}"/>
          </ac:picMkLst>
        </pc:picChg>
        <pc:picChg chg="add mod">
          <ac:chgData name="林俊杰" userId="dcfdc803-95d8-409b-8404-351632be86e2" providerId="ADAL" clId="{8C391C4A-92AA-58F5-9320-38493568155F}" dt="2025-10-06T15:18:50.286" v="834" actId="1076"/>
          <ac:picMkLst>
            <pc:docMk/>
            <pc:sldMk cId="999629216" sldId="376"/>
            <ac:picMk id="5" creationId="{59006B0E-3722-74E9-4844-263FDF585C46}"/>
          </ac:picMkLst>
        </pc:picChg>
      </pc:sldChg>
      <pc:sldChg chg="modSp new del mod">
        <pc:chgData name="林俊杰" userId="dcfdc803-95d8-409b-8404-351632be86e2" providerId="ADAL" clId="{8C391C4A-92AA-58F5-9320-38493568155F}" dt="2025-10-06T15:16:14.292" v="744" actId="680"/>
        <pc:sldMkLst>
          <pc:docMk/>
          <pc:sldMk cId="3107652601" sldId="376"/>
        </pc:sldMkLst>
        <pc:spChg chg="mod">
          <ac:chgData name="林俊杰" userId="dcfdc803-95d8-409b-8404-351632be86e2" providerId="ADAL" clId="{8C391C4A-92AA-58F5-9320-38493568155F}" dt="2025-10-06T15:16:13.117" v="743" actId="20577"/>
          <ac:spMkLst>
            <pc:docMk/>
            <pc:sldMk cId="3107652601" sldId="376"/>
            <ac:spMk id="2" creationId="{47580B01-E575-3CAA-0E0C-D42106658F25}"/>
          </ac:spMkLst>
        </pc:spChg>
      </pc:sldChg>
      <pc:sldChg chg="addSp modSp new mod">
        <pc:chgData name="林俊杰" userId="dcfdc803-95d8-409b-8404-351632be86e2" providerId="ADAL" clId="{8C391C4A-92AA-58F5-9320-38493568155F}" dt="2025-10-06T15:28:28.407" v="1015" actId="27636"/>
        <pc:sldMkLst>
          <pc:docMk/>
          <pc:sldMk cId="2174240166" sldId="377"/>
        </pc:sldMkLst>
        <pc:spChg chg="mod">
          <ac:chgData name="林俊杰" userId="dcfdc803-95d8-409b-8404-351632be86e2" providerId="ADAL" clId="{8C391C4A-92AA-58F5-9320-38493568155F}" dt="2025-10-06T15:20:07.807" v="864" actId="20577"/>
          <ac:spMkLst>
            <pc:docMk/>
            <pc:sldMk cId="2174240166" sldId="377"/>
            <ac:spMk id="2" creationId="{E70B7EE3-F382-3D46-7104-C40BC4590C72}"/>
          </ac:spMkLst>
        </pc:spChg>
        <pc:spChg chg="mod">
          <ac:chgData name="林俊杰" userId="dcfdc803-95d8-409b-8404-351632be86e2" providerId="ADAL" clId="{8C391C4A-92AA-58F5-9320-38493568155F}" dt="2025-10-06T15:28:28.407" v="1015" actId="27636"/>
          <ac:spMkLst>
            <pc:docMk/>
            <pc:sldMk cId="2174240166" sldId="377"/>
            <ac:spMk id="3" creationId="{B78F50AC-0229-CFF1-17C1-A821A268222A}"/>
          </ac:spMkLst>
        </pc:spChg>
        <pc:spChg chg="add mod">
          <ac:chgData name="林俊杰" userId="dcfdc803-95d8-409b-8404-351632be86e2" providerId="ADAL" clId="{8C391C4A-92AA-58F5-9320-38493568155F}" dt="2025-10-06T15:28:22.435" v="1013" actId="207"/>
          <ac:spMkLst>
            <pc:docMk/>
            <pc:sldMk cId="2174240166" sldId="377"/>
            <ac:spMk id="5" creationId="{A9DCC39E-5AC6-68B4-ABEA-EE41AEBA5FFF}"/>
          </ac:spMkLst>
        </pc:spChg>
      </pc:sldChg>
    </pc:docChg>
  </pc:docChgLst>
  <pc:docChgLst>
    <pc:chgData name="林俊杰" userId="dcfdc803-95d8-409b-8404-351632be86e2" providerId="ADAL" clId="{6AC46AA1-7E1B-448F-BD33-16138013D8A8}"/>
    <pc:docChg chg="modSld">
      <pc:chgData name="林俊杰" userId="dcfdc803-95d8-409b-8404-351632be86e2" providerId="ADAL" clId="{6AC46AA1-7E1B-448F-BD33-16138013D8A8}" dt="2025-10-09T06:22:26.784" v="24" actId="1036"/>
      <pc:docMkLst>
        <pc:docMk/>
      </pc:docMkLst>
      <pc:sldChg chg="modSp mod">
        <pc:chgData name="林俊杰" userId="dcfdc803-95d8-409b-8404-351632be86e2" providerId="ADAL" clId="{6AC46AA1-7E1B-448F-BD33-16138013D8A8}" dt="2025-10-09T06:22:26.784" v="24" actId="1036"/>
        <pc:sldMkLst>
          <pc:docMk/>
          <pc:sldMk cId="999629216" sldId="376"/>
        </pc:sldMkLst>
        <pc:spChg chg="mod">
          <ac:chgData name="林俊杰" userId="dcfdc803-95d8-409b-8404-351632be86e2" providerId="ADAL" clId="{6AC46AA1-7E1B-448F-BD33-16138013D8A8}" dt="2025-10-09T06:22:22.003" v="2" actId="20577"/>
          <ac:spMkLst>
            <pc:docMk/>
            <pc:sldMk cId="999629216" sldId="376"/>
            <ac:spMk id="3" creationId="{FCEF020A-338B-10DB-4B36-2CFD715EC8C1}"/>
          </ac:spMkLst>
        </pc:spChg>
        <pc:picChg chg="mod">
          <ac:chgData name="林俊杰" userId="dcfdc803-95d8-409b-8404-351632be86e2" providerId="ADAL" clId="{6AC46AA1-7E1B-448F-BD33-16138013D8A8}" dt="2025-10-09T06:22:26.784" v="24" actId="1036"/>
          <ac:picMkLst>
            <pc:docMk/>
            <pc:sldMk cId="999629216" sldId="376"/>
            <ac:picMk id="4" creationId="{EA8CF764-4514-54BE-0AE9-43A69D9CC395}"/>
          </ac:picMkLst>
        </pc:picChg>
        <pc:picChg chg="mod">
          <ac:chgData name="林俊杰" userId="dcfdc803-95d8-409b-8404-351632be86e2" providerId="ADAL" clId="{6AC46AA1-7E1B-448F-BD33-16138013D8A8}" dt="2025-10-09T06:22:26.784" v="24" actId="1036"/>
          <ac:picMkLst>
            <pc:docMk/>
            <pc:sldMk cId="999629216" sldId="376"/>
            <ac:picMk id="5" creationId="{59006B0E-3722-74E9-4844-263FDF585C4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63AF7C49-B345-41CB-8663-FDD76F1364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B4A6779-3279-4646-B36C-02BA95634C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5B994-01AA-4FC2-B3EB-72022ADD847F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95CB635-FAEB-4433-B3A9-2F06182521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5FAD56D-DC8C-4FC0-AEAF-13F6E38E77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5648FD-1BFE-4574-9466-624AE33A14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78630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58919-F6E1-3145-AA63-73FA40344B2E}" type="datetimeFigureOut">
              <a:rPr kumimoji="1" lang="zh-TW" altLang="en-US" smtClean="0"/>
              <a:t>2025/10/9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45D79-463A-364A-977B-8E8D52F0B8D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49073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45D79-463A-364A-977B-8E8D52F0B8DA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07933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45D79-463A-364A-977B-8E8D52F0B8DA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40064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45D79-463A-364A-977B-8E8D52F0B8DA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6329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45D79-463A-364A-977B-8E8D52F0B8DA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95984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45D79-463A-364A-977B-8E8D52F0B8DA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70643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45D79-463A-364A-977B-8E8D52F0B8DA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72934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AC6A69-D000-47F5-87C7-50F0FB77C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C95AFE4-A08E-4715-B07C-630846357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266499-74FD-4591-9D32-9DCF0F704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F3EF0-28EF-411E-9127-36FDEA5B4532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15888A-1783-4D48-AA78-CE994116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EB4316-20F2-4AC8-89FA-921A72FB0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9EC4-1F07-40E6-8CFE-1F840F2AC1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150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0658CF-9392-4A1D-B16D-92DFB717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A006BC-1567-4AFC-A6B7-0C09B2075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  <a:lvl2pPr>
              <a:defRPr>
                <a:latin typeface="思源黑體" panose="020B0500000000000000" pitchFamily="34" charset="-120"/>
                <a:ea typeface="思源黑體" panose="020B0500000000000000" pitchFamily="34" charset="-120"/>
              </a:defRPr>
            </a:lvl2pPr>
            <a:lvl3pPr>
              <a:defRPr>
                <a:latin typeface="思源黑體" panose="020B0500000000000000" pitchFamily="34" charset="-120"/>
                <a:ea typeface="思源黑體" panose="020B0500000000000000" pitchFamily="34" charset="-120"/>
              </a:defRPr>
            </a:lvl3pPr>
            <a:lvl4pPr>
              <a:defRPr>
                <a:latin typeface="思源黑體" panose="020B0500000000000000" pitchFamily="34" charset="-120"/>
                <a:ea typeface="思源黑體" panose="020B0500000000000000" pitchFamily="34" charset="-120"/>
              </a:defRPr>
            </a:lvl4pPr>
            <a:lvl5pPr>
              <a:defRPr>
                <a:latin typeface="思源黑體" panose="020B0500000000000000" pitchFamily="34" charset="-120"/>
                <a:ea typeface="思源黑體" panose="020B0500000000000000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7938B3-6B22-4B28-9990-06097EE72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fld id="{429792E8-0845-4764-8D7F-1092F11C6FAE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C73435-B122-4E3B-99AF-3EC58589F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C174A9-600C-4D2C-AF02-55BE0F96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fld id="{4DF79EC4-1F07-40E6-8CFE-1F840F2AC11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444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3D3F57-9243-462C-AE40-694B96E0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F37242-13A0-4B16-A7B1-A2759EC66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24ED3B-BECC-46B8-A355-A103C5A0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7126-BE43-4220-9C07-6722DC4E2099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8A17F2-3F77-4CC9-877B-F1DBC8E6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EF390E-9635-4C31-8CE3-9974F55F9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9EC4-1F07-40E6-8CFE-1F840F2AC1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04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DF18E0-E08A-4E81-AC80-5E5B882BB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0CED53-434D-4711-A55B-CB1C61A63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CEEDF3B-E3F2-4411-A7A7-031A5E528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173D7F-9166-4AF9-9C07-DB70FBB7D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C6A3-9DF2-459B-BC18-E187F0140FB1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65FCDA4-8384-4832-A298-3BE0DBD1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2D7ED1E-7AFD-4FC3-84D9-D3C38439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9EC4-1F07-40E6-8CFE-1F840F2AC1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01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982B51-C579-4A98-A778-D2AEC348C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16A587-48EA-4812-907E-522C41686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15A9CA9-182B-42B3-9276-F34C63871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9D3F0C6-2153-4771-B7EE-110DF17D4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F753CC6-E703-4B4A-8A39-2A3FAB307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6BF78A8-CE4C-4554-8B8C-FFFBE2BFA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C4D70-E2DB-4D4F-89E8-873E0780D5FB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FAC451C-67D9-4750-A129-B4E8A5AE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740E69F-F85B-4720-AA94-FF8A736F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9EC4-1F07-40E6-8CFE-1F840F2AC1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05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D10C3E-FE9C-4883-9632-14FE3940A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09C3ABC-CBB4-41A8-8BCC-4A5F85CD8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2D1DE-06E1-4B6E-AFCB-5B76F67847DD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325DE7B-6748-4A2B-925F-24B49D40C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10F610-F8AF-4ED4-A175-3232736E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9EC4-1F07-40E6-8CFE-1F840F2AC1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6741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F5985F9-26D0-4A67-975F-4BE2A1BCA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2AE6E-5B0F-4CA3-826B-CE339022C0F9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6AFD4CC-FDE3-49CB-9466-2733F2F6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CB342D-6669-4E3C-A0AE-E68D12BD2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9EC4-1F07-40E6-8CFE-1F840F2AC1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965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25560F-790E-410A-9DA7-7800743BC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544A66-BC4F-46D5-BFD1-3F2CFCD6F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09947E6-6DFF-41EF-9108-62FE70DF9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A5693FD-103B-47CB-95E0-A6B0E5BC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5734-E7FA-430C-86D7-4F2C322F9C64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51ABD5-206D-4813-95B1-34348284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2FA2AA-9E9B-42D3-946A-88E987AF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9EC4-1F07-40E6-8CFE-1F840F2AC1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818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AFB5DD-1401-464C-A321-05612056A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2E34A71-6E49-4920-A059-2A798EFFD9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B593DD-3766-407D-B845-7C0B10C05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0DC808D-D0CD-4B78-AFC6-6D3CB562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E05C2-7ACC-45E3-815E-64E61F11387F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E0C3AE-FF20-479D-880A-44D572B9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F0E241-4A1F-437B-B248-9BAA68C2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9EC4-1F07-40E6-8CFE-1F840F2AC1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2245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850EFA-9A78-4D27-9BF9-0CF20EFCB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735EB55-EA23-4D62-90BC-E1BCD700F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C823EA-D81E-478F-A876-48BED7C5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61F8-9316-4D88-A71C-A7555E8F4D11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C2FFF2-CC86-45B3-A989-045986F5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2AD0D6-D4C2-414C-B9F1-DF17A4D8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9EC4-1F07-40E6-8CFE-1F840F2AC1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247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577A243-F7A8-49A7-89E3-3088F6E61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8A4709-DFFB-4004-A106-8F3EF0313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13BD21-1CDA-4A0A-9A50-CBB2B174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994E6-A538-475C-932C-34581CE384AC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4A882D-D933-4F4E-8FCA-8D650C1E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C93C59-BD8C-4869-AAE9-1EFC02D24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9EC4-1F07-40E6-8CFE-1F840F2AC1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113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DB6EA4-C8D8-4A6A-AB0C-89737B91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E33100-CEC0-4881-BF82-E6820DB2F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D4CB6B-362B-4224-BD5F-7491405F5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6B00B-789A-4C0A-90E0-5196777D4D9E}" type="datetime1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4E85AE-9076-4418-9C66-BC76DD0F2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CB3078-2E7C-46FA-B4FC-44EFD3EFF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79EC4-1F07-40E6-8CFE-1F840F2AC1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8800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thelp.ithome.com.tw/articles/1024055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cikit-learn.org/stable/modules/cross_validation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60FA62-1B33-4AFA-9D7F-3FD2A81A06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驗證與正則化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79FAFD-2C79-41C2-9874-F0F2C38A9F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3589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780D67-F803-B0D5-3525-824B423D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什麼是驗證？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2F9657-96EB-B091-78C2-FCD06C4D6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TW" altLang="en-US" dirty="0"/>
              <a:t>模型的目的不是記住資料，而是對未知資料表現良好（泛化）</a:t>
            </a:r>
          </a:p>
          <a:p>
            <a:r>
              <a:rPr lang="zh-TW" altLang="en-US" dirty="0"/>
              <a:t>泛化能力（</a:t>
            </a:r>
            <a:r>
              <a:rPr lang="en" altLang="zh-TW" dirty="0"/>
              <a:t>Generalization</a:t>
            </a:r>
            <a:r>
              <a:rPr lang="zh-TW" altLang="en" dirty="0"/>
              <a:t>）</a:t>
            </a:r>
            <a:r>
              <a:rPr lang="zh-TW" altLang="en-US" dirty="0"/>
              <a:t>才是模型好壞的關鍵</a:t>
            </a:r>
          </a:p>
          <a:p>
            <a:r>
              <a:rPr lang="zh-TW" altLang="en-US" dirty="0"/>
              <a:t>我們需要可靠地估計模型對未知資料的表現</a:t>
            </a:r>
            <a:endParaRPr lang="en-US" altLang="zh-TW" dirty="0"/>
          </a:p>
          <a:p>
            <a:r>
              <a:rPr lang="zh-TW" altLang="en-US" dirty="0"/>
              <a:t>也就是訓練模型時不能只觀察訓練集的表現</a:t>
            </a:r>
          </a:p>
          <a:p>
            <a:endParaRPr lang="zh-TW" altLang="en-US" dirty="0"/>
          </a:p>
        </p:txBody>
      </p:sp>
      <p:pic>
        <p:nvPicPr>
          <p:cNvPr id="2050" name="Picture 2" descr="Training &amp; Test Dataset ">
            <a:extLst>
              <a:ext uri="{FF2B5EF4-FFF2-40B4-BE49-F238E27FC236}">
                <a16:creationId xmlns:a16="http://schemas.microsoft.com/office/drawing/2014/main" id="{DB59E7ED-B14B-63FA-97B4-FCE2B48A2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57" y="3915690"/>
            <a:ext cx="5910086" cy="28343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69189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EEB86E-23C8-E1A0-6434-6531B13A6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訓練集 </a:t>
            </a:r>
            <a:r>
              <a:rPr lang="en-US" altLang="zh-TW" dirty="0"/>
              <a:t>/ </a:t>
            </a:r>
            <a:r>
              <a:rPr lang="zh-TW" altLang="en-US" dirty="0"/>
              <a:t>驗證集 </a:t>
            </a:r>
            <a:r>
              <a:rPr lang="en-US" altLang="zh-TW" dirty="0"/>
              <a:t>/ </a:t>
            </a:r>
            <a:r>
              <a:rPr lang="zh-TW" altLang="en-US" dirty="0"/>
              <a:t>測試集</a:t>
            </a:r>
            <a:br>
              <a:rPr lang="zh-TW" altLang="en-US" dirty="0"/>
            </a:br>
            <a:r>
              <a:rPr lang="en" altLang="zh-TW" dirty="0"/>
              <a:t>Train / Validation / Test Split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EDD5A6-05C7-252F-C0CB-6B945C2BE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TW" altLang="en-US" dirty="0"/>
              <a:t>訓練集：用於學習模型參數</a:t>
            </a:r>
          </a:p>
          <a:p>
            <a:r>
              <a:rPr lang="zh-TW" altLang="en-US" dirty="0"/>
              <a:t>驗證集：用於調整超參數、模型選擇與早停</a:t>
            </a:r>
          </a:p>
          <a:p>
            <a:r>
              <a:rPr lang="zh-TW" altLang="en-US" dirty="0"/>
              <a:t>測試集：用於最終評估模型泛化能力</a:t>
            </a:r>
            <a:br>
              <a:rPr lang="en-US" altLang="zh-TW" dirty="0"/>
            </a:br>
            <a:br>
              <a:rPr lang="en-US" altLang="zh-TW" dirty="0"/>
            </a:br>
            <a:endParaRPr lang="zh-TW" altLang="en-US" dirty="0"/>
          </a:p>
          <a:p>
            <a:r>
              <a:rPr lang="zh-TW" altLang="en-US" dirty="0"/>
              <a:t>切割資料</a:t>
            </a:r>
            <a:endParaRPr lang="en-US" altLang="zh-TW" dirty="0"/>
          </a:p>
          <a:p>
            <a:pPr lvl="1"/>
            <a:r>
              <a:rPr lang="zh-TW" altLang="en-US" dirty="0"/>
              <a:t>公平評估</a:t>
            </a:r>
            <a:endParaRPr lang="en-US" altLang="zh-TW" dirty="0"/>
          </a:p>
          <a:p>
            <a:pPr lvl="1"/>
            <a:r>
              <a:rPr lang="zh-TW" altLang="en-US" dirty="0"/>
              <a:t>避免資料洩漏給模型</a:t>
            </a:r>
          </a:p>
          <a:p>
            <a:endParaRPr lang="zh-TW" alt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626F390-2F76-7456-9FC0-20EBE35CA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744" y="3342560"/>
            <a:ext cx="5976056" cy="3358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564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C49ED2-847E-CD62-C14A-479DD7B42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為什麼還需要驗證集？</a:t>
            </a:r>
            <a:br>
              <a:rPr lang="zh-TW" altLang="en-US" dirty="0"/>
            </a:br>
            <a:r>
              <a:rPr lang="en" altLang="zh-TW" dirty="0"/>
              <a:t>Why Do We Need a Validation Set?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0C48A1-9BEF-CAB3-7219-4CF866B61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TW" altLang="en-US" dirty="0"/>
              <a:t>如果使用測試集來對模型進行調整，例如調整參數、決定迴圈數等等</a:t>
            </a:r>
            <a:endParaRPr lang="en-US" altLang="zh-TW" dirty="0"/>
          </a:p>
          <a:p>
            <a:pPr lvl="1"/>
            <a:r>
              <a:rPr lang="zh-TW" altLang="en-US" dirty="0"/>
              <a:t>測試集就不再是</a:t>
            </a:r>
            <a:r>
              <a:rPr lang="en-US" altLang="zh-TW" dirty="0"/>
              <a:t>『</a:t>
            </a:r>
            <a:r>
              <a:rPr lang="zh-TW" altLang="en-US" dirty="0"/>
              <a:t>未知資料</a:t>
            </a:r>
            <a:r>
              <a:rPr lang="en-US" altLang="zh-TW" dirty="0"/>
              <a:t>』</a:t>
            </a:r>
          </a:p>
          <a:p>
            <a:r>
              <a:rPr lang="zh-TW" altLang="en-US" dirty="0"/>
              <a:t>驗證集是練習場，測試集是期末考</a:t>
            </a:r>
            <a:endParaRPr lang="en-US" altLang="zh-TW" dirty="0"/>
          </a:p>
          <a:p>
            <a:pPr lvl="1"/>
            <a:r>
              <a:rPr lang="zh-TW" altLang="en-US" dirty="0"/>
              <a:t>訓練模型時，要假設完全不知道測試集，就如同在未來才會取得的資料</a:t>
            </a:r>
          </a:p>
          <a:p>
            <a:r>
              <a:rPr lang="zh-TW" altLang="en-US" dirty="0"/>
              <a:t>驗證集幫助我們選出最適模型與停止訓練時間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0703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39DBE0-6B68-44FB-B422-66B65256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進階的驗證方式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31AB74-60BD-4C11-894E-6CA3D6640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TW"/>
              <a:t>Cross Validation</a:t>
            </a:r>
          </a:p>
          <a:p>
            <a:r>
              <a:rPr lang="zh-TW" altLang="en-US"/>
              <a:t>不完全固定 </a:t>
            </a:r>
            <a:r>
              <a:rPr lang="en-US" altLang="zh-TW"/>
              <a:t>validation set</a:t>
            </a:r>
            <a:r>
              <a:rPr lang="zh-TW" altLang="en-US"/>
              <a:t>，而是把 </a:t>
            </a:r>
            <a:r>
              <a:rPr lang="en-US" altLang="zh-TW"/>
              <a:t>training set </a:t>
            </a:r>
            <a:r>
              <a:rPr lang="zh-TW" altLang="en-US"/>
              <a:t>分成 </a:t>
            </a:r>
            <a:r>
              <a:rPr lang="en-US" altLang="zh-TW"/>
              <a:t>k </a:t>
            </a:r>
            <a:r>
              <a:rPr lang="zh-TW" altLang="en-US"/>
              <a:t>份，每次拿不同份當 </a:t>
            </a:r>
            <a:r>
              <a:rPr lang="en-US" altLang="zh-TW"/>
              <a:t>validation set</a:t>
            </a:r>
            <a:r>
              <a:rPr lang="zh-TW" altLang="en-US"/>
              <a:t>。</a:t>
            </a:r>
            <a:endParaRPr lang="en-US" altLang="zh-TW"/>
          </a:p>
          <a:p>
            <a:r>
              <a:rPr lang="zh-TW" altLang="en-US"/>
              <a:t>稱作 </a:t>
            </a:r>
            <a:r>
              <a:rPr lang="en-US" altLang="zh-TW"/>
              <a:t>K-fold Cross Validation</a:t>
            </a:r>
          </a:p>
          <a:p>
            <a:endParaRPr lang="zh-TW" altLang="en-US"/>
          </a:p>
          <a:p>
            <a:r>
              <a:rPr lang="zh-TW" altLang="en-US"/>
              <a:t>如此輪轉，就能確保 </a:t>
            </a:r>
            <a:r>
              <a:rPr lang="en-US" altLang="zh-TW"/>
              <a:t>model </a:t>
            </a:r>
            <a:r>
              <a:rPr lang="zh-TW" altLang="en-US"/>
              <a:t>能訓練在更多 </a:t>
            </a:r>
            <a:r>
              <a:rPr lang="en-US" altLang="zh-TW"/>
              <a:t>data </a:t>
            </a:r>
            <a:r>
              <a:rPr lang="zh-TW" altLang="en-US"/>
              <a:t>上，以及確保被選為 </a:t>
            </a:r>
            <a:r>
              <a:rPr lang="en-US" altLang="zh-TW"/>
              <a:t>validation set </a:t>
            </a:r>
            <a:r>
              <a:rPr lang="zh-TW" altLang="en-US"/>
              <a:t>的部分不會剛好特別不同，也就是檢驗對象更全面。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474D56-16EE-4DCA-88A9-BA9240DD9AF4}"/>
              </a:ext>
            </a:extLst>
          </p:cNvPr>
          <p:cNvSpPr/>
          <p:nvPr/>
        </p:nvSpPr>
        <p:spPr>
          <a:xfrm>
            <a:off x="838200" y="6039469"/>
            <a:ext cx="9374909" cy="274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>
                <a:hlinkClick r:id="rId3"/>
              </a:rPr>
              <a:t>Day 5 / </a:t>
            </a:r>
            <a:r>
              <a:rPr lang="zh-TW" altLang="en-US" sz="1200" dirty="0">
                <a:hlinkClick r:id="rId3"/>
              </a:rPr>
              <a:t>必備實作知識與工具 </a:t>
            </a:r>
            <a:r>
              <a:rPr lang="en-US" altLang="zh-TW" sz="1200" dirty="0">
                <a:hlinkClick r:id="rId3"/>
              </a:rPr>
              <a:t>/ </a:t>
            </a:r>
            <a:r>
              <a:rPr lang="zh-TW" altLang="en-US" sz="1200" dirty="0">
                <a:hlinkClick r:id="rId3"/>
              </a:rPr>
              <a:t>關於 </a:t>
            </a:r>
            <a:r>
              <a:rPr lang="en-US" altLang="zh-TW" sz="1200" dirty="0">
                <a:hlinkClick r:id="rId3"/>
              </a:rPr>
              <a:t>Training</a:t>
            </a:r>
            <a:r>
              <a:rPr lang="zh-TW" altLang="en-US" sz="1200" dirty="0">
                <a:hlinkClick r:id="rId3"/>
              </a:rPr>
              <a:t>，還有一些基本功（一） </a:t>
            </a:r>
            <a:r>
              <a:rPr lang="en-US" altLang="zh-TW" sz="1200" dirty="0">
                <a:hlinkClick r:id="rId3"/>
              </a:rPr>
              <a:t>- </a:t>
            </a:r>
            <a:r>
              <a:rPr lang="en-US" altLang="zh-TW" sz="1200" dirty="0" err="1">
                <a:hlinkClick r:id="rId3"/>
              </a:rPr>
              <a:t>iT</a:t>
            </a:r>
            <a:r>
              <a:rPr lang="en-US" altLang="zh-TW" sz="1200" dirty="0">
                <a:hlinkClick r:id="rId3"/>
              </a:rPr>
              <a:t> </a:t>
            </a:r>
            <a:r>
              <a:rPr lang="zh-TW" altLang="en-US" sz="1200" dirty="0">
                <a:hlinkClick r:id="rId3"/>
              </a:rPr>
              <a:t>邦幫忙</a:t>
            </a:r>
            <a:r>
              <a:rPr lang="en-US" altLang="zh-TW" sz="1200" dirty="0">
                <a:hlinkClick r:id="rId3"/>
              </a:rPr>
              <a:t>::</a:t>
            </a:r>
            <a:r>
              <a:rPr lang="zh-TW" altLang="en-US" sz="1200" dirty="0">
                <a:hlinkClick r:id="rId3"/>
              </a:rPr>
              <a:t>一起幫忙解決難題，拯救 </a:t>
            </a:r>
            <a:r>
              <a:rPr lang="en-US" altLang="zh-TW" sz="1200" dirty="0">
                <a:hlinkClick r:id="rId3"/>
              </a:rPr>
              <a:t>IT </a:t>
            </a:r>
            <a:r>
              <a:rPr lang="zh-TW" altLang="en-US" sz="1200" dirty="0">
                <a:hlinkClick r:id="rId3"/>
              </a:rPr>
              <a:t>人的一天 </a:t>
            </a:r>
            <a:r>
              <a:rPr lang="en-US" altLang="zh-TW" sz="1200" dirty="0">
                <a:hlinkClick r:id="rId3"/>
              </a:rPr>
              <a:t>(ithome.com.tw)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0564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5-fold cross validation">
            <a:extLst>
              <a:ext uri="{FF2B5EF4-FFF2-40B4-BE49-F238E27FC236}">
                <a16:creationId xmlns:a16="http://schemas.microsoft.com/office/drawing/2014/main" id="{D41F85D7-1F6F-4A8E-BA41-BBD52F2FE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462" y="343332"/>
            <a:ext cx="8429625" cy="583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9E2D923-8044-4D48-944B-175280270690}"/>
              </a:ext>
            </a:extLst>
          </p:cNvPr>
          <p:cNvSpPr/>
          <p:nvPr/>
        </p:nvSpPr>
        <p:spPr>
          <a:xfrm>
            <a:off x="517236" y="6211669"/>
            <a:ext cx="88299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4"/>
              </a:rPr>
              <a:t>3.1. Cross-validation: evaluating estimator performance — </a:t>
            </a:r>
            <a:r>
              <a:rPr lang="en-US" altLang="zh-TW" dirty="0" err="1">
                <a:hlinkClick r:id="rId4"/>
              </a:rPr>
              <a:t>scikit</a:t>
            </a:r>
            <a:r>
              <a:rPr lang="en-US" altLang="zh-TW" dirty="0">
                <a:hlinkClick r:id="rId4"/>
              </a:rPr>
              <a:t>-learn 1.0 documentation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05669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252C2A-A3CF-45EE-A4B8-9698EA5E6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多項式迴歸問題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977E3F-2821-4F0C-B062-19DD7136B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64467" cy="4351338"/>
          </a:xfrm>
        </p:spPr>
        <p:txBody>
          <a:bodyPr/>
          <a:lstStyle/>
          <a:p>
            <a:r>
              <a:rPr lang="zh-TW" altLang="en-US" dirty="0"/>
              <a:t>假設隨機</a:t>
            </a:r>
            <a:r>
              <a:rPr lang="en-US" altLang="zh-TW" dirty="0"/>
              <a:t>100</a:t>
            </a:r>
            <a:r>
              <a:rPr lang="zh-TW" altLang="en-US" dirty="0"/>
              <a:t>個點的資料分佈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並且在</a:t>
            </a:r>
            <a:r>
              <a:rPr lang="en-US" altLang="zh-TW" dirty="0"/>
              <a:t>y</a:t>
            </a:r>
            <a:r>
              <a:rPr lang="zh-TW" altLang="en-US" dirty="0"/>
              <a:t>加上一個</a:t>
            </a:r>
            <a:r>
              <a:rPr lang="zh-TW" altLang="en-US"/>
              <a:t>隨機性的值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92E2A4-635B-4F59-91C4-C0F8AC6B40D1}"/>
              </a:ext>
            </a:extLst>
          </p:cNvPr>
          <p:cNvSpPr/>
          <p:nvPr/>
        </p:nvSpPr>
        <p:spPr>
          <a:xfrm>
            <a:off x="5935133" y="375532"/>
            <a:ext cx="54186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TW" dirty="0"/>
              <a:t>m = 100 # </a:t>
            </a:r>
            <a:r>
              <a:rPr lang="zh-TW" altLang="en-US" dirty="0"/>
              <a:t>筆數</a:t>
            </a:r>
          </a:p>
          <a:p>
            <a:r>
              <a:rPr lang="en" altLang="zh-TW" dirty="0"/>
              <a:t>X = 10 * </a:t>
            </a:r>
            <a:r>
              <a:rPr lang="en" altLang="zh-TW" dirty="0" err="1"/>
              <a:t>np.random.rand</a:t>
            </a:r>
            <a:r>
              <a:rPr lang="en" altLang="zh-TW" dirty="0"/>
              <a:t>(m, 1) - 5 # </a:t>
            </a:r>
            <a:r>
              <a:rPr lang="zh-TW" altLang="en-US" dirty="0"/>
              <a:t>隨機產生</a:t>
            </a:r>
            <a:r>
              <a:rPr lang="en" altLang="zh-TW" dirty="0"/>
              <a:t>m</a:t>
            </a:r>
            <a:r>
              <a:rPr lang="zh-TW" altLang="en-US" dirty="0"/>
              <a:t>筆</a:t>
            </a:r>
            <a:r>
              <a:rPr lang="en" altLang="zh-TW" dirty="0"/>
              <a:t>X</a:t>
            </a:r>
            <a:r>
              <a:rPr lang="zh-TW" altLang="en-US" dirty="0"/>
              <a:t>值</a:t>
            </a:r>
          </a:p>
          <a:p>
            <a:r>
              <a:rPr lang="en" altLang="zh-TW" dirty="0"/>
              <a:t>y = 0.5 * X ** 2 - X + 2 + </a:t>
            </a:r>
            <a:r>
              <a:rPr lang="en" altLang="zh-TW" dirty="0" err="1"/>
              <a:t>np.random.randn</a:t>
            </a:r>
            <a:r>
              <a:rPr lang="en" altLang="zh-TW" dirty="0"/>
              <a:t>(m, 1) </a:t>
            </a:r>
          </a:p>
          <a:p>
            <a:r>
              <a:rPr lang="en" altLang="zh-TW" dirty="0"/>
              <a:t># </a:t>
            </a:r>
            <a:r>
              <a:rPr lang="zh-TW" altLang="en-US" dirty="0"/>
              <a:t>根據二次方程式計算</a:t>
            </a:r>
            <a:r>
              <a:rPr lang="en" altLang="zh-TW" dirty="0"/>
              <a:t>y</a:t>
            </a:r>
            <a:r>
              <a:rPr lang="zh-TW" altLang="en-US" dirty="0"/>
              <a:t>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35218C2-927F-4512-83CB-4A450A58EF14}"/>
                  </a:ext>
                </a:extLst>
              </p:cNvPr>
              <p:cNvSpPr txBox="1"/>
              <p:nvPr/>
            </p:nvSpPr>
            <p:spPr>
              <a:xfrm>
                <a:off x="1293836" y="2852817"/>
                <a:ext cx="1786771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35218C2-927F-4512-83CB-4A450A58E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836" y="2852817"/>
                <a:ext cx="1786771" cy="576183"/>
              </a:xfrm>
              <a:prstGeom prst="rect">
                <a:avLst/>
              </a:prstGeom>
              <a:blipFill>
                <a:blip r:embed="rId3"/>
                <a:stretch>
                  <a:fillRect l="-2817" r="-281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0DB5D276-2F81-431C-B3D4-5DBC496B1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967" y="1825625"/>
            <a:ext cx="6824833" cy="44256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247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FADF71-E2C8-DE59-78D6-18EDDF6B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多項式迴歸問題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BB9749-3CDF-5F2D-8D94-17B94E990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96733" cy="4351338"/>
          </a:xfrm>
        </p:spPr>
        <p:txBody>
          <a:bodyPr/>
          <a:lstStyle/>
          <a:p>
            <a:r>
              <a:rPr kumimoji="1" lang="zh-TW" altLang="en-US" dirty="0"/>
              <a:t>這邊把資料分成訓練集</a:t>
            </a:r>
            <a:r>
              <a:rPr kumimoji="1" lang="en-US" altLang="zh-TW" dirty="0"/>
              <a:t>(</a:t>
            </a:r>
            <a:r>
              <a:rPr kumimoji="1" lang="zh-TW" altLang="en-US" dirty="0">
                <a:solidFill>
                  <a:schemeClr val="accent1">
                    <a:lumMod val="75000"/>
                  </a:schemeClr>
                </a:solidFill>
              </a:rPr>
              <a:t>藍色</a:t>
            </a:r>
            <a:r>
              <a:rPr kumimoji="1" lang="en-US" altLang="zh-TW" dirty="0"/>
              <a:t>)</a:t>
            </a:r>
            <a:r>
              <a:rPr kumimoji="1" lang="zh-TW" altLang="en-US" dirty="0"/>
              <a:t>以及測試集</a:t>
            </a:r>
            <a:r>
              <a:rPr kumimoji="1" lang="en-US" altLang="zh-TW" dirty="0"/>
              <a:t>(</a:t>
            </a:r>
            <a:r>
              <a:rPr kumimoji="1" lang="zh-TW" altLang="en-US" dirty="0">
                <a:solidFill>
                  <a:schemeClr val="accent6">
                    <a:lumMod val="75000"/>
                  </a:schemeClr>
                </a:solidFill>
              </a:rPr>
              <a:t>綠色</a:t>
            </a:r>
            <a:r>
              <a:rPr kumimoji="1" lang="en-US" altLang="zh-TW" dirty="0"/>
              <a:t>)</a:t>
            </a:r>
          </a:p>
          <a:p>
            <a:r>
              <a:rPr kumimoji="1" lang="zh-TW" altLang="en-US" dirty="0"/>
              <a:t>橘色線：使用二次方多項式擬合</a:t>
            </a:r>
            <a:endParaRPr kumimoji="1" lang="en-US" altLang="zh-TW" dirty="0"/>
          </a:p>
          <a:p>
            <a:r>
              <a:rPr kumimoji="1" lang="zh-TW" altLang="en-US" dirty="0"/>
              <a:t>紅色虛線：使用</a:t>
            </a:r>
            <a:r>
              <a:rPr kumimoji="1" lang="en-US" altLang="zh-TW" dirty="0"/>
              <a:t>50</a:t>
            </a:r>
            <a:r>
              <a:rPr kumimoji="1" lang="zh-TW" altLang="en-US" dirty="0"/>
              <a:t>次方多項式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34206D1-4CD1-68F7-6F1E-C56E9C4B4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816" y="1689099"/>
            <a:ext cx="7416047" cy="4803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BEFA593-D3ED-E15A-5DEB-B48574750B1B}"/>
              </a:ext>
            </a:extLst>
          </p:cNvPr>
          <p:cNvSpPr txBox="1"/>
          <p:nvPr/>
        </p:nvSpPr>
        <p:spPr>
          <a:xfrm>
            <a:off x="407811" y="5015546"/>
            <a:ext cx="398956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TW" altLang="en-US" dirty="0"/>
              <a:t>2次多項式回歸：</a:t>
            </a:r>
            <a:endParaRPr lang="en-US" altLang="zh-TW" dirty="0"/>
          </a:p>
          <a:p>
            <a:r>
              <a:rPr lang="zh-TW" altLang="en-US" dirty="0"/>
              <a:t>訓練集 RMSE: 2.83, 測試集 RMSE: 2.40</a:t>
            </a:r>
          </a:p>
          <a:p>
            <a:endParaRPr lang="en-US" altLang="zh-TW" dirty="0"/>
          </a:p>
          <a:p>
            <a:r>
              <a:rPr lang="zh-TW" altLang="en-US" dirty="0"/>
              <a:t>50次多項式回歸：</a:t>
            </a:r>
            <a:endParaRPr lang="en-US" altLang="zh-TW" dirty="0"/>
          </a:p>
          <a:p>
            <a:r>
              <a:rPr lang="zh-TW" altLang="en-US" dirty="0"/>
              <a:t>訓練集 RMSE: 2.70, 測試集 RMSE: 7.24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21333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2AA73A-02F6-4BCC-BD37-39FD63CB4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過擬合</a:t>
            </a:r>
            <a:r>
              <a:rPr lang="en-US" altLang="zh-TW" dirty="0"/>
              <a:t>(overfit</a:t>
            </a:r>
            <a:r>
              <a:rPr lang="zh-TW" altLang="en-US" dirty="0"/>
              <a:t>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BE30DC-AF4D-43EB-8090-9862BDCF0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667250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過擬合（</a:t>
            </a:r>
            <a:r>
              <a:rPr lang="en-US" altLang="zh-TW" dirty="0"/>
              <a:t>Overfitting</a:t>
            </a:r>
            <a:r>
              <a:rPr lang="zh-TW" altLang="en-US" dirty="0"/>
              <a:t>） 是指模型在訓練資料上表現極好，但在未見過的資料（驗證集或測試集）上表現明顯變差的現象。</a:t>
            </a:r>
          </a:p>
          <a:p>
            <a:r>
              <a:rPr lang="zh-TW" altLang="en-US" dirty="0"/>
              <a:t>模型學到了「訓練資料的噪音與細節」，而非「資料背後的一般化規律」。</a:t>
            </a:r>
            <a:endParaRPr lang="en-US" altLang="zh-TW" dirty="0"/>
          </a:p>
          <a:p>
            <a:r>
              <a:rPr lang="zh-TW" altLang="en-US" dirty="0"/>
              <a:t>將資料分成「訓練」與「驗證」兩類</a:t>
            </a:r>
            <a:endParaRPr lang="en-US" altLang="zh-TW" dirty="0"/>
          </a:p>
          <a:p>
            <a:pPr lvl="1"/>
            <a:r>
              <a:rPr lang="zh-TW" altLang="en-US" dirty="0"/>
              <a:t>一樣透過訓練集來找模型</a:t>
            </a:r>
            <a:endParaRPr lang="en-US" altLang="zh-TW" dirty="0"/>
          </a:p>
          <a:p>
            <a:pPr lvl="1"/>
            <a:r>
              <a:rPr lang="zh-TW" altLang="en-US" dirty="0"/>
              <a:t>但模型不能「看到」驗證的資料</a:t>
            </a:r>
            <a:endParaRPr lang="en-US" altLang="zh-TW" dirty="0"/>
          </a:p>
          <a:p>
            <a:pPr lvl="1"/>
            <a:r>
              <a:rPr lang="zh-TW" altLang="en-US" dirty="0"/>
              <a:t>用驗證集來檢驗模型對於未知資料處理的能力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208BF84-A7D1-C66B-187E-FBE5D2283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5624"/>
            <a:ext cx="5834936" cy="3604331"/>
          </a:xfrm>
          <a:prstGeom prst="rect">
            <a:avLst/>
          </a:prstGeom>
        </p:spPr>
      </p:pic>
      <p:sp>
        <p:nvSpPr>
          <p:cNvPr id="5" name="向上箭號圖說文字 4">
            <a:extLst>
              <a:ext uri="{FF2B5EF4-FFF2-40B4-BE49-F238E27FC236}">
                <a16:creationId xmlns:a16="http://schemas.microsoft.com/office/drawing/2014/main" id="{71F1EAEA-0AE6-82D2-BA3D-0CB68387314E}"/>
              </a:ext>
            </a:extLst>
          </p:cNvPr>
          <p:cNvSpPr/>
          <p:nvPr/>
        </p:nvSpPr>
        <p:spPr>
          <a:xfrm>
            <a:off x="6220177" y="5429955"/>
            <a:ext cx="3397956" cy="871008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" dirty="0"/>
              <a:t>可</a:t>
            </a:r>
            <a:r>
              <a:rPr lang="zh-TW" altLang="en-US" dirty="0"/>
              <a:t>以在驗證集最好的時候就提前停下來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" altLang="zh-TW" dirty="0"/>
              <a:t>Early Stopping</a:t>
            </a:r>
          </a:p>
        </p:txBody>
      </p:sp>
    </p:spTree>
    <p:extLst>
      <p:ext uri="{BB962C8B-B14F-4D97-AF65-F5344CB8AC3E}">
        <p14:creationId xmlns:p14="http://schemas.microsoft.com/office/powerpoint/2010/main" val="2714241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745202-9101-4A64-B90A-23A962D1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迴歸降低過擬合的方式</a:t>
            </a:r>
            <a:r>
              <a:rPr lang="en-US" altLang="zh-TW" dirty="0"/>
              <a:t>-</a:t>
            </a:r>
            <a:r>
              <a:rPr lang="zh-TW" altLang="en-US" dirty="0"/>
              <a:t>正則化</a:t>
            </a:r>
            <a:r>
              <a:rPr lang="en-US" altLang="zh-TW" dirty="0"/>
              <a:t>(Regularized)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84C6DD-2486-49DD-A0B8-A3649FA51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26201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正規化的目的是為了防止 </a:t>
            </a:r>
            <a:r>
              <a:rPr kumimoji="1" lang="en" altLang="zh-TW" dirty="0"/>
              <a:t>Overfitting</a:t>
            </a:r>
            <a:r>
              <a:rPr kumimoji="1" lang="zh-TW" altLang="en" dirty="0"/>
              <a:t>，</a:t>
            </a:r>
            <a:r>
              <a:rPr kumimoji="1" lang="zh-TW" altLang="en-US" dirty="0"/>
              <a:t>背後的意義其實是為了限制模型參數，避免參數太大，讓模型可以更一般化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參數太大，雖然可以順利的辨認</a:t>
            </a:r>
            <a:r>
              <a:rPr kumimoji="1" lang="en-US" altLang="zh-TW" dirty="0"/>
              <a:t>"</a:t>
            </a:r>
            <a:r>
              <a:rPr kumimoji="1" lang="zh-TW" altLang="en-US" dirty="0"/>
              <a:t>訓練資料</a:t>
            </a:r>
            <a:r>
              <a:rPr kumimoji="1" lang="en-US" altLang="zh-TW" dirty="0"/>
              <a:t>" ( </a:t>
            </a:r>
            <a:r>
              <a:rPr kumimoji="1" lang="zh-TW" altLang="en-US" dirty="0"/>
              <a:t>畢竟是訓練資料訓練出來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zh-TW" altLang="en-US" dirty="0"/>
              <a:t>但遇到真實資料時很容易就把真實資料的 </a:t>
            </a:r>
            <a:r>
              <a:rPr kumimoji="1" lang="en" altLang="zh-TW" dirty="0"/>
              <a:t>noise </a:t>
            </a:r>
            <a:r>
              <a:rPr kumimoji="1" lang="zh-TW" altLang="en-US" dirty="0"/>
              <a:t>放大，就形成了過擬合</a:t>
            </a:r>
            <a:endParaRPr lang="en-US" altLang="zh-TW" dirty="0"/>
          </a:p>
          <a:p>
            <a:r>
              <a:rPr lang="zh-TW" altLang="en-US" dirty="0"/>
              <a:t>以多項式模型而言，就是抑制它的多項式次數的係數值</a:t>
            </a:r>
            <a:endParaRPr lang="en-US" altLang="zh-TW" dirty="0"/>
          </a:p>
          <a:p>
            <a:pPr lvl="1"/>
            <a:r>
              <a:rPr lang="zh-TW" altLang="en-US" dirty="0"/>
              <a:t>實際做法是加入代價函數</a:t>
            </a:r>
            <a:endParaRPr lang="en-US" altLang="zh-TW" dirty="0"/>
          </a:p>
          <a:p>
            <a:r>
              <a:rPr lang="en-US" altLang="zh-TW" sz="2400" dirty="0"/>
              <a:t>Lasso Regression</a:t>
            </a:r>
            <a:r>
              <a:rPr lang="zh-TW" altLang="en-US" sz="1800" i="1" dirty="0"/>
              <a:t>（</a:t>
            </a:r>
            <a:r>
              <a:rPr lang="en-US" altLang="zh-TW" sz="1800" i="1" dirty="0"/>
              <a:t>Least Absolute Shrinkage and Selection Operator Regression </a:t>
            </a:r>
            <a:r>
              <a:rPr lang="zh-TW" altLang="en-US" sz="1800" i="1" dirty="0"/>
              <a:t>），</a:t>
            </a:r>
            <a:r>
              <a:rPr lang="zh-TW" altLang="en-US" sz="2400" dirty="0"/>
              <a:t>又被稱為</a:t>
            </a:r>
            <a:r>
              <a:rPr lang="en-US" altLang="zh-TW" sz="2400" dirty="0"/>
              <a:t>L1 Regularization</a:t>
            </a:r>
          </a:p>
          <a:p>
            <a:endParaRPr lang="en-US" altLang="zh-TW" sz="2400" dirty="0"/>
          </a:p>
          <a:p>
            <a:r>
              <a:rPr lang="en-US" altLang="zh-TW" sz="2400" dirty="0"/>
              <a:t>Ridge Regression</a:t>
            </a:r>
            <a:r>
              <a:rPr lang="zh-TW" altLang="en-US" sz="2400" dirty="0"/>
              <a:t>，又被稱為</a:t>
            </a:r>
            <a:r>
              <a:rPr lang="en-US" altLang="zh-TW" sz="2400" dirty="0"/>
              <a:t>L2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D1B4F19-50B2-4121-BE9E-0CFE3C3E026E}"/>
                  </a:ext>
                </a:extLst>
              </p:cNvPr>
              <p:cNvSpPr txBox="1"/>
              <p:nvPr/>
            </p:nvSpPr>
            <p:spPr>
              <a:xfrm>
                <a:off x="4684264" y="4627113"/>
                <a:ext cx="3231269" cy="9223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" altLang="zh-TW" sz="220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kumimoji="1" lang="en" altLang="zh-TW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" altLang="zh-TW" sz="2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kumimoji="1" lang="en" altLang="zh-TW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kumimoji="1" lang="en" altLang="zh-TW" sz="2200" i="0">
                          <a:latin typeface="Cambria Math" panose="02040503050406030204" pitchFamily="18" charset="0"/>
                        </a:rPr>
                        <m:t>MSE</m:t>
                      </m:r>
                      <m:d>
                        <m:dPr>
                          <m:ctrlPr>
                            <a:rPr kumimoji="1" lang="en" altLang="zh-TW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" altLang="zh-TW" sz="2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kumimoji="1" lang="en" altLang="zh-TW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" altLang="zh-TW" sz="2200" i="1"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∑"/>
                          <m:ctrlPr>
                            <a:rPr kumimoji="1" lang="en" altLang="zh-TW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kumimoji="1" lang="en-US" altLang="zh-TW" sz="22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kumimoji="1" lang="en-US" altLang="zh-TW" sz="2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" altLang="zh-TW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TW" sz="22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en" altLang="zh-TW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" altLang="zh-TW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TW" sz="2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" altLang="zh-TW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zh-TW" altLang="en-US" sz="22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D1B4F19-50B2-4121-BE9E-0CFE3C3E0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264" y="4627113"/>
                <a:ext cx="3231269" cy="922368"/>
              </a:xfrm>
              <a:prstGeom prst="rect">
                <a:avLst/>
              </a:prstGeom>
              <a:blipFill>
                <a:blip r:embed="rId3"/>
                <a:stretch>
                  <a:fillRect l="-2344" t="-120548" r="-7422" b="-183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2761D75-2141-4066-F8C9-B910F92E3AC1}"/>
                  </a:ext>
                </a:extLst>
              </p:cNvPr>
              <p:cNvSpPr txBox="1"/>
              <p:nvPr/>
            </p:nvSpPr>
            <p:spPr>
              <a:xfrm>
                <a:off x="4166298" y="5778541"/>
                <a:ext cx="4267200" cy="1014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" altLang="zh-TW" sz="220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kumimoji="1" lang="en" altLang="zh-TW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" altLang="zh-TW" sz="2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kumimoji="1" lang="en" altLang="zh-TW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kumimoji="1" lang="en" altLang="zh-TW" sz="2200" i="0">
                          <a:latin typeface="Cambria Math" panose="02040503050406030204" pitchFamily="18" charset="0"/>
                        </a:rPr>
                        <m:t>MSE</m:t>
                      </m:r>
                      <m:d>
                        <m:dPr>
                          <m:ctrlPr>
                            <a:rPr kumimoji="1" lang="en" altLang="zh-TW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" altLang="zh-TW" sz="2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kumimoji="1" lang="en" altLang="zh-TW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" altLang="zh-TW" sz="2200" i="1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kumimoji="1" lang="en" altLang="zh-TW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TW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" altLang="zh-TW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kumimoji="1" lang="en-US" altLang="zh-TW" sz="22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kumimoji="1" lang="en-US" altLang="zh-TW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" altLang="zh-TW" sz="2200" i="1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kumimoji="1" lang="en" altLang="zh-TW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kumimoji="1" lang="en" altLang="zh-TW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" altLang="zh-TW" sz="2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" altLang="zh-TW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kumimoji="1" lang="en-US" altLang="zh-TW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2761D75-2141-4066-F8C9-B910F92E3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298" y="5778541"/>
                <a:ext cx="4267200" cy="1014701"/>
              </a:xfrm>
              <a:prstGeom prst="rect">
                <a:avLst/>
              </a:prstGeom>
              <a:blipFill>
                <a:blip r:embed="rId4"/>
                <a:stretch>
                  <a:fillRect t="-106250" b="-16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630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C266181-03B6-4342-B70E-DE433864B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399" y="1104645"/>
            <a:ext cx="7186401" cy="521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FB41AD3-BFE0-443A-97C5-DD1A355DD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從空間上的角度來說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6E8DDB-3E79-458E-AF74-CC179BEE2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63776" cy="4351338"/>
          </a:xfrm>
        </p:spPr>
        <p:txBody>
          <a:bodyPr/>
          <a:lstStyle/>
          <a:p>
            <a:r>
              <a:rPr lang="zh-TW" altLang="en-US" dirty="0"/>
              <a:t>從幾何意思上來說，在做的事情是</a:t>
            </a:r>
            <a:endParaRPr lang="en-US" altLang="zh-TW" dirty="0"/>
          </a:p>
          <a:p>
            <a:r>
              <a:rPr lang="zh-TW" altLang="en-US" dirty="0"/>
              <a:t>藍色的圈是沒有限制式，但可能</a:t>
            </a:r>
            <a:r>
              <a:rPr lang="en-US" altLang="zh-TW" dirty="0"/>
              <a:t>overfitting</a:t>
            </a:r>
            <a:r>
              <a:rPr lang="zh-TW" altLang="en-US" dirty="0"/>
              <a:t>的解</a:t>
            </a:r>
            <a:endParaRPr lang="en-US" altLang="zh-TW" dirty="0"/>
          </a:p>
          <a:p>
            <a:r>
              <a:rPr lang="zh-TW" altLang="en-US" dirty="0"/>
              <a:t>但透過限制係數值必須固定在某個範圍</a:t>
            </a:r>
            <a:r>
              <a:rPr lang="en-US" altLang="zh-TW" dirty="0"/>
              <a:t>(</a:t>
            </a:r>
            <a:r>
              <a:rPr lang="zh-TW" altLang="en-US" dirty="0"/>
              <a:t>紅色黃底的圖形</a:t>
            </a:r>
            <a:r>
              <a:rPr lang="en-US" altLang="zh-TW" dirty="0"/>
              <a:t>)</a:t>
            </a:r>
            <a:r>
              <a:rPr lang="zh-TW" altLang="en-US" dirty="0"/>
              <a:t>內，讓係數值不要太大。</a:t>
            </a:r>
          </a:p>
        </p:txBody>
      </p:sp>
    </p:spTree>
    <p:extLst>
      <p:ext uri="{BB962C8B-B14F-4D97-AF65-F5344CB8AC3E}">
        <p14:creationId xmlns:p14="http://schemas.microsoft.com/office/powerpoint/2010/main" val="2403361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79352B-B550-4F80-8CB9-5A6E6CD69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從空間上的角度來說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E7E8D9-AF7D-4D2E-B4C5-05B7174FE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DB4973C-EDB9-4242-B6D1-2774F2146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178" y="1359217"/>
            <a:ext cx="5364211" cy="491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6DFACFE-56A2-4EEE-B4D9-E8060395C578}"/>
              </a:ext>
            </a:extLst>
          </p:cNvPr>
          <p:cNvSpPr txBox="1"/>
          <p:nvPr/>
        </p:nvSpPr>
        <p:spPr>
          <a:xfrm>
            <a:off x="863224" y="5942568"/>
            <a:ext cx="106823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圖源：https://allen108108.github.io/blog/2019/10/22/L1%20,%20L2%20Regularization%20%E5%88%B0%E5%BA%95%E6%AD%A3%E5%89%87%E5%8C%96%E4%BA%86%E4%BB%80%E9%BA%BC%20_/</a:t>
            </a:r>
          </a:p>
        </p:txBody>
      </p:sp>
    </p:spTree>
    <p:extLst>
      <p:ext uri="{BB962C8B-B14F-4D97-AF65-F5344CB8AC3E}">
        <p14:creationId xmlns:p14="http://schemas.microsoft.com/office/powerpoint/2010/main" val="1737044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A5905C-E6B6-4A9E-E222-FC2AE8AA7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正則化</a:t>
            </a:r>
            <a:r>
              <a:rPr lang="en-US" altLang="zh-TW" dirty="0"/>
              <a:t>(Regularized)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EF020A-338B-10DB-4B36-2CFD715EC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Lasso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regularization(</a:t>
            </a:r>
            <a:r>
              <a:rPr kumimoji="1" lang="zh-TW" altLang="en-US" dirty="0"/>
              <a:t>左</a:t>
            </a:r>
            <a:r>
              <a:rPr kumimoji="1" lang="en-US" altLang="zh-TW" dirty="0"/>
              <a:t>)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v.s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Ridge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regularization(</a:t>
            </a:r>
            <a:r>
              <a:rPr kumimoji="1" lang="zh-TW" altLang="en-US" dirty="0"/>
              <a:t>右</a:t>
            </a:r>
            <a:r>
              <a:rPr kumimoji="1" lang="en-US" altLang="zh-TW" dirty="0"/>
              <a:t>)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A8CF764-4514-54BE-0AE9-43A69D9CC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44" y="2945330"/>
            <a:ext cx="5687014" cy="373433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9006B0E-3722-74E9-4844-263FDF585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980" y="2952972"/>
            <a:ext cx="5675376" cy="372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29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0B7EE3-F382-3D46-7104-C40BC459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L1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regularization</a:t>
            </a:r>
            <a:r>
              <a:rPr kumimoji="1" lang="zh-TW" altLang="en-US" dirty="0"/>
              <a:t>的特性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8F50AC-0229-CFF1-17C1-A821A2682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" altLang="zh-TW" dirty="0"/>
              <a:t>L1</a:t>
            </a:r>
            <a:r>
              <a:rPr lang="zh-TW" altLang="en-US" dirty="0"/>
              <a:t>正則化可以產生稀疏權值矩陣</a:t>
            </a:r>
            <a:r>
              <a:rPr lang="en-US" altLang="zh-TW" dirty="0"/>
              <a:t>( </a:t>
            </a:r>
            <a:r>
              <a:rPr lang="zh-TW" altLang="en-US" dirty="0"/>
              <a:t>係數矩陣會變得較稀疏，意思是 </a:t>
            </a:r>
            <a:r>
              <a:rPr lang="zh-TW" altLang="en" dirty="0"/>
              <a:t>係</a:t>
            </a:r>
            <a:r>
              <a:rPr lang="zh-TW" altLang="en-US" dirty="0"/>
              <a:t>數有很多的 </a:t>
            </a:r>
            <a:r>
              <a:rPr lang="en-US" altLang="zh-TW" dirty="0"/>
              <a:t>0 </a:t>
            </a:r>
            <a:r>
              <a:rPr lang="zh-TW" altLang="en-US" dirty="0"/>
              <a:t>在裡面</a:t>
            </a:r>
            <a:r>
              <a:rPr lang="en-US" altLang="zh-TW" dirty="0"/>
              <a:t>)</a:t>
            </a:r>
            <a:r>
              <a:rPr lang="zh-TW" altLang="en-US" dirty="0"/>
              <a:t>，可以用於特徵選擇</a:t>
            </a:r>
            <a:r>
              <a:rPr lang="en-US" altLang="zh-TW" dirty="0"/>
              <a:t>(</a:t>
            </a:r>
            <a:r>
              <a:rPr lang="zh-TW" altLang="en-US" dirty="0"/>
              <a:t>或是用來壓縮模型</a:t>
            </a:r>
            <a:r>
              <a:rPr lang="en-US" altLang="zh-TW" dirty="0"/>
              <a:t>)</a:t>
            </a:r>
            <a:r>
              <a:rPr lang="zh-TW" altLang="en-US"/>
              <a:t>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最後是</a:t>
            </a:r>
            <a:r>
              <a:rPr lang="en-US" altLang="zh-TW" dirty="0"/>
              <a:t>RMSE</a:t>
            </a:r>
          </a:p>
          <a:p>
            <a:pPr lvl="1"/>
            <a:r>
              <a:rPr lang="en-US" altLang="zh-TW" dirty="0"/>
              <a:t>Lasso RMSE (train): 3.094</a:t>
            </a:r>
          </a:p>
          <a:p>
            <a:pPr lvl="1"/>
            <a:r>
              <a:rPr lang="en-US" altLang="zh-TW" dirty="0"/>
              <a:t>Lasso RMSE (test): 2.794</a:t>
            </a:r>
          </a:p>
          <a:p>
            <a:pPr lvl="1"/>
            <a:r>
              <a:rPr lang="en-US" altLang="zh-TW" dirty="0"/>
              <a:t>Ridge RMSE (train): 2.651</a:t>
            </a:r>
          </a:p>
          <a:p>
            <a:pPr lvl="1"/>
            <a:r>
              <a:rPr lang="en-US" altLang="zh-TW" dirty="0"/>
              <a:t>Ridge RMSE (test): 5.222</a:t>
            </a:r>
          </a:p>
          <a:p>
            <a:endParaRPr lang="zh-TW" altLang="en-US" dirty="0"/>
          </a:p>
          <a:p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9DCC39E-5AC6-68B4-ABEA-EE41AEBA5FFF}"/>
              </a:ext>
            </a:extLst>
          </p:cNvPr>
          <p:cNvSpPr txBox="1"/>
          <p:nvPr/>
        </p:nvSpPr>
        <p:spPr>
          <a:xfrm>
            <a:off x="838200" y="2958921"/>
            <a:ext cx="108475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Fira Code" panose="020B0809050000020004" pitchFamily="49" charset="0"/>
              </a:rPr>
              <a:t>Lasso model coefficients: [-1.83980412 3.04324921 -0.65051795 0. -0. 0. -0. 0. -0. 0. -0. 0. -0. 0. -0. 0. -0. 0. -0. 0. -0. 0. -0. 0. -0. -0. -0. -0. -0. -0. -0. -0. -0. -0. -0. -0. -0. -0. -0. -0. -0. -0. -0. -0. -0. -0. -0. -0. -0. -0. ]</a:t>
            </a:r>
            <a:endParaRPr lang="zh-TW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240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D7D59-43A4-4ADE-86F0-EFBAD616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中庸之道 </a:t>
            </a:r>
            <a:r>
              <a:rPr lang="en-US" altLang="zh-TW" dirty="0"/>
              <a:t>– Elastic Net Regression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CAD107-E351-4E95-9075-80AFFB179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FCCF7CC-2B2A-4C67-AE21-6BCF13E05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629" y="1825625"/>
            <a:ext cx="8513940" cy="1377255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35F8DFE1-04C3-416C-8C11-F7556DB59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337" y="3337817"/>
            <a:ext cx="6598524" cy="3414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522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9025396EEA7057439341052B80009BBB" ma:contentTypeVersion="0" ma:contentTypeDescription="建立新的文件。" ma:contentTypeScope="" ma:versionID="ffd9c2a4ee7784941d88a9c64099c43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91945d2673cd7a110ed8979298476c8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2B85F5-7BC2-409F-BC30-F951BE323623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DFD2ECE-AFD4-4522-AAA9-C76472E69C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48DC9F-207B-4A51-9C89-097363340F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50656</TotalTime>
  <Words>1172</Words>
  <Application>Microsoft Office PowerPoint</Application>
  <PresentationFormat>寬螢幕</PresentationFormat>
  <Paragraphs>90</Paragraphs>
  <Slides>15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思源黑體</vt:lpstr>
      <vt:lpstr>Arial</vt:lpstr>
      <vt:lpstr>Calibri</vt:lpstr>
      <vt:lpstr>Calibri Light</vt:lpstr>
      <vt:lpstr>Cambria Math</vt:lpstr>
      <vt:lpstr>Fira Code</vt:lpstr>
      <vt:lpstr>Office 佈景主題</vt:lpstr>
      <vt:lpstr>驗證與正則化</vt:lpstr>
      <vt:lpstr>什麼是驗證？</vt:lpstr>
      <vt:lpstr>訓練集 / 驗證集 / 測試集 Train / Validation / Test Split</vt:lpstr>
      <vt:lpstr>為什麼還需要驗證集？ Why Do We Need a Validation Set?</vt:lpstr>
      <vt:lpstr>進階的驗證方式</vt:lpstr>
      <vt:lpstr>PowerPoint 簡報</vt:lpstr>
      <vt:lpstr>多項式迴歸問題</vt:lpstr>
      <vt:lpstr>多項式迴歸問題</vt:lpstr>
      <vt:lpstr>過擬合(overfit）</vt:lpstr>
      <vt:lpstr>迴歸降低過擬合的方式-正則化(Regularized)</vt:lpstr>
      <vt:lpstr>從空間上的角度來說</vt:lpstr>
      <vt:lpstr>從空間上的角度來說</vt:lpstr>
      <vt:lpstr>正則化(Regularized)</vt:lpstr>
      <vt:lpstr>L1 regularization的特性</vt:lpstr>
      <vt:lpstr>中庸之道 – Elastic Net Regression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迴歸</dc:title>
  <dc:creator>林俊杰</dc:creator>
  <cp:lastModifiedBy>林俊杰</cp:lastModifiedBy>
  <cp:revision>109</cp:revision>
  <cp:lastPrinted>2023-09-20T08:32:00Z</cp:lastPrinted>
  <dcterms:created xsi:type="dcterms:W3CDTF">2021-09-28T05:58:01Z</dcterms:created>
  <dcterms:modified xsi:type="dcterms:W3CDTF">2025-10-09T13:16:30Z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0x0101009025396EEA7057439341052B80009BBB</vt:lpwstr>
  </property>
</Properties>
</file>
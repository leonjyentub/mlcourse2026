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42" r:id="rId3"/>
    <p:sldId id="257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8" r:id="rId19"/>
    <p:sldId id="359" r:id="rId20"/>
    <p:sldId id="360" r:id="rId21"/>
    <p:sldId id="361" r:id="rId22"/>
    <p:sldId id="364" r:id="rId23"/>
    <p:sldId id="362" r:id="rId24"/>
    <p:sldId id="363" r:id="rId25"/>
    <p:sldId id="272" r:id="rId26"/>
    <p:sldId id="365" r:id="rId27"/>
    <p:sldId id="371" r:id="rId28"/>
    <p:sldId id="366" r:id="rId29"/>
    <p:sldId id="367" r:id="rId30"/>
    <p:sldId id="369" r:id="rId31"/>
    <p:sldId id="370" r:id="rId32"/>
    <p:sldId id="372" r:id="rId33"/>
    <p:sldId id="373" r:id="rId34"/>
    <p:sldId id="341" r:id="rId35"/>
    <p:sldId id="374" r:id="rId36"/>
    <p:sldId id="295" r:id="rId37"/>
    <p:sldId id="296" r:id="rId38"/>
    <p:sldId id="297" r:id="rId39"/>
    <p:sldId id="298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7" autoAdjust="0"/>
    <p:restoredTop sz="94660"/>
  </p:normalViewPr>
  <p:slideViewPr>
    <p:cSldViewPr snapToGrid="0">
      <p:cViewPr varScale="1">
        <p:scale>
          <a:sx n="49" d="100"/>
          <a:sy n="49" d="100"/>
        </p:scale>
        <p:origin x="34" y="8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林俊杰" userId="dcfdc803-95d8-409b-8404-351632be86e2" providerId="ADAL" clId="{9B022C06-2C68-4F45-A97F-B04D6F7E7B6D}"/>
    <pc:docChg chg="undo custSel addSld modSld">
      <pc:chgData name="林俊杰" userId="dcfdc803-95d8-409b-8404-351632be86e2" providerId="ADAL" clId="{9B022C06-2C68-4F45-A97F-B04D6F7E7B6D}" dt="2024-11-17T06:36:38.263" v="496" actId="14100"/>
      <pc:docMkLst>
        <pc:docMk/>
      </pc:docMkLst>
      <pc:sldChg chg="add">
        <pc:chgData name="林俊杰" userId="dcfdc803-95d8-409b-8404-351632be86e2" providerId="ADAL" clId="{9B022C06-2C68-4F45-A97F-B04D6F7E7B6D}" dt="2024-11-16T15:39:57.207" v="68"/>
        <pc:sldMkLst>
          <pc:docMk/>
          <pc:sldMk cId="3489385793" sldId="272"/>
        </pc:sldMkLst>
      </pc:sldChg>
      <pc:sldChg chg="addSp modSp new mod">
        <pc:chgData name="林俊杰" userId="dcfdc803-95d8-409b-8404-351632be86e2" providerId="ADAL" clId="{9B022C06-2C68-4F45-A97F-B04D6F7E7B6D}" dt="2024-11-16T15:38:14.585" v="67" actId="1076"/>
        <pc:sldMkLst>
          <pc:docMk/>
          <pc:sldMk cId="4178812576" sldId="361"/>
        </pc:sldMkLst>
        <pc:spChg chg="mod">
          <ac:chgData name="林俊杰" userId="dcfdc803-95d8-409b-8404-351632be86e2" providerId="ADAL" clId="{9B022C06-2C68-4F45-A97F-B04D6F7E7B6D}" dt="2024-11-16T15:36:32.192" v="9" actId="20577"/>
          <ac:spMkLst>
            <pc:docMk/>
            <pc:sldMk cId="4178812576" sldId="361"/>
            <ac:spMk id="2" creationId="{E3862188-8D85-3DF7-D6F1-92785D6CA512}"/>
          </ac:spMkLst>
        </pc:spChg>
        <pc:spChg chg="mod">
          <ac:chgData name="林俊杰" userId="dcfdc803-95d8-409b-8404-351632be86e2" providerId="ADAL" clId="{9B022C06-2C68-4F45-A97F-B04D6F7E7B6D}" dt="2024-11-16T15:37:45.549" v="61" actId="20577"/>
          <ac:spMkLst>
            <pc:docMk/>
            <pc:sldMk cId="4178812576" sldId="361"/>
            <ac:spMk id="3" creationId="{5DD5DD25-805E-5196-2744-2A21EC75295F}"/>
          </ac:spMkLst>
        </pc:spChg>
        <pc:picChg chg="add mod">
          <ac:chgData name="林俊杰" userId="dcfdc803-95d8-409b-8404-351632be86e2" providerId="ADAL" clId="{9B022C06-2C68-4F45-A97F-B04D6F7E7B6D}" dt="2024-11-16T15:38:14.585" v="67" actId="1076"/>
          <ac:picMkLst>
            <pc:docMk/>
            <pc:sldMk cId="4178812576" sldId="361"/>
            <ac:picMk id="4" creationId="{37F33F2B-1150-84F7-41B3-2B7AFD0D38CA}"/>
          </ac:picMkLst>
        </pc:picChg>
        <pc:picChg chg="add mod">
          <ac:chgData name="林俊杰" userId="dcfdc803-95d8-409b-8404-351632be86e2" providerId="ADAL" clId="{9B022C06-2C68-4F45-A97F-B04D6F7E7B6D}" dt="2024-11-16T15:38:11.934" v="66" actId="1076"/>
          <ac:picMkLst>
            <pc:docMk/>
            <pc:sldMk cId="4178812576" sldId="361"/>
            <ac:picMk id="5" creationId="{2B1B3F68-3599-048B-4D34-957EFD652374}"/>
          </ac:picMkLst>
        </pc:picChg>
      </pc:sldChg>
      <pc:sldChg chg="addSp delSp modSp new mod">
        <pc:chgData name="林俊杰" userId="dcfdc803-95d8-409b-8404-351632be86e2" providerId="ADAL" clId="{9B022C06-2C68-4F45-A97F-B04D6F7E7B6D}" dt="2024-11-17T06:21:05.503" v="455"/>
        <pc:sldMkLst>
          <pc:docMk/>
          <pc:sldMk cId="2621854740" sldId="362"/>
        </pc:sldMkLst>
        <pc:spChg chg="mod">
          <ac:chgData name="林俊杰" userId="dcfdc803-95d8-409b-8404-351632be86e2" providerId="ADAL" clId="{9B022C06-2C68-4F45-A97F-B04D6F7E7B6D}" dt="2024-11-16T15:40:21.338" v="115" actId="20577"/>
          <ac:spMkLst>
            <pc:docMk/>
            <pc:sldMk cId="2621854740" sldId="362"/>
            <ac:spMk id="2" creationId="{68AB4A7F-BFBA-4620-04B9-958D4EF7BFFD}"/>
          </ac:spMkLst>
        </pc:spChg>
        <pc:spChg chg="mod">
          <ac:chgData name="林俊杰" userId="dcfdc803-95d8-409b-8404-351632be86e2" providerId="ADAL" clId="{9B022C06-2C68-4F45-A97F-B04D6F7E7B6D}" dt="2024-11-17T06:21:05.503" v="455"/>
          <ac:spMkLst>
            <pc:docMk/>
            <pc:sldMk cId="2621854740" sldId="362"/>
            <ac:spMk id="3" creationId="{DB356E72-DA3F-9794-D674-D3A8C76395F2}"/>
          </ac:spMkLst>
        </pc:spChg>
      </pc:sldChg>
      <pc:sldChg chg="addSp delSp modSp new mod modClrScheme chgLayout">
        <pc:chgData name="林俊杰" userId="dcfdc803-95d8-409b-8404-351632be86e2" providerId="ADAL" clId="{9B022C06-2C68-4F45-A97F-B04D6F7E7B6D}" dt="2024-11-17T06:26:05.422" v="465" actId="14100"/>
        <pc:sldMkLst>
          <pc:docMk/>
          <pc:sldMk cId="1989544489" sldId="363"/>
        </pc:sldMkLst>
        <pc:spChg chg="add mod">
          <ac:chgData name="林俊杰" userId="dcfdc803-95d8-409b-8404-351632be86e2" providerId="ADAL" clId="{9B022C06-2C68-4F45-A97F-B04D6F7E7B6D}" dt="2024-11-17T06:26:01.142" v="464" actId="1076"/>
          <ac:spMkLst>
            <pc:docMk/>
            <pc:sldMk cId="1989544489" sldId="363"/>
            <ac:spMk id="7" creationId="{AF9ACCF9-750B-4BD1-FED5-0C1FB7085CBD}"/>
          </ac:spMkLst>
        </pc:spChg>
        <pc:picChg chg="add mod">
          <ac:chgData name="林俊杰" userId="dcfdc803-95d8-409b-8404-351632be86e2" providerId="ADAL" clId="{9B022C06-2C68-4F45-A97F-B04D6F7E7B6D}" dt="2024-11-17T06:26:05.422" v="465" actId="14100"/>
          <ac:picMkLst>
            <pc:docMk/>
            <pc:sldMk cId="1989544489" sldId="363"/>
            <ac:picMk id="5" creationId="{034D639A-B19C-DA31-60F9-80A9662486AB}"/>
          </ac:picMkLst>
        </pc:picChg>
      </pc:sldChg>
      <pc:sldChg chg="addSp modSp new mod">
        <pc:chgData name="林俊杰" userId="dcfdc803-95d8-409b-8404-351632be86e2" providerId="ADAL" clId="{9B022C06-2C68-4F45-A97F-B04D6F7E7B6D}" dt="2024-11-17T06:36:38.263" v="496" actId="14100"/>
        <pc:sldMkLst>
          <pc:docMk/>
          <pc:sldMk cId="587956549" sldId="364"/>
        </pc:sldMkLst>
        <pc:spChg chg="mod">
          <ac:chgData name="林俊杰" userId="dcfdc803-95d8-409b-8404-351632be86e2" providerId="ADAL" clId="{9B022C06-2C68-4F45-A97F-B04D6F7E7B6D}" dt="2024-11-17T06:36:35.847" v="495" actId="20577"/>
          <ac:spMkLst>
            <pc:docMk/>
            <pc:sldMk cId="587956549" sldId="364"/>
            <ac:spMk id="2" creationId="{C293333F-DB58-8470-D1CC-19BEA120379C}"/>
          </ac:spMkLst>
        </pc:spChg>
        <pc:spChg chg="mod">
          <ac:chgData name="林俊杰" userId="dcfdc803-95d8-409b-8404-351632be86e2" providerId="ADAL" clId="{9B022C06-2C68-4F45-A97F-B04D6F7E7B6D}" dt="2024-11-17T06:36:16.603" v="472"/>
          <ac:spMkLst>
            <pc:docMk/>
            <pc:sldMk cId="587956549" sldId="364"/>
            <ac:spMk id="3" creationId="{425E8D90-1295-72E2-CB22-6D5CF19740E6}"/>
          </ac:spMkLst>
        </pc:spChg>
        <pc:picChg chg="add mod">
          <ac:chgData name="林俊杰" userId="dcfdc803-95d8-409b-8404-351632be86e2" providerId="ADAL" clId="{9B022C06-2C68-4F45-A97F-B04D6F7E7B6D}" dt="2024-11-17T06:36:38.263" v="496" actId="14100"/>
          <ac:picMkLst>
            <pc:docMk/>
            <pc:sldMk cId="587956549" sldId="364"/>
            <ac:picMk id="1026" creationId="{FE3A9836-F7AB-E779-1D96-BEA04208F442}"/>
          </ac:picMkLst>
        </pc:picChg>
      </pc:sldChg>
    </pc:docChg>
  </pc:docChgLst>
  <pc:docChgLst>
    <pc:chgData name="林俊杰" userId="dcfdc803-95d8-409b-8404-351632be86e2" providerId="ADAL" clId="{062D9231-6D5E-E64E-A40F-2039609439D7}"/>
    <pc:docChg chg="undo addSld delSld">
      <pc:chgData name="林俊杰" userId="dcfdc803-95d8-409b-8404-351632be86e2" providerId="ADAL" clId="{062D9231-6D5E-E64E-A40F-2039609439D7}" dt="2024-12-10T13:57:58.281" v="32" actId="2696"/>
      <pc:docMkLst>
        <pc:docMk/>
      </pc:docMkLst>
      <pc:sldChg chg="del">
        <pc:chgData name="林俊杰" userId="dcfdc803-95d8-409b-8404-351632be86e2" providerId="ADAL" clId="{062D9231-6D5E-E64E-A40F-2039609439D7}" dt="2024-12-10T13:57:17.119" v="1" actId="2696"/>
        <pc:sldMkLst>
          <pc:docMk/>
          <pc:sldMk cId="3435683266" sldId="273"/>
        </pc:sldMkLst>
      </pc:sldChg>
      <pc:sldChg chg="add del">
        <pc:chgData name="林俊杰" userId="dcfdc803-95d8-409b-8404-351632be86e2" providerId="ADAL" clId="{062D9231-6D5E-E64E-A40F-2039609439D7}" dt="2024-12-10T13:57:58.239" v="23" actId="2696"/>
        <pc:sldMkLst>
          <pc:docMk/>
          <pc:sldMk cId="3817474122" sldId="313"/>
        </pc:sldMkLst>
      </pc:sldChg>
      <pc:sldChg chg="add del">
        <pc:chgData name="林俊杰" userId="dcfdc803-95d8-409b-8404-351632be86e2" providerId="ADAL" clId="{062D9231-6D5E-E64E-A40F-2039609439D7}" dt="2024-12-10T13:57:58.271" v="27" actId="2696"/>
        <pc:sldMkLst>
          <pc:docMk/>
          <pc:sldMk cId="613232461" sldId="319"/>
        </pc:sldMkLst>
      </pc:sldChg>
      <pc:sldChg chg="add del">
        <pc:chgData name="林俊杰" userId="dcfdc803-95d8-409b-8404-351632be86e2" providerId="ADAL" clId="{062D9231-6D5E-E64E-A40F-2039609439D7}" dt="2024-12-10T13:57:58.281" v="32" actId="2696"/>
        <pc:sldMkLst>
          <pc:docMk/>
          <pc:sldMk cId="1321680623" sldId="320"/>
        </pc:sldMkLst>
      </pc:sldChg>
      <pc:sldChg chg="add del">
        <pc:chgData name="林俊杰" userId="dcfdc803-95d8-409b-8404-351632be86e2" providerId="ADAL" clId="{062D9231-6D5E-E64E-A40F-2039609439D7}" dt="2024-12-10T13:57:58.277" v="30" actId="2696"/>
        <pc:sldMkLst>
          <pc:docMk/>
          <pc:sldMk cId="3542761455" sldId="322"/>
        </pc:sldMkLst>
      </pc:sldChg>
      <pc:sldChg chg="add del">
        <pc:chgData name="林俊杰" userId="dcfdc803-95d8-409b-8404-351632be86e2" providerId="ADAL" clId="{062D9231-6D5E-E64E-A40F-2039609439D7}" dt="2024-12-10T13:57:58.241" v="25" actId="2696"/>
        <pc:sldMkLst>
          <pc:docMk/>
          <pc:sldMk cId="808619229" sldId="323"/>
        </pc:sldMkLst>
      </pc:sldChg>
      <pc:sldChg chg="add del">
        <pc:chgData name="林俊杰" userId="dcfdc803-95d8-409b-8404-351632be86e2" providerId="ADAL" clId="{062D9231-6D5E-E64E-A40F-2039609439D7}" dt="2024-12-10T13:57:58.241" v="24" actId="2696"/>
        <pc:sldMkLst>
          <pc:docMk/>
          <pc:sldMk cId="3814490260" sldId="324"/>
        </pc:sldMkLst>
      </pc:sldChg>
      <pc:sldChg chg="add del">
        <pc:chgData name="林俊杰" userId="dcfdc803-95d8-409b-8404-351632be86e2" providerId="ADAL" clId="{062D9231-6D5E-E64E-A40F-2039609439D7}" dt="2024-12-10T13:57:58.242" v="26" actId="2696"/>
        <pc:sldMkLst>
          <pc:docMk/>
          <pc:sldMk cId="992301967" sldId="329"/>
        </pc:sldMkLst>
      </pc:sldChg>
      <pc:sldChg chg="add del">
        <pc:chgData name="林俊杰" userId="dcfdc803-95d8-409b-8404-351632be86e2" providerId="ADAL" clId="{062D9231-6D5E-E64E-A40F-2039609439D7}" dt="2024-12-10T13:57:58.275" v="28" actId="2696"/>
        <pc:sldMkLst>
          <pc:docMk/>
          <pc:sldMk cId="1182794119" sldId="330"/>
        </pc:sldMkLst>
      </pc:sldChg>
      <pc:sldChg chg="add del">
        <pc:chgData name="林俊杰" userId="dcfdc803-95d8-409b-8404-351632be86e2" providerId="ADAL" clId="{062D9231-6D5E-E64E-A40F-2039609439D7}" dt="2024-12-10T13:57:58.276" v="29" actId="2696"/>
        <pc:sldMkLst>
          <pc:docMk/>
          <pc:sldMk cId="2468136592" sldId="331"/>
        </pc:sldMkLst>
      </pc:sldChg>
      <pc:sldChg chg="del">
        <pc:chgData name="林俊杰" userId="dcfdc803-95d8-409b-8404-351632be86e2" providerId="ADAL" clId="{062D9231-6D5E-E64E-A40F-2039609439D7}" dt="2024-12-10T13:55:09.959" v="0" actId="2696"/>
        <pc:sldMkLst>
          <pc:docMk/>
          <pc:sldMk cId="2531876136" sldId="375"/>
        </pc:sldMkLst>
      </pc:sldChg>
      <pc:sldChg chg="del">
        <pc:chgData name="林俊杰" userId="dcfdc803-95d8-409b-8404-351632be86e2" providerId="ADAL" clId="{062D9231-6D5E-E64E-A40F-2039609439D7}" dt="2024-12-10T13:57:29.477" v="2" actId="2696"/>
        <pc:sldMkLst>
          <pc:docMk/>
          <pc:sldMk cId="1481492709" sldId="376"/>
        </pc:sldMkLst>
      </pc:sldChg>
      <pc:sldChg chg="add del">
        <pc:chgData name="林俊杰" userId="dcfdc803-95d8-409b-8404-351632be86e2" providerId="ADAL" clId="{062D9231-6D5E-E64E-A40F-2039609439D7}" dt="2024-12-10T13:57:58.277" v="31" actId="2696"/>
        <pc:sldMkLst>
          <pc:docMk/>
          <pc:sldMk cId="2825496345" sldId="377"/>
        </pc:sldMkLst>
      </pc:sldChg>
    </pc:docChg>
  </pc:docChgLst>
  <pc:docChgLst>
    <pc:chgData name="林俊杰" userId="dcfdc803-95d8-409b-8404-351632be86e2" providerId="ADAL" clId="{598D95C7-C145-4FD6-8C3A-E944C4E5717B}"/>
    <pc:docChg chg="addSld delSld modSld">
      <pc:chgData name="林俊杰" userId="dcfdc803-95d8-409b-8404-351632be86e2" providerId="ADAL" clId="{598D95C7-C145-4FD6-8C3A-E944C4E5717B}" dt="2024-12-24T09:19:33.151" v="2"/>
      <pc:docMkLst>
        <pc:docMk/>
      </pc:docMkLst>
      <pc:sldChg chg="add del">
        <pc:chgData name="林俊杰" userId="dcfdc803-95d8-409b-8404-351632be86e2" providerId="ADAL" clId="{598D95C7-C145-4FD6-8C3A-E944C4E5717B}" dt="2024-12-24T09:19:33.151" v="2"/>
        <pc:sldMkLst>
          <pc:docMk/>
          <pc:sldMk cId="0" sldId="295"/>
        </pc:sldMkLst>
      </pc:sldChg>
      <pc:sldChg chg="add del">
        <pc:chgData name="林俊杰" userId="dcfdc803-95d8-409b-8404-351632be86e2" providerId="ADAL" clId="{598D95C7-C145-4FD6-8C3A-E944C4E5717B}" dt="2024-12-24T09:19:33.151" v="2"/>
        <pc:sldMkLst>
          <pc:docMk/>
          <pc:sldMk cId="0" sldId="296"/>
        </pc:sldMkLst>
      </pc:sldChg>
      <pc:sldChg chg="add del">
        <pc:chgData name="林俊杰" userId="dcfdc803-95d8-409b-8404-351632be86e2" providerId="ADAL" clId="{598D95C7-C145-4FD6-8C3A-E944C4E5717B}" dt="2024-12-24T09:19:33.151" v="2"/>
        <pc:sldMkLst>
          <pc:docMk/>
          <pc:sldMk cId="0" sldId="297"/>
        </pc:sldMkLst>
      </pc:sldChg>
      <pc:sldChg chg="add del">
        <pc:chgData name="林俊杰" userId="dcfdc803-95d8-409b-8404-351632be86e2" providerId="ADAL" clId="{598D95C7-C145-4FD6-8C3A-E944C4E5717B}" dt="2024-12-24T09:19:33.151" v="2"/>
        <pc:sldMkLst>
          <pc:docMk/>
          <pc:sldMk cId="0" sldId="298"/>
        </pc:sldMkLst>
      </pc:sldChg>
    </pc:docChg>
  </pc:docChgLst>
  <pc:docChgLst>
    <pc:chgData name="林俊杰" userId="dcfdc803-95d8-409b-8404-351632be86e2" providerId="ADAL" clId="{BE427D64-6CE2-4343-8CF2-4250FFA89334}"/>
    <pc:docChg chg="undo custSel addSld modSld">
      <pc:chgData name="林俊杰" userId="dcfdc803-95d8-409b-8404-351632be86e2" providerId="ADAL" clId="{BE427D64-6CE2-4343-8CF2-4250FFA89334}" dt="2024-11-19T09:30:21.455" v="1265" actId="27636"/>
      <pc:docMkLst>
        <pc:docMk/>
      </pc:docMkLst>
      <pc:sldChg chg="addSp delSp modSp mod">
        <pc:chgData name="林俊杰" userId="dcfdc803-95d8-409b-8404-351632be86e2" providerId="ADAL" clId="{BE427D64-6CE2-4343-8CF2-4250FFA89334}" dt="2024-11-19T08:33:28.550" v="551" actId="1076"/>
        <pc:sldMkLst>
          <pc:docMk/>
          <pc:sldMk cId="2621854740" sldId="362"/>
        </pc:sldMkLst>
        <pc:spChg chg="mod">
          <ac:chgData name="林俊杰" userId="dcfdc803-95d8-409b-8404-351632be86e2" providerId="ADAL" clId="{BE427D64-6CE2-4343-8CF2-4250FFA89334}" dt="2024-11-19T08:26:55.288" v="357" actId="20577"/>
          <ac:spMkLst>
            <pc:docMk/>
            <pc:sldMk cId="2621854740" sldId="362"/>
            <ac:spMk id="3" creationId="{DB356E72-DA3F-9794-D674-D3A8C76395F2}"/>
          </ac:spMkLst>
        </pc:spChg>
        <pc:spChg chg="add mod">
          <ac:chgData name="林俊杰" userId="dcfdc803-95d8-409b-8404-351632be86e2" providerId="ADAL" clId="{BE427D64-6CE2-4343-8CF2-4250FFA89334}" dt="2024-11-19T08:33:20.714" v="547" actId="27636"/>
          <ac:spMkLst>
            <pc:docMk/>
            <pc:sldMk cId="2621854740" sldId="362"/>
            <ac:spMk id="6" creationId="{A6F9BDE8-49CF-496A-8D79-FFFC17F8C28F}"/>
          </ac:spMkLst>
        </pc:spChg>
        <pc:picChg chg="add mod">
          <ac:chgData name="林俊杰" userId="dcfdc803-95d8-409b-8404-351632be86e2" providerId="ADAL" clId="{BE427D64-6CE2-4343-8CF2-4250FFA89334}" dt="2024-11-19T08:33:28.550" v="551" actId="1076"/>
          <ac:picMkLst>
            <pc:docMk/>
            <pc:sldMk cId="2621854740" sldId="362"/>
            <ac:picMk id="8" creationId="{8CCBF6AA-7135-47E2-8B8D-CD25B90BC75C}"/>
          </ac:picMkLst>
        </pc:picChg>
      </pc:sldChg>
      <pc:sldChg chg="addSp delSp modSp mod">
        <pc:chgData name="林俊杰" userId="dcfdc803-95d8-409b-8404-351632be86e2" providerId="ADAL" clId="{BE427D64-6CE2-4343-8CF2-4250FFA89334}" dt="2024-11-19T08:00:39.671" v="3" actId="21"/>
        <pc:sldMkLst>
          <pc:docMk/>
          <pc:sldMk cId="1266707202" sldId="365"/>
        </pc:sldMkLst>
      </pc:sldChg>
      <pc:sldChg chg="addSp modSp mod">
        <pc:chgData name="林俊杰" userId="dcfdc803-95d8-409b-8404-351632be86e2" providerId="ADAL" clId="{BE427D64-6CE2-4343-8CF2-4250FFA89334}" dt="2024-11-19T08:45:12.109" v="553" actId="1076"/>
        <pc:sldMkLst>
          <pc:docMk/>
          <pc:sldMk cId="1479711794" sldId="366"/>
        </pc:sldMkLst>
        <pc:spChg chg="add mod">
          <ac:chgData name="林俊杰" userId="dcfdc803-95d8-409b-8404-351632be86e2" providerId="ADAL" clId="{BE427D64-6CE2-4343-8CF2-4250FFA89334}" dt="2024-11-19T08:45:12.109" v="553" actId="1076"/>
          <ac:spMkLst>
            <pc:docMk/>
            <pc:sldMk cId="1479711794" sldId="366"/>
            <ac:spMk id="5" creationId="{43666CC9-6261-4239-80C9-754040809050}"/>
          </ac:spMkLst>
        </pc:spChg>
      </pc:sldChg>
      <pc:sldChg chg="addSp modSp mod">
        <pc:chgData name="林俊杰" userId="dcfdc803-95d8-409b-8404-351632be86e2" providerId="ADAL" clId="{BE427D64-6CE2-4343-8CF2-4250FFA89334}" dt="2024-11-19T09:27:40.414" v="1091" actId="1076"/>
        <pc:sldMkLst>
          <pc:docMk/>
          <pc:sldMk cId="2862772208" sldId="370"/>
        </pc:sldMkLst>
        <pc:spChg chg="add mod">
          <ac:chgData name="林俊杰" userId="dcfdc803-95d8-409b-8404-351632be86e2" providerId="ADAL" clId="{BE427D64-6CE2-4343-8CF2-4250FFA89334}" dt="2024-11-19T08:54:53.946" v="683" actId="1076"/>
          <ac:spMkLst>
            <pc:docMk/>
            <pc:sldMk cId="2862772208" sldId="370"/>
            <ac:spMk id="3" creationId="{5601DA1B-08BD-4059-A872-8B42E9A7A0F5}"/>
          </ac:spMkLst>
        </pc:spChg>
        <pc:spChg chg="add mod">
          <ac:chgData name="林俊杰" userId="dcfdc803-95d8-409b-8404-351632be86e2" providerId="ADAL" clId="{BE427D64-6CE2-4343-8CF2-4250FFA89334}" dt="2024-11-19T09:01:38.124" v="784" actId="20577"/>
          <ac:spMkLst>
            <pc:docMk/>
            <pc:sldMk cId="2862772208" sldId="370"/>
            <ac:spMk id="4" creationId="{4AF15DE2-C816-4049-BEE7-CB475E8F6522}"/>
          </ac:spMkLst>
        </pc:spChg>
        <pc:spChg chg="mod">
          <ac:chgData name="林俊杰" userId="dcfdc803-95d8-409b-8404-351632be86e2" providerId="ADAL" clId="{BE427D64-6CE2-4343-8CF2-4250FFA89334}" dt="2024-11-19T09:14:54.289" v="925" actId="1076"/>
          <ac:spMkLst>
            <pc:docMk/>
            <pc:sldMk cId="2862772208" sldId="370"/>
            <ac:spMk id="5" creationId="{08162A67-506F-491B-8CB4-75C41824E839}"/>
          </ac:spMkLst>
        </pc:spChg>
        <pc:spChg chg="mod">
          <ac:chgData name="林俊杰" userId="dcfdc803-95d8-409b-8404-351632be86e2" providerId="ADAL" clId="{BE427D64-6CE2-4343-8CF2-4250FFA89334}" dt="2024-11-19T08:54:56.987" v="684" actId="14100"/>
          <ac:spMkLst>
            <pc:docMk/>
            <pc:sldMk cId="2862772208" sldId="370"/>
            <ac:spMk id="6" creationId="{D52EA4EE-2345-44BC-877F-722F463D55FA}"/>
          </ac:spMkLst>
        </pc:spChg>
        <pc:spChg chg="mod">
          <ac:chgData name="林俊杰" userId="dcfdc803-95d8-409b-8404-351632be86e2" providerId="ADAL" clId="{BE427D64-6CE2-4343-8CF2-4250FFA89334}" dt="2024-11-19T08:48:36.900" v="559" actId="6549"/>
          <ac:spMkLst>
            <pc:docMk/>
            <pc:sldMk cId="2862772208" sldId="370"/>
            <ac:spMk id="7" creationId="{9FFE5A14-CB8C-42AA-9C31-D96F2B1E86EB}"/>
          </ac:spMkLst>
        </pc:spChg>
        <pc:spChg chg="add mod">
          <ac:chgData name="林俊杰" userId="dcfdc803-95d8-409b-8404-351632be86e2" providerId="ADAL" clId="{BE427D64-6CE2-4343-8CF2-4250FFA89334}" dt="2024-11-19T09:16:51.237" v="946" actId="20577"/>
          <ac:spMkLst>
            <pc:docMk/>
            <pc:sldMk cId="2862772208" sldId="370"/>
            <ac:spMk id="9" creationId="{D429243C-1451-4E31-8821-1B38B6462CC5}"/>
          </ac:spMkLst>
        </pc:spChg>
        <pc:spChg chg="add mod">
          <ac:chgData name="林俊杰" userId="dcfdc803-95d8-409b-8404-351632be86e2" providerId="ADAL" clId="{BE427D64-6CE2-4343-8CF2-4250FFA89334}" dt="2024-11-19T09:27:37.492" v="1090" actId="1076"/>
          <ac:spMkLst>
            <pc:docMk/>
            <pc:sldMk cId="2862772208" sldId="370"/>
            <ac:spMk id="10" creationId="{D7AB0AB9-44B7-40C7-B836-2DF71F7D5F99}"/>
          </ac:spMkLst>
        </pc:spChg>
        <pc:spChg chg="add mod">
          <ac:chgData name="林俊杰" userId="dcfdc803-95d8-409b-8404-351632be86e2" providerId="ADAL" clId="{BE427D64-6CE2-4343-8CF2-4250FFA89334}" dt="2024-11-19T09:07:42.099" v="845" actId="6549"/>
          <ac:spMkLst>
            <pc:docMk/>
            <pc:sldMk cId="2862772208" sldId="370"/>
            <ac:spMk id="12" creationId="{ACEDC211-018E-49D9-8D47-B9DEF9340A1D}"/>
          </ac:spMkLst>
        </pc:spChg>
        <pc:spChg chg="add mod">
          <ac:chgData name="林俊杰" userId="dcfdc803-95d8-409b-8404-351632be86e2" providerId="ADAL" clId="{BE427D64-6CE2-4343-8CF2-4250FFA89334}" dt="2024-11-19T09:27:40.414" v="1091" actId="1076"/>
          <ac:spMkLst>
            <pc:docMk/>
            <pc:sldMk cId="2862772208" sldId="370"/>
            <ac:spMk id="14" creationId="{AB4C9736-5C69-4625-8918-07C0D5E102A9}"/>
          </ac:spMkLst>
        </pc:spChg>
      </pc:sldChg>
      <pc:sldChg chg="addSp delSp modSp new mod">
        <pc:chgData name="林俊杰" userId="dcfdc803-95d8-409b-8404-351632be86e2" providerId="ADAL" clId="{BE427D64-6CE2-4343-8CF2-4250FFA89334}" dt="2024-11-19T08:07:13.724" v="152" actId="20577"/>
        <pc:sldMkLst>
          <pc:docMk/>
          <pc:sldMk cId="128268984" sldId="371"/>
        </pc:sldMkLst>
        <pc:spChg chg="mod">
          <ac:chgData name="林俊杰" userId="dcfdc803-95d8-409b-8404-351632be86e2" providerId="ADAL" clId="{BE427D64-6CE2-4343-8CF2-4250FFA89334}" dt="2024-11-19T08:06:49.775" v="144" actId="27636"/>
          <ac:spMkLst>
            <pc:docMk/>
            <pc:sldMk cId="128268984" sldId="371"/>
            <ac:spMk id="2" creationId="{26D5535A-8A1C-438A-A7BC-32738AFC204E}"/>
          </ac:spMkLst>
        </pc:spChg>
        <pc:spChg chg="mod">
          <ac:chgData name="林俊杰" userId="dcfdc803-95d8-409b-8404-351632be86e2" providerId="ADAL" clId="{BE427D64-6CE2-4343-8CF2-4250FFA89334}" dt="2024-11-19T08:07:13.724" v="152" actId="20577"/>
          <ac:spMkLst>
            <pc:docMk/>
            <pc:sldMk cId="128268984" sldId="371"/>
            <ac:spMk id="3" creationId="{CBBAA0BC-13A6-4ABE-8395-CA995EC00D23}"/>
          </ac:spMkLst>
        </pc:spChg>
        <pc:picChg chg="add mod">
          <ac:chgData name="林俊杰" userId="dcfdc803-95d8-409b-8404-351632be86e2" providerId="ADAL" clId="{BE427D64-6CE2-4343-8CF2-4250FFA89334}" dt="2024-11-19T08:06:27.639" v="139" actId="1076"/>
          <ac:picMkLst>
            <pc:docMk/>
            <pc:sldMk cId="128268984" sldId="371"/>
            <ac:picMk id="7" creationId="{41D41B81-91D7-45E3-AD9A-C7AC841C45AA}"/>
          </ac:picMkLst>
        </pc:picChg>
        <pc:picChg chg="add mod">
          <ac:chgData name="林俊杰" userId="dcfdc803-95d8-409b-8404-351632be86e2" providerId="ADAL" clId="{BE427D64-6CE2-4343-8CF2-4250FFA89334}" dt="2024-11-19T08:06:18.013" v="136" actId="1076"/>
          <ac:picMkLst>
            <pc:docMk/>
            <pc:sldMk cId="128268984" sldId="371"/>
            <ac:picMk id="9" creationId="{01A31482-C293-49AE-8591-1EC249F2071F}"/>
          </ac:picMkLst>
        </pc:picChg>
        <pc:picChg chg="add mod ord">
          <ac:chgData name="林俊杰" userId="dcfdc803-95d8-409b-8404-351632be86e2" providerId="ADAL" clId="{BE427D64-6CE2-4343-8CF2-4250FFA89334}" dt="2024-11-19T08:06:56.967" v="145" actId="14100"/>
          <ac:picMkLst>
            <pc:docMk/>
            <pc:sldMk cId="128268984" sldId="371"/>
            <ac:picMk id="11" creationId="{BAC24F53-28D9-4B5A-AE08-78F771FA7241}"/>
          </ac:picMkLst>
        </pc:picChg>
      </pc:sldChg>
      <pc:sldChg chg="addSp delSp modSp new mod chgLayout">
        <pc:chgData name="林俊杰" userId="dcfdc803-95d8-409b-8404-351632be86e2" providerId="ADAL" clId="{BE427D64-6CE2-4343-8CF2-4250FFA89334}" dt="2024-11-19T09:30:21.455" v="1265" actId="27636"/>
        <pc:sldMkLst>
          <pc:docMk/>
          <pc:sldMk cId="730432520" sldId="372"/>
        </pc:sldMkLst>
        <pc:spChg chg="mod ord">
          <ac:chgData name="林俊杰" userId="dcfdc803-95d8-409b-8404-351632be86e2" providerId="ADAL" clId="{BE427D64-6CE2-4343-8CF2-4250FFA89334}" dt="2024-11-19T09:29:17.826" v="1122" actId="700"/>
          <ac:spMkLst>
            <pc:docMk/>
            <pc:sldMk cId="730432520" sldId="372"/>
            <ac:spMk id="2" creationId="{385E5348-ADDC-43A1-9342-411B809ACFBD}"/>
          </ac:spMkLst>
        </pc:spChg>
        <pc:spChg chg="add mod">
          <ac:chgData name="林俊杰" userId="dcfdc803-95d8-409b-8404-351632be86e2" providerId="ADAL" clId="{BE427D64-6CE2-4343-8CF2-4250FFA89334}" dt="2024-11-19T09:15:43.249" v="931" actId="1076"/>
          <ac:spMkLst>
            <pc:docMk/>
            <pc:sldMk cId="730432520" sldId="372"/>
            <ac:spMk id="4" creationId="{F2571B6F-D1AB-4F10-A175-EDAE941ECE6D}"/>
          </ac:spMkLst>
        </pc:spChg>
        <pc:spChg chg="add mod">
          <ac:chgData name="林俊杰" userId="dcfdc803-95d8-409b-8404-351632be86e2" providerId="ADAL" clId="{BE427D64-6CE2-4343-8CF2-4250FFA89334}" dt="2024-11-19T09:16:13.890" v="938" actId="1582"/>
          <ac:spMkLst>
            <pc:docMk/>
            <pc:sldMk cId="730432520" sldId="372"/>
            <ac:spMk id="7" creationId="{5D37DF10-2353-407A-939F-68684B40F330}"/>
          </ac:spMkLst>
        </pc:spChg>
        <pc:spChg chg="add mod">
          <ac:chgData name="林俊杰" userId="dcfdc803-95d8-409b-8404-351632be86e2" providerId="ADAL" clId="{BE427D64-6CE2-4343-8CF2-4250FFA89334}" dt="2024-11-19T09:18:05.014" v="955" actId="1076"/>
          <ac:spMkLst>
            <pc:docMk/>
            <pc:sldMk cId="730432520" sldId="372"/>
            <ac:spMk id="9" creationId="{B751A524-19F1-4280-9563-64BCD6A53373}"/>
          </ac:spMkLst>
        </pc:spChg>
        <pc:spChg chg="add mod">
          <ac:chgData name="林俊杰" userId="dcfdc803-95d8-409b-8404-351632be86e2" providerId="ADAL" clId="{BE427D64-6CE2-4343-8CF2-4250FFA89334}" dt="2024-11-19T09:24:13.174" v="1051" actId="1076"/>
          <ac:spMkLst>
            <pc:docMk/>
            <pc:sldMk cId="730432520" sldId="372"/>
            <ac:spMk id="10" creationId="{8A7F7E0F-E90F-4007-BDD6-849F212A0510}"/>
          </ac:spMkLst>
        </pc:spChg>
        <pc:spChg chg="add mod">
          <ac:chgData name="林俊杰" userId="dcfdc803-95d8-409b-8404-351632be86e2" providerId="ADAL" clId="{BE427D64-6CE2-4343-8CF2-4250FFA89334}" dt="2024-11-19T09:24:03.904" v="1049" actId="1076"/>
          <ac:spMkLst>
            <pc:docMk/>
            <pc:sldMk cId="730432520" sldId="372"/>
            <ac:spMk id="11" creationId="{A715A4EF-1736-4856-95E2-2E205E27B7D9}"/>
          </ac:spMkLst>
        </pc:spChg>
        <pc:spChg chg="add mod">
          <ac:chgData name="林俊杰" userId="dcfdc803-95d8-409b-8404-351632be86e2" providerId="ADAL" clId="{BE427D64-6CE2-4343-8CF2-4250FFA89334}" dt="2024-11-19T09:24:07.187" v="1050" actId="1076"/>
          <ac:spMkLst>
            <pc:docMk/>
            <pc:sldMk cId="730432520" sldId="372"/>
            <ac:spMk id="12" creationId="{220A7778-CA01-4EAA-AB06-159D32673996}"/>
          </ac:spMkLst>
        </pc:spChg>
        <pc:spChg chg="add mod">
          <ac:chgData name="林俊杰" userId="dcfdc803-95d8-409b-8404-351632be86e2" providerId="ADAL" clId="{BE427D64-6CE2-4343-8CF2-4250FFA89334}" dt="2024-11-19T09:23:55.666" v="1048" actId="6549"/>
          <ac:spMkLst>
            <pc:docMk/>
            <pc:sldMk cId="730432520" sldId="372"/>
            <ac:spMk id="13" creationId="{401A0522-0B30-41F5-BC2C-C31789E02FD6}"/>
          </ac:spMkLst>
        </pc:spChg>
        <pc:spChg chg="add mod">
          <ac:chgData name="林俊杰" userId="dcfdc803-95d8-409b-8404-351632be86e2" providerId="ADAL" clId="{BE427D64-6CE2-4343-8CF2-4250FFA89334}" dt="2024-11-19T09:29:28.450" v="1125" actId="1076"/>
          <ac:spMkLst>
            <pc:docMk/>
            <pc:sldMk cId="730432520" sldId="372"/>
            <ac:spMk id="14" creationId="{34D1D79A-AA9A-45E4-8134-AA4D8451F2B3}"/>
          </ac:spMkLst>
        </pc:spChg>
        <pc:spChg chg="add mod">
          <ac:chgData name="林俊杰" userId="dcfdc803-95d8-409b-8404-351632be86e2" providerId="ADAL" clId="{BE427D64-6CE2-4343-8CF2-4250FFA89334}" dt="2024-11-19T09:29:30.249" v="1126" actId="1076"/>
          <ac:spMkLst>
            <pc:docMk/>
            <pc:sldMk cId="730432520" sldId="372"/>
            <ac:spMk id="16" creationId="{99536AB6-21A2-441E-B9CF-F4A6DF0E429D}"/>
          </ac:spMkLst>
        </pc:spChg>
        <pc:spChg chg="add mod ord">
          <ac:chgData name="林俊杰" userId="dcfdc803-95d8-409b-8404-351632be86e2" providerId="ADAL" clId="{BE427D64-6CE2-4343-8CF2-4250FFA89334}" dt="2024-11-19T09:30:21.455" v="1265" actId="27636"/>
          <ac:spMkLst>
            <pc:docMk/>
            <pc:sldMk cId="730432520" sldId="372"/>
            <ac:spMk id="17" creationId="{8AF02FB1-8B6F-4AB3-B60E-7BE95A168748}"/>
          </ac:spMkLst>
        </pc:spChg>
      </pc:sldChg>
    </pc:docChg>
  </pc:docChgLst>
  <pc:docChgLst>
    <pc:chgData name="林俊杰" userId="dcfdc803-95d8-409b-8404-351632be86e2" providerId="ADAL" clId="{705B3589-2B1C-41A9-8BAF-ED509170D430}"/>
    <pc:docChg chg="undo custSel addSld delSld modSld sldOrd">
      <pc:chgData name="林俊杰" userId="dcfdc803-95d8-409b-8404-351632be86e2" providerId="ADAL" clId="{705B3589-2B1C-41A9-8BAF-ED509170D430}" dt="2024-11-19T15:59:52.691" v="1775"/>
      <pc:docMkLst>
        <pc:docMk/>
      </pc:docMkLst>
      <pc:sldChg chg="add">
        <pc:chgData name="林俊杰" userId="dcfdc803-95d8-409b-8404-351632be86e2" providerId="ADAL" clId="{705B3589-2B1C-41A9-8BAF-ED509170D430}" dt="2024-11-19T15:59:16.818" v="1774"/>
        <pc:sldMkLst>
          <pc:docMk/>
          <pc:sldMk cId="3435683266" sldId="273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3817474122" sldId="313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613232461" sldId="319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1321680623" sldId="320"/>
        </pc:sldMkLst>
      </pc:sldChg>
      <pc:sldChg chg="modSp add mod">
        <pc:chgData name="林俊杰" userId="dcfdc803-95d8-409b-8404-351632be86e2" providerId="ADAL" clId="{705B3589-2B1C-41A9-8BAF-ED509170D430}" dt="2024-11-19T15:01:51.250" v="1431" actId="21"/>
        <pc:sldMkLst>
          <pc:docMk/>
          <pc:sldMk cId="3542761455" sldId="322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808619229" sldId="323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3814490260" sldId="324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992301967" sldId="329"/>
        </pc:sldMkLst>
      </pc:sldChg>
      <pc:sldChg chg="add">
        <pc:chgData name="林俊杰" userId="dcfdc803-95d8-409b-8404-351632be86e2" providerId="ADAL" clId="{705B3589-2B1C-41A9-8BAF-ED509170D430}" dt="2024-11-19T14:58:14.439" v="1379"/>
        <pc:sldMkLst>
          <pc:docMk/>
          <pc:sldMk cId="1182794119" sldId="330"/>
        </pc:sldMkLst>
      </pc:sldChg>
      <pc:sldChg chg="addSp modSp add mod">
        <pc:chgData name="林俊杰" userId="dcfdc803-95d8-409b-8404-351632be86e2" providerId="ADAL" clId="{705B3589-2B1C-41A9-8BAF-ED509170D430}" dt="2024-11-19T15:02:11.442" v="1438" actId="1076"/>
        <pc:sldMkLst>
          <pc:docMk/>
          <pc:sldMk cId="2468136592" sldId="331"/>
        </pc:sldMkLst>
      </pc:sldChg>
      <pc:sldChg chg="modSp add mod chgLayout">
        <pc:chgData name="林俊杰" userId="dcfdc803-95d8-409b-8404-351632be86e2" providerId="ADAL" clId="{705B3589-2B1C-41A9-8BAF-ED509170D430}" dt="2024-11-19T14:38:47.844" v="1377" actId="1076"/>
        <pc:sldMkLst>
          <pc:docMk/>
          <pc:sldMk cId="735299662" sldId="341"/>
        </pc:sldMkLst>
        <pc:spChg chg="mod ord">
          <ac:chgData name="林俊杰" userId="dcfdc803-95d8-409b-8404-351632be86e2" providerId="ADAL" clId="{705B3589-2B1C-41A9-8BAF-ED509170D430}" dt="2024-11-19T14:37:30.837" v="1360"/>
          <ac:spMkLst>
            <pc:docMk/>
            <pc:sldMk cId="735299662" sldId="341"/>
            <ac:spMk id="2" creationId="{8828E14C-6144-DFF1-FCEB-4B9C4C20F1E7}"/>
          </ac:spMkLst>
        </pc:spChg>
        <pc:spChg chg="mod ord">
          <ac:chgData name="林俊杰" userId="dcfdc803-95d8-409b-8404-351632be86e2" providerId="ADAL" clId="{705B3589-2B1C-41A9-8BAF-ED509170D430}" dt="2024-11-19T14:38:20.710" v="1368" actId="27636"/>
          <ac:spMkLst>
            <pc:docMk/>
            <pc:sldMk cId="735299662" sldId="341"/>
            <ac:spMk id="3" creationId="{EF403C07-93AA-D724-E7A0-2D9B2C780446}"/>
          </ac:spMkLst>
        </pc:spChg>
        <pc:picChg chg="mod ord">
          <ac:chgData name="林俊杰" userId="dcfdc803-95d8-409b-8404-351632be86e2" providerId="ADAL" clId="{705B3589-2B1C-41A9-8BAF-ED509170D430}" dt="2024-11-19T14:38:47.844" v="1377" actId="1076"/>
          <ac:picMkLst>
            <pc:docMk/>
            <pc:sldMk cId="735299662" sldId="341"/>
            <ac:picMk id="4" creationId="{6D647DF4-D3E3-9D03-2215-FCBC048F9F13}"/>
          </ac:picMkLst>
        </pc:picChg>
      </pc:sldChg>
      <pc:sldChg chg="addSp modSp new mod modClrScheme chgLayout">
        <pc:chgData name="林俊杰" userId="dcfdc803-95d8-409b-8404-351632be86e2" providerId="ADAL" clId="{705B3589-2B1C-41A9-8BAF-ED509170D430}" dt="2024-11-18T08:35:01.146" v="442" actId="1076"/>
        <pc:sldMkLst>
          <pc:docMk/>
          <pc:sldMk cId="1266707202" sldId="365"/>
        </pc:sldMkLst>
        <pc:spChg chg="add mod">
          <ac:chgData name="林俊杰" userId="dcfdc803-95d8-409b-8404-351632be86e2" providerId="ADAL" clId="{705B3589-2B1C-41A9-8BAF-ED509170D430}" dt="2024-11-18T08:24:19.883" v="16"/>
          <ac:spMkLst>
            <pc:docMk/>
            <pc:sldMk cId="1266707202" sldId="365"/>
            <ac:spMk id="2" creationId="{96A50E34-DA77-4AE9-8880-D0EF31F7CA25}"/>
          </ac:spMkLst>
        </pc:spChg>
        <pc:spChg chg="add mod">
          <ac:chgData name="林俊杰" userId="dcfdc803-95d8-409b-8404-351632be86e2" providerId="ADAL" clId="{705B3589-2B1C-41A9-8BAF-ED509170D430}" dt="2024-11-18T08:34:53.040" v="440"/>
          <ac:spMkLst>
            <pc:docMk/>
            <pc:sldMk cId="1266707202" sldId="365"/>
            <ac:spMk id="3" creationId="{76618ABD-CB9C-4FD9-87C9-FF88942AE9C4}"/>
          </ac:spMkLst>
        </pc:spChg>
        <pc:picChg chg="add mod">
          <ac:chgData name="林俊杰" userId="dcfdc803-95d8-409b-8404-351632be86e2" providerId="ADAL" clId="{705B3589-2B1C-41A9-8BAF-ED509170D430}" dt="2024-11-18T08:35:01.146" v="442" actId="1076"/>
          <ac:picMkLst>
            <pc:docMk/>
            <pc:sldMk cId="1266707202" sldId="365"/>
            <ac:picMk id="4" creationId="{6C0F7EDD-8B67-4527-BEE3-1D21A66A0FC2}"/>
          </ac:picMkLst>
        </pc:picChg>
      </pc:sldChg>
      <pc:sldChg chg="modSp new mod">
        <pc:chgData name="林俊杰" userId="dcfdc803-95d8-409b-8404-351632be86e2" providerId="ADAL" clId="{705B3589-2B1C-41A9-8BAF-ED509170D430}" dt="2024-11-18T08:36:50.029" v="569" actId="20577"/>
        <pc:sldMkLst>
          <pc:docMk/>
          <pc:sldMk cId="1479711794" sldId="366"/>
        </pc:sldMkLst>
        <pc:spChg chg="mod">
          <ac:chgData name="林俊杰" userId="dcfdc803-95d8-409b-8404-351632be86e2" providerId="ADAL" clId="{705B3589-2B1C-41A9-8BAF-ED509170D430}" dt="2024-11-18T08:34:07.600" v="378"/>
          <ac:spMkLst>
            <pc:docMk/>
            <pc:sldMk cId="1479711794" sldId="366"/>
            <ac:spMk id="2" creationId="{EE1E7355-5397-4BE1-878D-CBD063F0B393}"/>
          </ac:spMkLst>
        </pc:spChg>
        <pc:spChg chg="mod">
          <ac:chgData name="林俊杰" userId="dcfdc803-95d8-409b-8404-351632be86e2" providerId="ADAL" clId="{705B3589-2B1C-41A9-8BAF-ED509170D430}" dt="2024-11-18T08:36:50.029" v="569" actId="20577"/>
          <ac:spMkLst>
            <pc:docMk/>
            <pc:sldMk cId="1479711794" sldId="366"/>
            <ac:spMk id="3" creationId="{908379F9-1169-469B-A326-DF314A0169FE}"/>
          </ac:spMkLst>
        </pc:spChg>
      </pc:sldChg>
      <pc:sldChg chg="modSp new mod">
        <pc:chgData name="林俊杰" userId="dcfdc803-95d8-409b-8404-351632be86e2" providerId="ADAL" clId="{705B3589-2B1C-41A9-8BAF-ED509170D430}" dt="2024-11-18T08:40:24.204" v="984"/>
        <pc:sldMkLst>
          <pc:docMk/>
          <pc:sldMk cId="3606640545" sldId="367"/>
        </pc:sldMkLst>
        <pc:spChg chg="mod">
          <ac:chgData name="林俊杰" userId="dcfdc803-95d8-409b-8404-351632be86e2" providerId="ADAL" clId="{705B3589-2B1C-41A9-8BAF-ED509170D430}" dt="2024-11-18T08:37:08.908" v="571"/>
          <ac:spMkLst>
            <pc:docMk/>
            <pc:sldMk cId="3606640545" sldId="367"/>
            <ac:spMk id="2" creationId="{E636BF19-5BC4-4EC7-B562-7E84D04C78A2}"/>
          </ac:spMkLst>
        </pc:spChg>
        <pc:spChg chg="mod">
          <ac:chgData name="林俊杰" userId="dcfdc803-95d8-409b-8404-351632be86e2" providerId="ADAL" clId="{705B3589-2B1C-41A9-8BAF-ED509170D430}" dt="2024-11-18T08:40:24.204" v="984"/>
          <ac:spMkLst>
            <pc:docMk/>
            <pc:sldMk cId="3606640545" sldId="367"/>
            <ac:spMk id="3" creationId="{AA151A92-ED4F-46B1-80A6-9129E89F2471}"/>
          </ac:spMkLst>
        </pc:spChg>
      </pc:sldChg>
      <pc:sldChg chg="modSp new del mod ord">
        <pc:chgData name="林俊杰" userId="dcfdc803-95d8-409b-8404-351632be86e2" providerId="ADAL" clId="{705B3589-2B1C-41A9-8BAF-ED509170D430}" dt="2024-11-19T14:39:26.650" v="1378" actId="47"/>
        <pc:sldMkLst>
          <pc:docMk/>
          <pc:sldMk cId="1522208384" sldId="368"/>
        </pc:sldMkLst>
      </pc:sldChg>
      <pc:sldChg chg="addSp modSp new mod ord">
        <pc:chgData name="林俊杰" userId="dcfdc803-95d8-409b-8404-351632be86e2" providerId="ADAL" clId="{705B3589-2B1C-41A9-8BAF-ED509170D430}" dt="2024-11-19T14:32:44.273" v="1207"/>
        <pc:sldMkLst>
          <pc:docMk/>
          <pc:sldMk cId="3439706710" sldId="369"/>
        </pc:sldMkLst>
        <pc:spChg chg="mod">
          <ac:chgData name="林俊杰" userId="dcfdc803-95d8-409b-8404-351632be86e2" providerId="ADAL" clId="{705B3589-2B1C-41A9-8BAF-ED509170D430}" dt="2024-11-18T08:47:14.378" v="1035" actId="20577"/>
          <ac:spMkLst>
            <pc:docMk/>
            <pc:sldMk cId="3439706710" sldId="369"/>
            <ac:spMk id="2" creationId="{48FCB019-E988-4BDC-9C47-68B3ADC49D79}"/>
          </ac:spMkLst>
        </pc:spChg>
        <pc:spChg chg="mod">
          <ac:chgData name="林俊杰" userId="dcfdc803-95d8-409b-8404-351632be86e2" providerId="ADAL" clId="{705B3589-2B1C-41A9-8BAF-ED509170D430}" dt="2024-11-18T08:51:15.692" v="1078" actId="947"/>
          <ac:spMkLst>
            <pc:docMk/>
            <pc:sldMk cId="3439706710" sldId="369"/>
            <ac:spMk id="3" creationId="{581962FD-7912-4E18-8A03-3AB2843A6079}"/>
          </ac:spMkLst>
        </pc:spChg>
        <pc:picChg chg="add mod">
          <ac:chgData name="林俊杰" userId="dcfdc803-95d8-409b-8404-351632be86e2" providerId="ADAL" clId="{705B3589-2B1C-41A9-8BAF-ED509170D430}" dt="2024-11-18T08:49:30.119" v="1043" actId="1076"/>
          <ac:picMkLst>
            <pc:docMk/>
            <pc:sldMk cId="3439706710" sldId="369"/>
            <ac:picMk id="4" creationId="{26E9CB49-FE58-42BB-A8AE-48418DD3488F}"/>
          </ac:picMkLst>
        </pc:picChg>
      </pc:sldChg>
      <pc:sldChg chg="addSp delSp modSp new mod chgLayout">
        <pc:chgData name="林俊杰" userId="dcfdc803-95d8-409b-8404-351632be86e2" providerId="ADAL" clId="{705B3589-2B1C-41A9-8BAF-ED509170D430}" dt="2024-11-18T09:03:14.129" v="1204"/>
        <pc:sldMkLst>
          <pc:docMk/>
          <pc:sldMk cId="2862772208" sldId="370"/>
        </pc:sldMkLst>
        <pc:spChg chg="mod ord">
          <ac:chgData name="林俊杰" userId="dcfdc803-95d8-409b-8404-351632be86e2" providerId="ADAL" clId="{705B3589-2B1C-41A9-8BAF-ED509170D430}" dt="2024-11-18T09:02:04.793" v="1156" actId="6264"/>
          <ac:spMkLst>
            <pc:docMk/>
            <pc:sldMk cId="2862772208" sldId="370"/>
            <ac:spMk id="2" creationId="{70EF665C-7D45-4785-BAE6-D6C89D788B38}"/>
          </ac:spMkLst>
        </pc:spChg>
        <pc:spChg chg="add mod">
          <ac:chgData name="林俊杰" userId="dcfdc803-95d8-409b-8404-351632be86e2" providerId="ADAL" clId="{705B3589-2B1C-41A9-8BAF-ED509170D430}" dt="2024-11-18T08:55:37.532" v="1096" actId="1036"/>
          <ac:spMkLst>
            <pc:docMk/>
            <pc:sldMk cId="2862772208" sldId="370"/>
            <ac:spMk id="5" creationId="{08162A67-506F-491B-8CB4-75C41824E839}"/>
          </ac:spMkLst>
        </pc:spChg>
        <pc:spChg chg="add mod">
          <ac:chgData name="林俊杰" userId="dcfdc803-95d8-409b-8404-351632be86e2" providerId="ADAL" clId="{705B3589-2B1C-41A9-8BAF-ED509170D430}" dt="2024-11-18T09:02:15.161" v="1157" actId="1076"/>
          <ac:spMkLst>
            <pc:docMk/>
            <pc:sldMk cId="2862772208" sldId="370"/>
            <ac:spMk id="6" creationId="{D52EA4EE-2345-44BC-877F-722F463D55FA}"/>
          </ac:spMkLst>
        </pc:spChg>
        <pc:spChg chg="add mod ord">
          <ac:chgData name="林俊杰" userId="dcfdc803-95d8-409b-8404-351632be86e2" providerId="ADAL" clId="{705B3589-2B1C-41A9-8BAF-ED509170D430}" dt="2024-11-18T09:03:14.129" v="1204"/>
          <ac:spMkLst>
            <pc:docMk/>
            <pc:sldMk cId="2862772208" sldId="370"/>
            <ac:spMk id="7" creationId="{9FFE5A14-CB8C-42AA-9C31-D96F2B1E86EB}"/>
          </ac:spMkLst>
        </pc:spChg>
      </pc:sldChg>
      <pc:sldChg chg="addSp modSp new mod">
        <pc:chgData name="林俊杰" userId="dcfdc803-95d8-409b-8404-351632be86e2" providerId="ADAL" clId="{705B3589-2B1C-41A9-8BAF-ED509170D430}" dt="2024-11-19T14:37:10.560" v="1358" actId="167"/>
        <pc:sldMkLst>
          <pc:docMk/>
          <pc:sldMk cId="1271000360" sldId="373"/>
        </pc:sldMkLst>
        <pc:spChg chg="mod">
          <ac:chgData name="林俊杰" userId="dcfdc803-95d8-409b-8404-351632be86e2" providerId="ADAL" clId="{705B3589-2B1C-41A9-8BAF-ED509170D430}" dt="2024-11-19T14:34:53.504" v="1242"/>
          <ac:spMkLst>
            <pc:docMk/>
            <pc:sldMk cId="1271000360" sldId="373"/>
            <ac:spMk id="2" creationId="{C45692EB-4B01-4ECE-A1AF-B2B24D511A00}"/>
          </ac:spMkLst>
        </pc:spChg>
        <pc:spChg chg="mod">
          <ac:chgData name="林俊杰" userId="dcfdc803-95d8-409b-8404-351632be86e2" providerId="ADAL" clId="{705B3589-2B1C-41A9-8BAF-ED509170D430}" dt="2024-11-19T14:37:05.646" v="1356" actId="20577"/>
          <ac:spMkLst>
            <pc:docMk/>
            <pc:sldMk cId="1271000360" sldId="373"/>
            <ac:spMk id="3" creationId="{9081E8CF-A519-45FE-BBF8-AF8CC07CA007}"/>
          </ac:spMkLst>
        </pc:spChg>
        <pc:picChg chg="add mod">
          <ac:chgData name="林俊杰" userId="dcfdc803-95d8-409b-8404-351632be86e2" providerId="ADAL" clId="{705B3589-2B1C-41A9-8BAF-ED509170D430}" dt="2024-11-19T14:37:10.560" v="1358" actId="167"/>
          <ac:picMkLst>
            <pc:docMk/>
            <pc:sldMk cId="1271000360" sldId="373"/>
            <ac:picMk id="1026" creationId="{0CD7EC4C-7C9C-42C6-958C-24B6E1B3694B}"/>
          </ac:picMkLst>
        </pc:picChg>
      </pc:sldChg>
      <pc:sldChg chg="addSp modSp new mod">
        <pc:chgData name="林俊杰" userId="dcfdc803-95d8-409b-8404-351632be86e2" providerId="ADAL" clId="{705B3589-2B1C-41A9-8BAF-ED509170D430}" dt="2024-11-19T14:38:32.278" v="1372" actId="1076"/>
        <pc:sldMkLst>
          <pc:docMk/>
          <pc:sldMk cId="1540604775" sldId="374"/>
        </pc:sldMkLst>
        <pc:spChg chg="mod">
          <ac:chgData name="林俊杰" userId="dcfdc803-95d8-409b-8404-351632be86e2" providerId="ADAL" clId="{705B3589-2B1C-41A9-8BAF-ED509170D430}" dt="2024-11-19T14:38:13.951" v="1366"/>
          <ac:spMkLst>
            <pc:docMk/>
            <pc:sldMk cId="1540604775" sldId="374"/>
            <ac:spMk id="2" creationId="{63035048-117E-4563-BBCC-58AC3D645C7D}"/>
          </ac:spMkLst>
        </pc:spChg>
        <pc:spChg chg="mod">
          <ac:chgData name="林俊杰" userId="dcfdc803-95d8-409b-8404-351632be86e2" providerId="ADAL" clId="{705B3589-2B1C-41A9-8BAF-ED509170D430}" dt="2024-11-19T14:38:24.402" v="1369"/>
          <ac:spMkLst>
            <pc:docMk/>
            <pc:sldMk cId="1540604775" sldId="374"/>
            <ac:spMk id="3" creationId="{8F66877D-8E83-4B59-AF13-29E6830267E3}"/>
          </ac:spMkLst>
        </pc:spChg>
        <pc:picChg chg="add mod">
          <ac:chgData name="林俊杰" userId="dcfdc803-95d8-409b-8404-351632be86e2" providerId="ADAL" clId="{705B3589-2B1C-41A9-8BAF-ED509170D430}" dt="2024-11-19T14:38:32.278" v="1372" actId="1076"/>
          <ac:picMkLst>
            <pc:docMk/>
            <pc:sldMk cId="1540604775" sldId="374"/>
            <ac:picMk id="2050" creationId="{3B7D1362-471E-416C-BD5E-7E609694E311}"/>
          </ac:picMkLst>
        </pc:picChg>
      </pc:sldChg>
      <pc:sldChg chg="addSp delSp modSp new mod modClrScheme chgLayout">
        <pc:chgData name="林俊杰" userId="dcfdc803-95d8-409b-8404-351632be86e2" providerId="ADAL" clId="{705B3589-2B1C-41A9-8BAF-ED509170D430}" dt="2024-11-19T14:58:48.836" v="1430"/>
        <pc:sldMkLst>
          <pc:docMk/>
          <pc:sldMk cId="2531876136" sldId="375"/>
        </pc:sldMkLst>
      </pc:sldChg>
      <pc:sldChg chg="addSp delSp modSp new mod">
        <pc:chgData name="林俊杰" userId="dcfdc803-95d8-409b-8404-351632be86e2" providerId="ADAL" clId="{705B3589-2B1C-41A9-8BAF-ED509170D430}" dt="2024-11-19T15:48:28.996" v="1773" actId="14100"/>
        <pc:sldMkLst>
          <pc:docMk/>
          <pc:sldMk cId="1481492709" sldId="376"/>
        </pc:sldMkLst>
      </pc:sldChg>
      <pc:sldChg chg="add">
        <pc:chgData name="林俊杰" userId="dcfdc803-95d8-409b-8404-351632be86e2" providerId="ADAL" clId="{705B3589-2B1C-41A9-8BAF-ED509170D430}" dt="2024-11-19T15:59:52.691" v="1775"/>
        <pc:sldMkLst>
          <pc:docMk/>
          <pc:sldMk cId="2825496345" sldId="3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0594F-FCBC-F423-574D-5D9B9E7AD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1D107C-3D92-B9F7-6D2E-652714E9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7CE0E1-2119-8593-96CE-D31EB99D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087AB0-6D61-EF3A-8DA2-10BED8E3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D8CF2D-3E62-19B2-9F82-E0AEE885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8407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0F02BD-DE17-7D9E-DBA8-85E744AA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E825A8-4C58-5CCE-DC58-A45F63DB5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BA8920-AF2B-5897-0E5E-E28CDC9B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EE8D20-7D37-6161-EFBF-C6FBF44B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8C308B-5AD6-7DF8-9C21-864D995A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693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462387-EBF1-262C-2DBD-BEE01AC25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B7EFD3F-CB4B-E83A-BF29-C628C153F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23686-76B7-3F25-8458-9EA618DE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6636BA-9430-9F5D-44BB-BFC8887D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F32FD0-58FA-08D6-25E1-541B5C45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507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2CC34C-F93F-EFDB-A198-0D160C73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2A6DA9-A1BA-777D-F94F-38DC9661A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ED99063-0D37-4AEF-59B4-BF359821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5E3946-881E-400F-10F5-4B2FFD62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55D355-91BA-E6BB-C5CA-B908DA47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C27092-D065-DAE2-9D17-8D71998A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929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F4DE06-C5F7-482E-0BD0-8C7139419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CF1F513-E826-E977-8B5C-9477FA3CD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141B7B3-DDA7-8CF7-47E4-7E7D101FD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95EA1D4-7E0C-075E-8C8D-D397F8260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B4EDE51-88BA-00D6-3768-741AB9C2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6E6FF5D-9915-953B-A306-CA444D1F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B8805F8-EE4C-7BC0-18C4-BA246DF3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8FCC1D4-D140-E741-F74C-EF8B4C68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9504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879D87-C956-33CC-6D08-D8CCF210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3BE844-0A07-326D-4260-B420CE7B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7D10A7F-29EB-2C95-9542-26D68B253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6F5CD3-FCF9-2F41-7CE6-021B2E48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0062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B24A13-671D-DDFF-8AE8-CAD9C153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DD39B60-F8C7-E10F-D645-E66885E7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A3D6EAC-BB2B-F796-C497-FC5890FB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832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803A85-BF12-33EB-24BB-B72D8F29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3BB37F-1B05-E9A5-7480-9C898DBA0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DDA138-9EE7-A1E3-691F-56AB66F36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3B4D8B-5641-FB21-7D2F-0CF7D1680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DF6AC9-5BF2-C657-B58A-FC23927B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23317D-D5F4-D7EE-4B2F-4B87FC92C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8457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2A050D-2791-9779-C34F-7AB416B2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C103919-10E2-5ED1-EC80-36C7088B3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7A686E-98B8-3CB7-F64D-BCA1CA291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124DAE-4CF9-DBA1-EAE2-07E54F47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49F546-C2A9-92DC-540C-00D29F57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E5FBF2-2282-B6C5-FACF-2120554E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537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694424-5ED3-F71C-B863-838B6BF52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3FF3BD9-D94E-8B10-E1B5-C0FB8437D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1EBA4A-5D70-BEBA-C7CC-A0CD0931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5A89FD8-32C9-B992-3237-C72371C6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4043DD-EF5D-5F70-FB74-D1EB2FA4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8262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25403D-25A2-AF20-C065-AB89015B6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0B51F37-A586-FA69-5C36-011B82337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6D3D1-7F7E-64EF-FFAB-2864EE0D0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0FF224-4F56-257D-488A-31A97B2C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6F5ECA-0F62-A0A1-1846-3DCF549C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814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0653E18-8584-35DD-F4B8-D8912020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BD3089-EF88-AABB-CD26-E59CF9924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FD7B4B-AF4D-9A49-4056-18EC6F70E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1DF3E-38FC-5248-BE1C-3DF5C6B81F21}" type="datetimeFigureOut">
              <a:rPr kumimoji="1" lang="zh-TW" altLang="en-US" smtClean="0"/>
              <a:t>2024/12/24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1327E0-D29B-6340-4866-9D4805F0C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9D2948-3734-01F4-624A-3D837B51B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B179C-1B67-0A40-896E-23D7DF5E963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858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hih-sheng-huang821.medium.com/%E6%A9%9F%E5%99%A8%E5%AD%B8%E7%BF%92-%E7%A5%9E%E7%B6%93%E7%B6%B2%E8%B7%AF-%E5%A4%9A%E5%B1%A4%E6%84%9F%E7%9F%A5%E6%A9%9F-multilayer-perceptron-mlp-%E5%90%AB%E8%A9%B3%E7%B4%B0%E6%8E%A8%E5%B0%8E-ee4f3d5d1b41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163B4F-5AFA-D15A-C06D-C264027C11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6000" b="0" strike="noStrike" spc="-1" dirty="0">
                <a:solidFill>
                  <a:srgbClr val="000000"/>
                </a:solidFill>
                <a:latin typeface="Calibri Light"/>
              </a:rPr>
              <a:t>類神經網路</a:t>
            </a:r>
            <a:br>
              <a:rPr lang="zh-TW" altLang="en-US" dirty="0"/>
            </a:br>
            <a:r>
              <a:rPr lang="en" altLang="zh-TW" sz="6000" b="0" strike="noStrike" spc="-1" dirty="0">
                <a:solidFill>
                  <a:srgbClr val="000000"/>
                </a:solidFill>
                <a:latin typeface="Calibri Light"/>
              </a:rPr>
              <a:t>Neural Networks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A95ADF-369D-73ED-9488-6EC258C7F7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</a:rPr>
              <a:t>A Machine Learning model inspired by the networks of biological neurons found in our brains.</a:t>
            </a:r>
            <a:endParaRPr lang="en-US" altLang="zh-TW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146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1B1DAA-8E7F-23CB-4B18-7AA7749F7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" y="169340"/>
            <a:ext cx="11604171" cy="604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FFEB864-2EFD-6C75-5087-9260F481D72B}"/>
              </a:ext>
            </a:extLst>
          </p:cNvPr>
          <p:cNvSpPr txBox="1"/>
          <p:nvPr/>
        </p:nvSpPr>
        <p:spPr>
          <a:xfrm>
            <a:off x="1611084" y="6304368"/>
            <a:ext cx="8969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https://medium.com/@lmpo/a-brief-history-of-ai-with-deep-learning-26f7948bc87b</a:t>
            </a:r>
          </a:p>
        </p:txBody>
      </p:sp>
    </p:spTree>
    <p:extLst>
      <p:ext uri="{BB962C8B-B14F-4D97-AF65-F5344CB8AC3E}">
        <p14:creationId xmlns:p14="http://schemas.microsoft.com/office/powerpoint/2010/main" val="2688995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9A7C8A-E0A0-A561-EEF7-039198641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History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AA5B90-048C-55DC-D8CB-A913978EF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en-US" dirty="0"/>
              <a:t>類神經網路已經存在很久了，早在</a:t>
            </a:r>
            <a:r>
              <a:rPr lang="en-US" altLang="zh-TW" dirty="0"/>
              <a:t>1943</a:t>
            </a:r>
            <a:r>
              <a:rPr lang="zh-TW" altLang="en-US" dirty="0"/>
              <a:t>年，神經生理學家</a:t>
            </a:r>
            <a:r>
              <a:rPr lang="en" altLang="zh-TW" dirty="0"/>
              <a:t>ANNs  Warren McCulloch</a:t>
            </a:r>
            <a:r>
              <a:rPr lang="zh-TW" altLang="en-US" dirty="0"/>
              <a:t>跟數學家 </a:t>
            </a:r>
            <a:r>
              <a:rPr lang="en" altLang="zh-TW" dirty="0"/>
              <a:t>Walter Pitts. </a:t>
            </a:r>
            <a:r>
              <a:rPr lang="zh-TW" altLang="en-US" dirty="0"/>
              <a:t>就提出這個架構了。</a:t>
            </a:r>
          </a:p>
          <a:p>
            <a:pPr>
              <a:lnSpc>
                <a:spcPct val="110000"/>
              </a:lnSpc>
            </a:pPr>
            <a:r>
              <a:rPr lang="zh-TW" altLang="en-US" dirty="0"/>
              <a:t>人造神經網路，</a:t>
            </a:r>
            <a:r>
              <a:rPr lang="en" altLang="zh-TW" dirty="0"/>
              <a:t>artificial neural network</a:t>
            </a:r>
            <a:r>
              <a:rPr lang="zh-TW" altLang="en" dirty="0"/>
              <a:t>，</a:t>
            </a:r>
            <a:r>
              <a:rPr lang="en" altLang="zh-TW" dirty="0"/>
              <a:t>ANN</a:t>
            </a:r>
          </a:p>
          <a:p>
            <a:pPr>
              <a:lnSpc>
                <a:spcPct val="110000"/>
              </a:lnSpc>
            </a:pPr>
            <a:r>
              <a:rPr lang="zh-TW" altLang="en-US" dirty="0"/>
              <a:t>早期</a:t>
            </a:r>
            <a:r>
              <a:rPr lang="en" altLang="zh-TW" dirty="0"/>
              <a:t>ANN</a:t>
            </a:r>
            <a:r>
              <a:rPr lang="zh-TW" altLang="en-US" dirty="0"/>
              <a:t>的成功讓人們相信，我們很快就可以跟真正的智慧機器進行交流。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1960</a:t>
            </a:r>
            <a:r>
              <a:rPr lang="zh-TW" altLang="en-US" dirty="0"/>
              <a:t>年，</a:t>
            </a:r>
            <a:r>
              <a:rPr lang="en" altLang="zh-TW" dirty="0"/>
              <a:t>ANN</a:t>
            </a:r>
            <a:r>
              <a:rPr lang="zh-TW" altLang="en-US" dirty="0"/>
              <a:t>進入一個長期的寒冬期</a:t>
            </a:r>
          </a:p>
          <a:p>
            <a:pPr>
              <a:lnSpc>
                <a:spcPct val="110000"/>
              </a:lnSpc>
            </a:pPr>
            <a:r>
              <a:rPr lang="en-US" altLang="zh-TW" dirty="0"/>
              <a:t>1980</a:t>
            </a:r>
            <a:r>
              <a:rPr lang="zh-TW" altLang="en-US" dirty="0"/>
              <a:t>年，新的網路結構與更好的技術被提出，使得神經網路學又得以興起。</a:t>
            </a:r>
            <a:r>
              <a:rPr lang="en-US" altLang="zh-TW" dirty="0"/>
              <a:t>(</a:t>
            </a:r>
            <a:r>
              <a:rPr lang="en" altLang="zh-TW" dirty="0"/>
              <a:t>back propagation)</a:t>
            </a:r>
          </a:p>
          <a:p>
            <a:pPr>
              <a:lnSpc>
                <a:spcPct val="110000"/>
              </a:lnSpc>
            </a:pPr>
            <a:r>
              <a:rPr lang="zh-TW" altLang="en-US" dirty="0"/>
              <a:t>而</a:t>
            </a:r>
            <a:r>
              <a:rPr lang="en-US" altLang="zh-TW" dirty="0"/>
              <a:t>1990</a:t>
            </a:r>
            <a:r>
              <a:rPr lang="zh-TW" altLang="en-US" dirty="0"/>
              <a:t>年，更強大的機器學習技術，如</a:t>
            </a:r>
            <a:r>
              <a:rPr lang="en" altLang="zh-TW" dirty="0"/>
              <a:t>SVM</a:t>
            </a:r>
            <a:r>
              <a:rPr lang="zh-TW" altLang="en" dirty="0"/>
              <a:t>，</a:t>
            </a:r>
            <a:r>
              <a:rPr lang="zh-TW" altLang="en-US" dirty="0"/>
              <a:t>讓神經網路的研究又被擱置下來。</a:t>
            </a:r>
          </a:p>
        </p:txBody>
      </p:sp>
    </p:spTree>
    <p:extLst>
      <p:ext uri="{BB962C8B-B14F-4D97-AF65-F5344CB8AC3E}">
        <p14:creationId xmlns:p14="http://schemas.microsoft.com/office/powerpoint/2010/main" val="1385225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02A186-7467-ED7D-89C5-7D3486AC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現在</a:t>
            </a:r>
            <a:r>
              <a:rPr kumimoji="1" lang="en-US" altLang="zh-TW" dirty="0"/>
              <a:t>…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E01322-228F-173B-6A5C-93F19A84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dirty="0"/>
              <a:t>現在的</a:t>
            </a:r>
            <a:r>
              <a:rPr kumimoji="1" lang="en" altLang="zh-TW" dirty="0"/>
              <a:t>ANN</a:t>
            </a:r>
            <a:r>
              <a:rPr kumimoji="1" lang="zh-TW" altLang="en-US" dirty="0"/>
              <a:t>又有一股新的風潮，但，這次有點不一樣</a:t>
            </a:r>
          </a:p>
          <a:p>
            <a:pPr>
              <a:lnSpc>
                <a:spcPct val="100000"/>
              </a:lnSpc>
            </a:pPr>
            <a:r>
              <a:rPr kumimoji="1" lang="zh-TW" altLang="en-US" dirty="0"/>
              <a:t>有大量的訓練資料，使得在巨大且複雜的問題，神經網路的表現往往比其它的機器學習更好</a:t>
            </a:r>
          </a:p>
          <a:p>
            <a:pPr>
              <a:lnSpc>
                <a:spcPct val="100000"/>
              </a:lnSpc>
            </a:pPr>
            <a:r>
              <a:rPr kumimoji="1" lang="en-US" altLang="zh-TW" dirty="0"/>
              <a:t>1990</a:t>
            </a:r>
            <a:r>
              <a:rPr kumimoji="1" lang="zh-TW" altLang="en-US" dirty="0"/>
              <a:t>年起，計算能力的大幅度成長，強大的</a:t>
            </a:r>
            <a:r>
              <a:rPr kumimoji="1" lang="en" altLang="zh-TW" dirty="0"/>
              <a:t>GPU</a:t>
            </a:r>
            <a:r>
              <a:rPr kumimoji="1" lang="zh-TW" altLang="en" dirty="0"/>
              <a:t>、</a:t>
            </a:r>
            <a:r>
              <a:rPr kumimoji="1" lang="zh-TW" altLang="en-US" dirty="0"/>
              <a:t>眾多的雲端平台進行仔細且精密調整的演算法被提出</a:t>
            </a:r>
          </a:p>
          <a:p>
            <a:pPr>
              <a:lnSpc>
                <a:spcPct val="100000"/>
              </a:lnSpc>
            </a:pPr>
            <a:r>
              <a:rPr kumimoji="1" lang="en" altLang="zh-TW" dirty="0"/>
              <a:t>ANN</a:t>
            </a:r>
            <a:r>
              <a:rPr kumimoji="1" lang="zh-TW" altLang="en-US" dirty="0"/>
              <a:t>雖然可能只會找到區域最佳解，但往往已經很接近全域最佳解。</a:t>
            </a:r>
          </a:p>
          <a:p>
            <a:pPr>
              <a:lnSpc>
                <a:spcPct val="100000"/>
              </a:lnSpc>
            </a:pPr>
            <a:r>
              <a:rPr kumimoji="1" lang="zh-TW" altLang="en-US" dirty="0"/>
              <a:t>許多的資金跟發展的良性循環，越多新聞的報導吸引更多的關注。</a:t>
            </a:r>
          </a:p>
        </p:txBody>
      </p:sp>
    </p:spTree>
    <p:extLst>
      <p:ext uri="{BB962C8B-B14F-4D97-AF65-F5344CB8AC3E}">
        <p14:creationId xmlns:p14="http://schemas.microsoft.com/office/powerpoint/2010/main" val="1685919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1C2AFD-A2C3-C962-9724-9E87B6FC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Biological Neurons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C2D92A-A645-21C4-BF4F-9608DB04A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sz="28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數十億個生物神經元就會組成一個龐大的網路</a:t>
            </a:r>
            <a:endParaRPr lang="en-US" altLang="zh-TW" sz="2800" b="0" strike="noStrike" spc="-1" dirty="0">
              <a:latin typeface="Arial"/>
            </a:endParaRPr>
          </a:p>
        </p:txBody>
      </p:sp>
      <p:pic>
        <p:nvPicPr>
          <p:cNvPr id="4" name="Picture 1" descr="page366image40226880">
            <a:extLst>
              <a:ext uri="{FF2B5EF4-FFF2-40B4-BE49-F238E27FC236}">
                <a16:creationId xmlns:a16="http://schemas.microsoft.com/office/drawing/2014/main" id="{91EB33E0-841B-CAE9-6DCC-D6C44A24710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838200" y="2520803"/>
            <a:ext cx="5262880" cy="3435860"/>
          </a:xfrm>
          <a:prstGeom prst="rect">
            <a:avLst/>
          </a:prstGeom>
          <a:ln w="0">
            <a:noFill/>
          </a:ln>
        </p:spPr>
      </p:pic>
      <p:pic>
        <p:nvPicPr>
          <p:cNvPr id="5" name="Picture 2" descr="page367image40327888">
            <a:extLst>
              <a:ext uri="{FF2B5EF4-FFF2-40B4-BE49-F238E27FC236}">
                <a16:creationId xmlns:a16="http://schemas.microsoft.com/office/drawing/2014/main" id="{A1C3D76F-ACF2-2C22-463C-3A6A48EA0E7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467497" y="4212607"/>
            <a:ext cx="7276629" cy="2600041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4600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FF6B78-EA6D-BDCF-E07A-5CB427FC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感知器</a:t>
            </a:r>
            <a:r>
              <a:rPr kumimoji="1" lang="en" altLang="zh-TW" dirty="0"/>
              <a:t>Perceptron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FD6876-F5B6-19CA-28AA-0605C8F1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sz="2400" dirty="0"/>
              <a:t>最簡單的</a:t>
            </a:r>
            <a:r>
              <a:rPr kumimoji="1" lang="en" altLang="zh-TW" sz="2400" dirty="0"/>
              <a:t>ANN</a:t>
            </a:r>
            <a:r>
              <a:rPr kumimoji="1" lang="zh-TW" altLang="en-US" sz="2400" dirty="0"/>
              <a:t>的結構，由</a:t>
            </a:r>
            <a:br>
              <a:rPr kumimoji="1" lang="en-US" altLang="zh-TW" sz="2400" dirty="0"/>
            </a:br>
            <a:r>
              <a:rPr kumimoji="1" lang="en" altLang="zh-TW" sz="2400" dirty="0"/>
              <a:t>Frank Rosenblatt</a:t>
            </a:r>
            <a:r>
              <a:rPr kumimoji="1" lang="zh-TW" altLang="en-US" sz="2400" dirty="0"/>
              <a:t>在</a:t>
            </a:r>
            <a:r>
              <a:rPr kumimoji="1" lang="en-US" altLang="zh-TW" sz="2400" dirty="0"/>
              <a:t>1957</a:t>
            </a:r>
            <a:r>
              <a:rPr kumimoji="1" lang="zh-TW" altLang="en-US" sz="2400" dirty="0"/>
              <a:t>年時提出</a:t>
            </a:r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名稱叫做閾值邏輯單元 </a:t>
            </a:r>
            <a:r>
              <a:rPr kumimoji="1" lang="en" altLang="zh-TW" sz="2400" dirty="0"/>
              <a:t>threshold logic unit (TLU)</a:t>
            </a:r>
            <a:r>
              <a:rPr kumimoji="1" lang="zh-TW" altLang="en" sz="2400" dirty="0"/>
              <a:t>，</a:t>
            </a:r>
            <a:r>
              <a:rPr kumimoji="1" lang="zh-TW" altLang="en-US" sz="2400" dirty="0"/>
              <a:t>或叫線性閾值單元 </a:t>
            </a:r>
            <a:r>
              <a:rPr kumimoji="1" lang="en" altLang="zh-TW" sz="2400" dirty="0"/>
              <a:t>linear threshold unit (LTU). </a:t>
            </a:r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輸入跟輸出都是實數值，每個輸入連結都有一個權重。</a:t>
            </a:r>
          </a:p>
          <a:p>
            <a:pPr>
              <a:lnSpc>
                <a:spcPct val="100000"/>
              </a:lnSpc>
            </a:pPr>
            <a:r>
              <a:rPr kumimoji="1" lang="en" altLang="zh-TW" sz="2400" dirty="0"/>
              <a:t>TLU</a:t>
            </a:r>
            <a:r>
              <a:rPr kumimoji="1" lang="zh-TW" altLang="en-US" sz="2400" dirty="0"/>
              <a:t>會計算輸入的加權總和 </a:t>
            </a:r>
            <a:endParaRPr kumimoji="1" lang="en-US" altLang="zh-TW" sz="2400" dirty="0"/>
          </a:p>
          <a:p>
            <a:pPr>
              <a:lnSpc>
                <a:spcPct val="100000"/>
              </a:lnSpc>
            </a:pPr>
            <a:endParaRPr kumimoji="1" lang="zh-TW" altLang="en-US" sz="2400" dirty="0"/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接著對這個總和執行步階函數</a:t>
            </a:r>
            <a:br>
              <a:rPr kumimoji="1" lang="zh-TW" altLang="en-US" sz="2400" dirty="0"/>
            </a:br>
            <a:r>
              <a:rPr kumimoji="1" lang="en-US" altLang="zh-TW" sz="2400" dirty="0"/>
              <a:t>(</a:t>
            </a:r>
            <a:r>
              <a:rPr kumimoji="1" lang="en" altLang="zh-TW" sz="2400" dirty="0"/>
              <a:t>step function )</a:t>
            </a:r>
            <a:r>
              <a:rPr kumimoji="1" lang="zh-TW" altLang="en-US" sz="2400" dirty="0"/>
              <a:t>後輸出</a:t>
            </a:r>
            <a:r>
              <a:rPr kumimoji="1" lang="en-US" altLang="zh-TW" sz="2400" dirty="0"/>
              <a:t>:</a:t>
            </a:r>
          </a:p>
        </p:txBody>
      </p:sp>
      <p:pic>
        <p:nvPicPr>
          <p:cNvPr id="4" name="Picture 1" descr="page369image40046448">
            <a:extLst>
              <a:ext uri="{FF2B5EF4-FFF2-40B4-BE49-F238E27FC236}">
                <a16:creationId xmlns:a16="http://schemas.microsoft.com/office/drawing/2014/main" id="{CA184060-F37B-77EB-D71B-442EA2F3CFA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483003" y="365040"/>
            <a:ext cx="4247280" cy="2337840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97C5F17-90AC-85C3-8A45-136D1631A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629466"/>
            <a:ext cx="6010765" cy="186349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8B5D40D-5057-DFAA-BED2-AEE8FB54D504}"/>
                  </a:ext>
                </a:extLst>
              </p:cNvPr>
              <p:cNvSpPr txBox="1"/>
              <p:nvPr/>
            </p:nvSpPr>
            <p:spPr>
              <a:xfrm>
                <a:off x="1048143" y="4537000"/>
                <a:ext cx="50478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8B5D40D-5057-DFAA-BED2-AEE8FB54D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43" y="4537000"/>
                <a:ext cx="5047857" cy="369332"/>
              </a:xfrm>
              <a:prstGeom prst="rect">
                <a:avLst/>
              </a:prstGeom>
              <a:blipFill>
                <a:blip r:embed="rId4"/>
                <a:stretch>
                  <a:fillRect l="-251" r="-501"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C36E81-E9F2-AE38-5726-E369EAF0BFD6}"/>
                  </a:ext>
                </a:extLst>
              </p:cNvPr>
              <p:cNvSpPr txBox="1"/>
              <p:nvPr/>
            </p:nvSpPr>
            <p:spPr>
              <a:xfrm>
                <a:off x="1048143" y="5938920"/>
                <a:ext cx="46076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d>
                        <m:d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9C36E81-E9F2-AE38-5726-E369EAF0B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43" y="5938920"/>
                <a:ext cx="4607608" cy="369332"/>
              </a:xfrm>
              <a:prstGeom prst="rect">
                <a:avLst/>
              </a:prstGeom>
              <a:blipFill>
                <a:blip r:embed="rId5"/>
                <a:stretch>
                  <a:fillRect l="-1099" t="-6667" r="-824" b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487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80236-EBAA-228C-9792-A3CD7166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0" strike="noStrike" spc="-1" dirty="0">
                <a:solidFill>
                  <a:srgbClr val="000000"/>
                </a:solidFill>
                <a:latin typeface="Calibri Light"/>
              </a:rPr>
              <a:t>TLU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5AE5D5-9150-4ABF-03A3-8F7396956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一個簡單的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TLU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可以用來解決簡單</a:t>
            </a:r>
            <a:br>
              <a:rPr lang="en-US" altLang="zh-TW" sz="2800" b="0" strike="noStrike" spc="-1" dirty="0">
                <a:solidFill>
                  <a:srgbClr val="000000"/>
                </a:solidFill>
                <a:latin typeface="Calibri"/>
              </a:rPr>
            </a:b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的線性兩元分類問題</a:t>
            </a:r>
            <a:br>
              <a:rPr lang="en-US" altLang="zh-TW" sz="2800" b="0" strike="noStrike" spc="-1" dirty="0">
                <a:solidFill>
                  <a:srgbClr val="000000"/>
                </a:solidFill>
                <a:latin typeface="Calibri"/>
              </a:rPr>
            </a:b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(linear binary classification). 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計算所有輸入的</a:t>
            </a:r>
            <a:r>
              <a:rPr lang="zh-TW" altLang="zh-TW" sz="2800" b="0" strike="noStrike" spc="-1" dirty="0">
                <a:solidFill>
                  <a:srgbClr val="FF0000"/>
                </a:solidFill>
                <a:latin typeface="Calibri"/>
              </a:rPr>
              <a:t>線性加總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，當輸出的結果大於某個門檻值時，就輸出為「正向」的類別，相反的，就是「負向」的類別</a:t>
            </a:r>
            <a:endParaRPr lang="en-US" altLang="zh-TW" sz="2800" b="0" strike="noStrike" spc="-1" dirty="0">
              <a:latin typeface="Arial"/>
            </a:endParaRPr>
          </a:p>
          <a:p>
            <a:pPr marL="628560" lvl="1" indent="-2286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如同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Logistic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回歸或線性的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SVM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分類器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例如說，我們可以使用一個簡單的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TLU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就可以完成分類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Iris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問題</a:t>
            </a:r>
            <a:endParaRPr lang="en-US" altLang="zh-TW" sz="2400" b="0" strike="noStrike" spc="-1" dirty="0">
              <a:latin typeface="Arial"/>
            </a:endParaRPr>
          </a:p>
          <a:p>
            <a:pPr marL="62856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petal(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花瓣</a:t>
            </a:r>
            <a:r>
              <a:rPr lang="en-US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length and width (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喔，還要一個偏移量 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en" altLang="zh-TW" sz="2400" b="0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1). </a:t>
            </a:r>
            <a:endParaRPr lang="en-US" altLang="zh-TW" sz="24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訓練一個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TLU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表示要找到正確的權重值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</a:t>
            </a:r>
            <a:r>
              <a:rPr lang="en" altLang="zh-TW" sz="2400" b="0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0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</a:t>
            </a:r>
            <a:r>
              <a:rPr lang="en" altLang="zh-TW" sz="2400" b="0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1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and 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</a:t>
            </a:r>
            <a:r>
              <a:rPr lang="en" altLang="zh-TW" sz="2400" b="0" strike="noStrike" spc="-1" baseline="-25000" dirty="0">
                <a:solidFill>
                  <a:srgbClr val="000000"/>
                </a:solidFill>
                <a:latin typeface="Calibri"/>
                <a:ea typeface="DejaVu Sans"/>
              </a:rPr>
              <a:t>2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en-US" altLang="zh-TW" sz="2400" b="0" strike="noStrike" spc="-1" dirty="0">
              <a:latin typeface="Arial"/>
            </a:endParaRPr>
          </a:p>
        </p:txBody>
      </p:sp>
      <p:pic>
        <p:nvPicPr>
          <p:cNvPr id="4" name="Picture 1" descr="page369image40046448">
            <a:extLst>
              <a:ext uri="{FF2B5EF4-FFF2-40B4-BE49-F238E27FC236}">
                <a16:creationId xmlns:a16="http://schemas.microsoft.com/office/drawing/2014/main" id="{F3A9FD00-AC43-8531-2527-820281EDADF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105337" y="449588"/>
            <a:ext cx="4509720" cy="24822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84779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BA109A-8852-72B2-18AE-C914F582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0" strike="noStrike" spc="-1" dirty="0">
                <a:solidFill>
                  <a:srgbClr val="000000"/>
                </a:solidFill>
                <a:latin typeface="Calibri Light"/>
              </a:rPr>
              <a:t>如何訓練感知器？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467233-FEB8-3DBB-2724-EB509C329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感知器的訓練演算法是由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Rosenblatt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所提出，啟發自</a:t>
            </a:r>
            <a:r>
              <a:rPr lang="en" altLang="zh-TW" sz="2800" b="1" strike="noStrike" spc="-1" dirty="0">
                <a:solidFill>
                  <a:srgbClr val="000000"/>
                </a:solidFill>
                <a:latin typeface="Calibri"/>
              </a:rPr>
              <a:t>Hebb’s rule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. 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1949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年的書：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The Organization of Behavior (Wiley)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中，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Donald Hebb 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建議，一個生物的神經元如果常常被另一個神經元所「觸發」，那麼這兩個神經元之間的連接應該會變大變強。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感知器就是透過這個規則的變型來訓練，透過從目前的神經網路中得到的值的誤差進行計算</a:t>
            </a:r>
            <a:endParaRPr lang="en-US" altLang="zh-TW" sz="2800" b="0" strike="noStrike" spc="-1" dirty="0">
              <a:latin typeface="Arial"/>
            </a:endParaRPr>
          </a:p>
          <a:p>
            <a:pPr marL="685800" lvl="1" indent="-2286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學習的方向就是強化連接的權重，來使得誤差得以降低。 </a:t>
            </a:r>
            <a:endParaRPr lang="en-US" altLang="zh-TW" sz="24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例如，每次「餵」給感知器一個實例，那每個實例，感知器都會輸出它的預測值。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每個輸出的神經元所產生出的誤差預測，就可以用來計算強化神經元連接使其進行正確的預測。 </a:t>
            </a:r>
            <a:endParaRPr lang="en-US" altLang="zh-TW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47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FD2022-17C8-AA98-A9FE-3E97FD81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0" strike="noStrike" spc="-1" dirty="0">
                <a:solidFill>
                  <a:srgbClr val="000000"/>
                </a:solidFill>
                <a:latin typeface="Calibri Light"/>
              </a:rPr>
              <a:t>Learning rule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26ACBB-6436-3353-018F-C0FD89240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2760" cy="4667250"/>
          </a:xfrm>
        </p:spPr>
        <p:txBody>
          <a:bodyPr>
            <a:normAutofit fontScale="92500" lnSpcReduction="10000"/>
          </a:bodyPr>
          <a:lstStyle/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w</a:t>
            </a:r>
            <a:r>
              <a:rPr lang="en" altLang="zh-TW" sz="2800" b="1" i="1" strike="noStrike" spc="-1" baseline="-25000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" altLang="zh-TW" sz="2800" b="0" strike="noStrike" spc="-1" baseline="-2500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" altLang="zh-TW" sz="2800" b="1" i="1" strike="noStrike" spc="-1" baseline="-25000" dirty="0">
                <a:solidFill>
                  <a:srgbClr val="000000"/>
                </a:solidFill>
                <a:latin typeface="Calibri"/>
              </a:rPr>
              <a:t>j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is the connection weight between the </a:t>
            </a: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" altLang="zh-TW" sz="2800" b="0" strike="noStrike" spc="-1" baseline="30000" dirty="0" err="1">
                <a:solidFill>
                  <a:srgbClr val="000000"/>
                </a:solidFill>
                <a:latin typeface="Calibri"/>
              </a:rPr>
              <a:t>th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 input neuron and the </a:t>
            </a: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j</a:t>
            </a:r>
            <a:r>
              <a:rPr lang="en" altLang="zh-TW" sz="2800" b="0" strike="noStrike" spc="-1" baseline="30000" dirty="0" err="1">
                <a:solidFill>
                  <a:srgbClr val="000000"/>
                </a:solidFill>
                <a:latin typeface="Calibri"/>
              </a:rPr>
              <a:t>th</a:t>
            </a:r>
            <a:r>
              <a:rPr lang="en" altLang="zh-TW" sz="2800" b="0" strike="noStrike" spc="-1" baseline="300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output neuron.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x</a:t>
            </a:r>
            <a:r>
              <a:rPr lang="en" altLang="zh-TW" sz="2800" b="1" i="1" strike="noStrike" spc="-1" baseline="-25000" dirty="0">
                <a:solidFill>
                  <a:srgbClr val="000000"/>
                </a:solidFill>
                <a:latin typeface="Calibri"/>
              </a:rPr>
              <a:t>i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is the </a:t>
            </a: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i</a:t>
            </a:r>
            <a:r>
              <a:rPr lang="en" altLang="zh-TW" sz="2800" b="0" strike="noStrike" spc="-1" baseline="30000" dirty="0" err="1">
                <a:solidFill>
                  <a:srgbClr val="000000"/>
                </a:solidFill>
                <a:latin typeface="Calibri"/>
              </a:rPr>
              <a:t>th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 input value of the current training instance. 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is the output of the </a:t>
            </a: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j</a:t>
            </a:r>
            <a:r>
              <a:rPr lang="en" altLang="zh-TW" sz="2800" b="0" strike="noStrike" spc="-1" baseline="30000" dirty="0" err="1">
                <a:solidFill>
                  <a:srgbClr val="000000"/>
                </a:solidFill>
                <a:latin typeface="Calibri"/>
              </a:rPr>
              <a:t>th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 output neuron for the current training instance. 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y</a:t>
            </a:r>
            <a:r>
              <a:rPr lang="en" altLang="zh-TW" sz="2800" b="1" i="1" strike="noStrike" spc="-1" baseline="-25000" dirty="0" err="1">
                <a:solidFill>
                  <a:srgbClr val="000000"/>
                </a:solidFill>
                <a:latin typeface="Calibri"/>
              </a:rPr>
              <a:t>j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is the target output of the </a:t>
            </a:r>
            <a:r>
              <a:rPr lang="en" altLang="zh-TW" sz="2800" b="1" i="1" strike="noStrike" spc="-1" dirty="0" err="1">
                <a:solidFill>
                  <a:srgbClr val="000000"/>
                </a:solidFill>
                <a:latin typeface="Calibri"/>
              </a:rPr>
              <a:t>j</a:t>
            </a:r>
            <a:r>
              <a:rPr lang="en" altLang="zh-TW" sz="2800" b="0" strike="noStrike" spc="-1" baseline="30000" dirty="0" err="1">
                <a:solidFill>
                  <a:srgbClr val="000000"/>
                </a:solidFill>
                <a:latin typeface="Calibri"/>
              </a:rPr>
              <a:t>th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 output neuron for the current training  instance. 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l-GR" altLang="zh-TW" sz="2800" b="1" i="1" strike="noStrike" spc="-1" dirty="0">
                <a:solidFill>
                  <a:srgbClr val="000000"/>
                </a:solidFill>
                <a:latin typeface="Calibri"/>
              </a:rPr>
              <a:t>η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is the learning rate. </a:t>
            </a:r>
            <a:endParaRPr lang="en-US" altLang="zh-TW" sz="2800" b="0" strike="noStrike" spc="-1" dirty="0">
              <a:latin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7E1BA5-1183-2993-5ACC-EAB774B5F9E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868082" y="1200152"/>
            <a:ext cx="4722840" cy="862200"/>
          </a:xfrm>
          <a:prstGeom prst="rect">
            <a:avLst/>
          </a:prstGeom>
          <a:ln w="0">
            <a:noFill/>
          </a:ln>
        </p:spPr>
      </p:pic>
      <p:grpSp>
        <p:nvGrpSpPr>
          <p:cNvPr id="5" name="群組 9">
            <a:extLst>
              <a:ext uri="{FF2B5EF4-FFF2-40B4-BE49-F238E27FC236}">
                <a16:creationId xmlns:a16="http://schemas.microsoft.com/office/drawing/2014/main" id="{834106F7-7BE8-D04D-BA1E-D7D70BB5A4BD}"/>
              </a:ext>
            </a:extLst>
          </p:cNvPr>
          <p:cNvGrpSpPr/>
          <p:nvPr/>
        </p:nvGrpSpPr>
        <p:grpSpPr>
          <a:xfrm>
            <a:off x="6096001" y="2197289"/>
            <a:ext cx="5257800" cy="4137588"/>
            <a:chOff x="7141680" y="1782720"/>
            <a:chExt cx="4990320" cy="3531960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5A44278A-5EF8-6B0D-7DC3-BCD004197AA7}"/>
                </a:ext>
              </a:extLst>
            </p:cNvPr>
            <p:cNvPicPr/>
            <p:nvPr/>
          </p:nvPicPr>
          <p:blipFill>
            <a:blip r:embed="rId3"/>
            <a:stretch/>
          </p:blipFill>
          <p:spPr>
            <a:xfrm>
              <a:off x="7864560" y="2139840"/>
              <a:ext cx="4267440" cy="86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C23E13A-8211-41D0-3383-549F5A4A87C2}"/>
                </a:ext>
              </a:extLst>
            </p:cNvPr>
            <p:cNvSpPr/>
            <p:nvPr/>
          </p:nvSpPr>
          <p:spPr>
            <a:xfrm>
              <a:off x="8710560" y="1782720"/>
              <a:ext cx="2134800" cy="3639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" sz="1800" b="1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Gradient Descent </a:t>
              </a:r>
              <a:endParaRPr lang="en-US" sz="1800" b="0" strike="noStrike" spc="-1">
                <a:latin typeface="Arial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163B1B1E-41C4-F948-5BD8-73EA5DB7A200}"/>
                </a:ext>
              </a:extLst>
            </p:cNvPr>
            <p:cNvPicPr/>
            <p:nvPr/>
          </p:nvPicPr>
          <p:blipFill>
            <a:blip r:embed="rId4"/>
            <a:stretch/>
          </p:blipFill>
          <p:spPr>
            <a:xfrm>
              <a:off x="7141680" y="2910240"/>
              <a:ext cx="4722840" cy="1749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C978801-4F0D-B438-DD15-3D87D1294172}"/>
                </a:ext>
              </a:extLst>
            </p:cNvPr>
            <p:cNvPicPr/>
            <p:nvPr/>
          </p:nvPicPr>
          <p:blipFill>
            <a:blip r:embed="rId5"/>
            <a:stretch/>
          </p:blipFill>
          <p:spPr>
            <a:xfrm>
              <a:off x="8459640" y="4718880"/>
              <a:ext cx="3405240" cy="595800"/>
            </a:xfrm>
            <a:prstGeom prst="rect">
              <a:avLst/>
            </a:prstGeom>
            <a:ln w="0"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8374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1C588-D673-721B-B1F9-6F7C4162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0" strike="noStrike" spc="-1" dirty="0">
                <a:solidFill>
                  <a:srgbClr val="000000"/>
                </a:solidFill>
                <a:latin typeface="Calibri Light"/>
              </a:rPr>
              <a:t>簡單的感知器的問題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6334E0-DA4B-B50F-FA30-185582107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有些簡單的小問題卻無法解決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(e.g., the 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Exclusive OR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(XOR) 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分類問題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但可以透過堆疊多個感知器來克服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這種做法產生的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ANN 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叫做多層感知器 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Multilayer Perceptron 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(MLP).</a:t>
            </a:r>
          </a:p>
          <a:p>
            <a:pPr lvl="1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TW" spc="-1" dirty="0" err="1">
                <a:solidFill>
                  <a:srgbClr val="000000"/>
                </a:solidFill>
                <a:latin typeface="Calibri"/>
              </a:rPr>
              <a:t>假設</a:t>
            </a:r>
            <a:r>
              <a:rPr lang="en" altLang="zh-TW" spc="-1" dirty="0" err="1">
                <a:solidFill>
                  <a:srgbClr val="000000"/>
                </a:solidFill>
                <a:latin typeface="Calibri"/>
              </a:rPr>
              <a:t>黑色線的權重都是</a:t>
            </a:r>
            <a:r>
              <a:rPr lang="en-US" altLang="zh-TW" spc="-1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" altLang="zh-TW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altLang="zh-TW" b="0" strike="noStrike" spc="-1" dirty="0">
              <a:latin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5D7D4AF-140A-908B-84F9-B5FB7EFFFD8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400800" y="3743661"/>
            <a:ext cx="5521841" cy="3114339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43F30D-5048-A50B-F408-939D1957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250509"/>
              </p:ext>
            </p:extLst>
          </p:nvPr>
        </p:nvGraphicFramePr>
        <p:xfrm>
          <a:off x="649045" y="4672770"/>
          <a:ext cx="5334000" cy="133350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17122">
                  <a:extLst>
                    <a:ext uri="{9D8B030D-6E8A-4147-A177-3AD203B41FA5}">
                      <a16:colId xmlns:a16="http://schemas.microsoft.com/office/drawing/2014/main" val="2142904464"/>
                    </a:ext>
                  </a:extLst>
                </a:gridCol>
                <a:gridCol w="317122">
                  <a:extLst>
                    <a:ext uri="{9D8B030D-6E8A-4147-A177-3AD203B41FA5}">
                      <a16:colId xmlns:a16="http://schemas.microsoft.com/office/drawing/2014/main" val="1541165029"/>
                    </a:ext>
                  </a:extLst>
                </a:gridCol>
                <a:gridCol w="256869">
                  <a:extLst>
                    <a:ext uri="{9D8B030D-6E8A-4147-A177-3AD203B41FA5}">
                      <a16:colId xmlns:a16="http://schemas.microsoft.com/office/drawing/2014/main" val="1628207345"/>
                    </a:ext>
                  </a:extLst>
                </a:gridCol>
                <a:gridCol w="532766">
                  <a:extLst>
                    <a:ext uri="{9D8B030D-6E8A-4147-A177-3AD203B41FA5}">
                      <a16:colId xmlns:a16="http://schemas.microsoft.com/office/drawing/2014/main" val="4003174127"/>
                    </a:ext>
                  </a:extLst>
                </a:gridCol>
                <a:gridCol w="799149">
                  <a:extLst>
                    <a:ext uri="{9D8B030D-6E8A-4147-A177-3AD203B41FA5}">
                      <a16:colId xmlns:a16="http://schemas.microsoft.com/office/drawing/2014/main" val="1145721767"/>
                    </a:ext>
                  </a:extLst>
                </a:gridCol>
                <a:gridCol w="646930">
                  <a:extLst>
                    <a:ext uri="{9D8B030D-6E8A-4147-A177-3AD203B41FA5}">
                      <a16:colId xmlns:a16="http://schemas.microsoft.com/office/drawing/2014/main" val="2680417127"/>
                    </a:ext>
                  </a:extLst>
                </a:gridCol>
                <a:gridCol w="913313">
                  <a:extLst>
                    <a:ext uri="{9D8B030D-6E8A-4147-A177-3AD203B41FA5}">
                      <a16:colId xmlns:a16="http://schemas.microsoft.com/office/drawing/2014/main" val="1882978495"/>
                    </a:ext>
                  </a:extLst>
                </a:gridCol>
                <a:gridCol w="865744">
                  <a:extLst>
                    <a:ext uri="{9D8B030D-6E8A-4147-A177-3AD203B41FA5}">
                      <a16:colId xmlns:a16="http://schemas.microsoft.com/office/drawing/2014/main" val="973853355"/>
                    </a:ext>
                  </a:extLst>
                </a:gridCol>
                <a:gridCol w="684985">
                  <a:extLst>
                    <a:ext uri="{9D8B030D-6E8A-4147-A177-3AD203B41FA5}">
                      <a16:colId xmlns:a16="http://schemas.microsoft.com/office/drawing/2014/main" val="25248034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x1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x2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y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_left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left_out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_right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right_out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out_sum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600" u="none" strike="noStrike">
                          <a:effectLst/>
                        </a:rPr>
                        <a:t>output</a:t>
                      </a:r>
                      <a:endParaRPr lang="e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6523192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-1.5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-0.5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-0.5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59956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 dirty="0">
                          <a:effectLst/>
                        </a:rPr>
                        <a:t>-0.5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0975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-0.5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8827336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1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>
                          <a:effectLst/>
                        </a:rPr>
                        <a:t>-0.5</a:t>
                      </a:r>
                      <a:endParaRPr lang="en-US" altLang="zh-TW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u="none" strike="noStrike" dirty="0">
                          <a:effectLst/>
                        </a:rPr>
                        <a:t>0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3395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6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13BD4E-03ED-6109-7415-AB32F108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感知器</a:t>
            </a:r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Perceptron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5CD32B-2EE6-602C-9268-0B237AC3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一個感知器就是由很多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TLU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組成的層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(Layer)</a:t>
            </a:r>
            <a:endParaRPr lang="en-US" altLang="zh-TW" sz="2800" b="0" strike="noStrike" spc="-1" dirty="0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所有的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</a:rPr>
              <a:t>TLU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都有跟輸入連接。 </a:t>
            </a:r>
            <a:endParaRPr lang="en-US" altLang="zh-TW" sz="2400" b="0" strike="noStrike" spc="-1" dirty="0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在每一層的神經元都跟前一個層的每一個神經元有連接 </a:t>
            </a:r>
            <a:r>
              <a:rPr lang="en-US" altLang="zh-TW" sz="2400" b="0" strike="noStrike" spc="-1" dirty="0">
                <a:solidFill>
                  <a:srgbClr val="000000"/>
                </a:solidFill>
                <a:latin typeface="Calibri"/>
              </a:rPr>
              <a:t>(i.e., 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輸入的神經元</a:t>
            </a:r>
            <a:r>
              <a:rPr lang="en-US" altLang="zh-TW" sz="24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endParaRPr lang="en-US" altLang="zh-TW" sz="2400" b="0" strike="noStrike" spc="-1" dirty="0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這種層叫做全連接層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</a:rPr>
              <a:t>fully connected layer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或 密集層</a:t>
            </a:r>
            <a:r>
              <a:rPr lang="en" altLang="zh-TW" sz="2400" b="1" i="1" strike="noStrike" spc="-1" dirty="0">
                <a:solidFill>
                  <a:srgbClr val="000000"/>
                </a:solidFill>
                <a:latin typeface="Calibri"/>
              </a:rPr>
              <a:t>dense layer</a:t>
            </a: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lang="en" altLang="zh-TW" spc="-1" dirty="0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endParaRPr lang="en" altLang="zh-TW" spc="-1" dirty="0">
              <a:solidFill>
                <a:srgbClr val="000000"/>
              </a:solidFill>
              <a:latin typeface="Calibri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" altLang="zh-TW" sz="1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X</a:t>
            </a: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 </a:t>
            </a: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是輸入特徵的矩陣，每一行表示一筆資料，每一行的欄位代表資料的特徵屬性。</a:t>
            </a:r>
            <a:endParaRPr lang="en-US" altLang="zh-TW" sz="1800" b="0" strike="noStrike" spc="-1" dirty="0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W</a:t>
            </a: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是權重矩陣，表示所有連接的權重值</a:t>
            </a: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除了偏差神經元</a:t>
            </a: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(bias neuron)</a:t>
            </a:r>
            <a:endParaRPr lang="en-US" altLang="zh-TW" sz="1800" b="0" strike="noStrike" spc="-1" dirty="0">
              <a:latin typeface="Arial"/>
            </a:endParaRPr>
          </a:p>
          <a:p>
            <a:pPr marL="889200" lvl="2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每個輸入神經元是一行，每個在目前層的神經元以欄表示 </a:t>
            </a:r>
            <a:endParaRPr lang="en-US" altLang="zh-TW" sz="1800" b="0" strike="noStrike" spc="-1" dirty="0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偏差向量</a:t>
            </a:r>
            <a:r>
              <a:rPr lang="en" altLang="zh-TW" sz="1800" b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b </a:t>
            </a: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包含所有神經元跟偏差神經元的連接權重，每個神經元都有一個偏差值</a:t>
            </a:r>
            <a:endParaRPr lang="en-US" altLang="zh-TW" sz="1800" b="0" strike="noStrike" spc="-1" dirty="0"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函數 ⏀ 指的是活化函數 </a:t>
            </a:r>
            <a:r>
              <a:rPr lang="en" altLang="zh-TW" sz="1800" b="1" i="1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activation function </a:t>
            </a: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(</a:t>
            </a:r>
            <a:r>
              <a:rPr lang="zh-TW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例如之前是</a:t>
            </a:r>
            <a:r>
              <a:rPr lang="en" altLang="zh-TW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step function)</a:t>
            </a:r>
            <a:endParaRPr lang="en-US" altLang="zh-TW" sz="1800" b="0" strike="noStrike" spc="-1" dirty="0">
              <a:latin typeface="Arial"/>
            </a:endParaRPr>
          </a:p>
        </p:txBody>
      </p:sp>
      <p:pic>
        <p:nvPicPr>
          <p:cNvPr id="4" name="圖片 5">
            <a:extLst>
              <a:ext uri="{FF2B5EF4-FFF2-40B4-BE49-F238E27FC236}">
                <a16:creationId xmlns:a16="http://schemas.microsoft.com/office/drawing/2014/main" id="{34DFBF46-2772-2C46-DC42-FC760DB1049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925131" y="3817070"/>
            <a:ext cx="3376800" cy="684360"/>
          </a:xfrm>
          <a:prstGeom prst="rect">
            <a:avLst/>
          </a:prstGeom>
          <a:ln w="0">
            <a:noFill/>
          </a:ln>
        </p:spPr>
      </p:pic>
      <p:pic>
        <p:nvPicPr>
          <p:cNvPr id="5" name="Picture 1" descr="page370image40055808">
            <a:extLst>
              <a:ext uri="{FF2B5EF4-FFF2-40B4-BE49-F238E27FC236}">
                <a16:creationId xmlns:a16="http://schemas.microsoft.com/office/drawing/2014/main" id="{8FF1078E-AE2E-3975-69BB-C841B697269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8072845" y="365125"/>
            <a:ext cx="3721525" cy="2038441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365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age374image40228544">
            <a:extLst>
              <a:ext uri="{FF2B5EF4-FFF2-40B4-BE49-F238E27FC236}">
                <a16:creationId xmlns:a16="http://schemas.microsoft.com/office/drawing/2014/main" id="{6F7B406F-12A7-EFB9-AD6D-F5AB467B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328267" y="438479"/>
            <a:ext cx="4754880" cy="3383280"/>
          </a:xfrm>
          <a:prstGeom prst="rect">
            <a:avLst/>
          </a:prstGeom>
          <a:ln w="0">
            <a:noFill/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42684FA-6C23-BB86-E230-103E60BD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The Multilayer Perceptron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5F8EA6-3105-2970-0539-6880F1550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3200" b="0" strike="noStrike" spc="-1" dirty="0">
                <a:solidFill>
                  <a:srgbClr val="000000"/>
                </a:solidFill>
                <a:latin typeface="Calibri"/>
              </a:rPr>
              <a:t>An MLP is composed of </a:t>
            </a:r>
            <a:endParaRPr lang="en-US" altLang="zh-TW" sz="3200" b="0" strike="noStrike" spc="-1" dirty="0">
              <a:latin typeface="Arial"/>
            </a:endParaRPr>
          </a:p>
          <a:p>
            <a:pPr marL="685800" lvl="1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one 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input layer</a:t>
            </a:r>
            <a:endParaRPr lang="en-US" altLang="zh-TW" sz="2800" b="0" strike="noStrike" spc="-1" dirty="0">
              <a:latin typeface="Arial"/>
            </a:endParaRPr>
          </a:p>
          <a:p>
            <a:pPr marL="685800" lvl="1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one or more layers of TLUs, 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hidden layers</a:t>
            </a:r>
            <a:endParaRPr lang="en-US" altLang="zh-TW" sz="2800" b="0" strike="noStrike" spc="-1" dirty="0">
              <a:latin typeface="Arial"/>
            </a:endParaRPr>
          </a:p>
          <a:p>
            <a:pPr marL="685800" lvl="1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one final layer of TLUs called the </a:t>
            </a:r>
            <a:r>
              <a:rPr lang="en" altLang="zh-TW" sz="2800" b="1" i="1" strike="noStrike" spc="-1" dirty="0">
                <a:solidFill>
                  <a:srgbClr val="000000"/>
                </a:solidFill>
                <a:latin typeface="Calibri"/>
              </a:rPr>
              <a:t>output layer </a:t>
            </a:r>
            <a:endParaRPr lang="en-US" altLang="zh-TW" sz="2800" b="0" strike="noStrike" spc="-1" dirty="0">
              <a:latin typeface="Arial"/>
            </a:endParaRPr>
          </a:p>
          <a:p>
            <a:pPr marL="685800" lvl="1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這是一種前饋神經網路</a:t>
            </a:r>
            <a:r>
              <a:rPr lang="en-US" altLang="zh-TW" sz="2800" b="0" strike="noStrike" spc="-1" dirty="0">
                <a:solidFill>
                  <a:srgbClr val="000000"/>
                </a:solidFill>
                <a:latin typeface="Calibri"/>
              </a:rPr>
              <a:t>(Feedforward NN)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3200" b="0" strike="noStrike" spc="-1" dirty="0">
                <a:solidFill>
                  <a:srgbClr val="000000"/>
                </a:solidFill>
                <a:latin typeface="Calibri"/>
              </a:rPr>
              <a:t>當</a:t>
            </a:r>
            <a:r>
              <a:rPr lang="en" altLang="zh-TW" sz="3200" b="0" strike="noStrike" spc="-1" dirty="0">
                <a:solidFill>
                  <a:srgbClr val="000000"/>
                </a:solidFill>
                <a:latin typeface="Calibri"/>
              </a:rPr>
              <a:t>ANN</a:t>
            </a:r>
            <a:r>
              <a:rPr lang="zh-TW" altLang="zh-TW" sz="3200" b="0" strike="noStrike" spc="-1" dirty="0">
                <a:solidFill>
                  <a:srgbClr val="000000"/>
                </a:solidFill>
                <a:latin typeface="Calibri"/>
              </a:rPr>
              <a:t>有很多</a:t>
            </a:r>
            <a:r>
              <a:rPr lang="en" altLang="zh-TW" sz="3200" b="0" strike="noStrike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zh-TW" altLang="zh-TW" sz="3200" b="0" strike="noStrike" spc="-1" dirty="0">
                <a:solidFill>
                  <a:srgbClr val="000000"/>
                </a:solidFill>
                <a:latin typeface="Calibri"/>
              </a:rPr>
              <a:t>深</a:t>
            </a:r>
            <a:r>
              <a:rPr lang="en" altLang="zh-TW" sz="3200" b="0" strike="noStrike" spc="-1" dirty="0">
                <a:solidFill>
                  <a:srgbClr val="000000"/>
                </a:solidFill>
                <a:latin typeface="Calibri"/>
              </a:rPr>
              <a:t>)</a:t>
            </a:r>
            <a:r>
              <a:rPr lang="zh-TW" altLang="zh-TW" sz="3200" b="0" strike="noStrike" spc="-1" dirty="0">
                <a:solidFill>
                  <a:srgbClr val="000000"/>
                </a:solidFill>
                <a:latin typeface="Calibri"/>
              </a:rPr>
              <a:t>的隱藏層時，就這就叫深度網路</a:t>
            </a:r>
            <a:endParaRPr lang="en-US" altLang="zh-TW" sz="3200" b="0" strike="noStrike" spc="-1" dirty="0">
              <a:latin typeface="Arial"/>
            </a:endParaRPr>
          </a:p>
          <a:p>
            <a:pPr marL="685800" lvl="1" indent="-2286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" altLang="zh-TW" sz="2400" b="0" strike="noStrike" spc="-1" dirty="0">
                <a:solidFill>
                  <a:srgbClr val="000000"/>
                </a:solidFill>
                <a:latin typeface="Calibri"/>
              </a:rPr>
              <a:t>A deep neural network (DNN). </a:t>
            </a:r>
            <a:endParaRPr lang="en-US" altLang="zh-TW" sz="24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深度學習領域就是在研究深度網路，包含一般性的、多層計算的</a:t>
            </a:r>
            <a:endParaRPr lang="en-US" altLang="zh-TW" sz="28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不過現在神經網路往往直接被叫深度學習了</a:t>
            </a:r>
            <a:endParaRPr lang="en-US" altLang="zh-TW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842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84F504-03CE-838B-C809-2417727E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b="0" strike="noStrike" spc="-1" dirty="0" err="1">
                <a:latin typeface="Arial"/>
              </a:rPr>
              <a:t>Tensorflow</a:t>
            </a:r>
            <a:r>
              <a:rPr lang="en-US" altLang="zh-TW" sz="4400" b="0" strike="noStrike" spc="-1" dirty="0">
                <a:latin typeface="Arial"/>
              </a:rPr>
              <a:t> Playground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40246-8A60-0016-4B3C-10C3EA5CD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CD2EB8-7B7B-F447-3531-4F9E13E9509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406316" y="1522247"/>
            <a:ext cx="7692390" cy="5162992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76686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42C6D2-391E-05D5-5989-E0608B15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Backpropagation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F6D8AC-5BDD-0DFD-456E-C6B37F939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</a:rPr>
              <a:t>簡單而言，這是一種梯度下降</a:t>
            </a:r>
            <a:r>
              <a:rPr lang="en" altLang="zh-TW" sz="2800" b="0" strike="noStrike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" altLang="zh-TW" sz="2800" b="0" strike="noStrike" spc="-1" dirty="0">
                <a:solidFill>
                  <a:srgbClr val="FF0000"/>
                </a:solidFill>
                <a:latin typeface="Calibri"/>
              </a:rPr>
              <a:t>Gradient Descent) 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的做法</a:t>
            </a:r>
            <a:endParaRPr lang="en-US" altLang="zh-TW" sz="2800" b="0" strike="noStrike" spc="-1" dirty="0">
              <a:latin typeface="Arial"/>
            </a:endParaRPr>
          </a:p>
          <a:p>
            <a:pPr marL="62856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做法是經過網路兩次</a:t>
            </a:r>
            <a:r>
              <a:rPr lang="en-US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(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一次順向，一次反向</a:t>
            </a:r>
            <a:r>
              <a:rPr lang="en-US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，計算網路誤差相對於每一個模型參數的梯度</a:t>
            </a:r>
            <a:endParaRPr lang="en-US" altLang="zh-TW" sz="2800" b="0" strike="noStrike" spc="-1" dirty="0">
              <a:latin typeface="Arial"/>
            </a:endParaRPr>
          </a:p>
          <a:p>
            <a:pPr marL="62856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找出如何調整各個連結權重和各個偏差項來降低誤差</a:t>
            </a:r>
            <a:endParaRPr lang="en-US" altLang="zh-TW" sz="2800" b="0" strike="noStrike" spc="-1" dirty="0">
              <a:latin typeface="Arial"/>
            </a:endParaRPr>
          </a:p>
          <a:p>
            <a:pPr marL="62856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取得這些梯度後，執行一般的梯度下降步驟即可</a:t>
            </a:r>
            <a:endParaRPr lang="en-US" altLang="zh-TW" sz="2800" b="0" strike="noStrike" spc="-1" dirty="0">
              <a:latin typeface="Arial"/>
            </a:endParaRPr>
          </a:p>
          <a:p>
            <a:pPr marL="62856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altLang="zh-TW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執行上述的步驟，直接網路收斂為止</a:t>
            </a:r>
            <a:endParaRPr lang="en-US" altLang="zh-TW" sz="2800" b="0" strike="noStrike" spc="-1" dirty="0">
              <a:latin typeface="Arial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17771C-E8AF-5772-9AFB-FAC90A006E35}"/>
              </a:ext>
            </a:extLst>
          </p:cNvPr>
          <p:cNvSpPr txBox="1"/>
          <p:nvPr/>
        </p:nvSpPr>
        <p:spPr>
          <a:xfrm>
            <a:off x="838200" y="5715298"/>
            <a:ext cx="11353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hlinkClick r:id="rId2"/>
              </a:rPr>
              <a:t>https://chih-sheng-huang821.medium.com/%E6%A9%9F%E5%99%A8%E5%AD%B8%E7%BF%92-%E7%A5%9E%E7%B6%93%E7%B6%B2%E8%B7%AF-%E5%A4%9A%E5%B1%A4%E6%84%9F%E7%9F%A5%E6%A9%9F-multilayer-perceptron-mlp-%E5%90%AB%E8%A9%B3%E7%B4%B0%E6%8E%A8%E5%B0%8E-ee4f3d5d1b41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2857562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8BC5AB-4E7E-99FB-4389-4520D211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Backpropagation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D209C6-81AE-A251-CFBA-DFE9F2F4F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反向傳遞的目的就是利用最後的目標函數</a:t>
                </a:r>
                <a:r>
                  <a:rPr lang="en-US" altLang="zh-TW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(</a:t>
                </a:r>
                <a:r>
                  <a:rPr lang="en" altLang="zh-TW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loss/cost function)</a:t>
                </a: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來進行參數的更新</a:t>
                </a:r>
                <a:endParaRPr lang="en-US" altLang="zh-TW" sz="3200" b="0" i="0" dirty="0">
                  <a:solidFill>
                    <a:srgbClr val="292929"/>
                  </a:solidFill>
                  <a:effectLst/>
                  <a:latin typeface="source-serif-pro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如果誤差值越大，代表參數學得不好，所以需要繼續學習，直到參數或是誤差值收斂</a:t>
                </a:r>
                <a:endParaRPr lang="en-US" altLang="zh-TW" sz="3200" b="0" i="0" dirty="0">
                  <a:solidFill>
                    <a:srgbClr val="292929"/>
                  </a:solidFill>
                  <a:effectLst/>
                  <a:latin typeface="source-serif-pro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假設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smtClean="0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TW" sz="3200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200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i="1">
                            <a:solidFill>
                              <a:srgbClr val="292929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為第</a:t>
                </a:r>
                <a:r>
                  <a:rPr lang="en" altLang="zh-TW" sz="3200" b="0" i="0" dirty="0" err="1">
                    <a:solidFill>
                      <a:srgbClr val="292929"/>
                    </a:solidFill>
                    <a:effectLst/>
                    <a:latin typeface="source-serif-pro"/>
                  </a:rPr>
                  <a:t>i</a:t>
                </a: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筆資料的輸入值，其輸出值設定為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3200" b="0" i="1" smtClean="0">
                            <a:solidFill>
                              <a:srgbClr val="292929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3200" b="0" i="1" smtClean="0">
                            <a:solidFill>
                              <a:srgbClr val="2929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3200" b="0" i="1" smtClean="0">
                            <a:solidFill>
                              <a:srgbClr val="2929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200" b="0" i="1" smtClean="0">
                            <a:solidFill>
                              <a:srgbClr val="2929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200" b="0" i="1" smtClean="0">
                            <a:solidFill>
                              <a:srgbClr val="292929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TW" sz="3200" b="0" i="0" dirty="0">
                  <a:solidFill>
                    <a:srgbClr val="292929"/>
                  </a:solidFill>
                  <a:effectLst/>
                  <a:latin typeface="source-serif-pro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TW" altLang="en-US" sz="3200" b="0" i="0" dirty="0">
                    <a:solidFill>
                      <a:srgbClr val="292929"/>
                    </a:solidFill>
                    <a:effectLst/>
                    <a:latin typeface="source-serif-pro"/>
                  </a:rPr>
                  <a:t>其目標的誤差為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7D209C6-81AE-A251-CFBA-DFE9F2F4F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0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514CC849-0774-B744-C322-38A342E4B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023" y="5241674"/>
            <a:ext cx="34798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CB37526A-F1E2-E342-1C4C-B8AD9E731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297738"/>
            <a:ext cx="18923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338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E46447-C7F2-0533-3904-AEE3E7F1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Backpropagation</a:t>
            </a:r>
            <a:endParaRPr kumimoji="1" lang="zh-TW" alt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D7F0B50-94ED-7A8F-CF20-3280EC2BC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58" y="1998081"/>
            <a:ext cx="6200420" cy="40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B99E3DF-CFAD-35BA-885C-A949E2BB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82" y="4210042"/>
            <a:ext cx="2074957" cy="102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A6EC8444-B7BD-2CA6-E632-20C77CBB8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82" y="5411140"/>
            <a:ext cx="2545308" cy="92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id="{160054B0-8E12-13E9-BAA2-FD1659EA5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359" y="1998081"/>
            <a:ext cx="2214204" cy="127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99ED9C2D-EB9E-1780-50AF-15A2A2B16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359" y="3474326"/>
            <a:ext cx="19177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998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985AF-53BD-9143-94AD-B86CA4E5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r>
              <a:rPr lang="en" altLang="zh-TW" sz="4400" b="1" strike="noStrike" spc="-1" dirty="0">
                <a:solidFill>
                  <a:srgbClr val="000000"/>
                </a:solidFill>
                <a:latin typeface="Calibri Light"/>
              </a:rPr>
              <a:t>Backpropagation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F2E3F3-BE75-3ED1-78C5-A7B1E1A9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要找到最佳參數解</a:t>
            </a:r>
            <a:r>
              <a:rPr lang="en-US" altLang="zh-TW" dirty="0"/>
              <a:t>(</a:t>
            </a:r>
            <a:r>
              <a:rPr lang="zh-TW" altLang="en-US" dirty="0"/>
              <a:t>參數只有</a:t>
            </a:r>
            <a:r>
              <a:rPr lang="en" altLang="zh-TW" dirty="0" err="1"/>
              <a:t>w</a:t>
            </a:r>
            <a:r>
              <a:rPr lang="en" altLang="zh-TW" baseline="-25000" dirty="0" err="1"/>
              <a:t>kj</a:t>
            </a:r>
            <a:r>
              <a:rPr lang="zh-TW" altLang="en-US" dirty="0"/>
              <a:t>和</a:t>
            </a:r>
            <a:r>
              <a:rPr lang="en" altLang="zh-TW" dirty="0" err="1"/>
              <a:t>v</a:t>
            </a:r>
            <a:r>
              <a:rPr lang="en" altLang="zh-TW" baseline="-25000" dirty="0" err="1"/>
              <a:t>ik</a:t>
            </a:r>
            <a:r>
              <a:rPr lang="en" altLang="zh-TW" dirty="0"/>
              <a:t>)</a:t>
            </a:r>
            <a:r>
              <a:rPr lang="zh-TW" altLang="en" dirty="0"/>
              <a:t>，</a:t>
            </a:r>
            <a:r>
              <a:rPr lang="zh-TW" altLang="en-US" dirty="0"/>
              <a:t>最簡單的方式就是微分方程式等於</a:t>
            </a:r>
            <a:r>
              <a:rPr lang="en-US" altLang="zh-TW" dirty="0"/>
              <a:t>0</a:t>
            </a:r>
            <a:r>
              <a:rPr lang="zh-TW" altLang="en-US" dirty="0"/>
              <a:t>找解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gradient descent</a:t>
            </a:r>
            <a:r>
              <a:rPr lang="zh-TW" altLang="en-US" dirty="0"/>
              <a:t>計算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  <a:p>
            <a:endParaRPr kumimoji="1"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81EC00-9F8D-BA67-DEB9-0DEB232B0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242" y="2352950"/>
            <a:ext cx="3274266" cy="107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3D2C88-49FE-6A2B-0399-ECFCD1AAF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198" y="3561583"/>
            <a:ext cx="25908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05C342D-F997-28D4-1361-5D35FA8E2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148" y="4791045"/>
            <a:ext cx="6946900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72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0AFE41-8DE1-1F25-480E-EDA992D6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C23153A-4B9D-E8C3-04A1-D0DD2F25C3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輸出到隱藏層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" altLang="zh-TW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den>
                    </m:f>
                    <m:r>
                      <a:rPr lang="en-US" altLang="zh-TW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den>
                    </m:f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C23153A-4B9D-E8C3-04A1-D0DD2F25C3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0E73EC64-51A7-7051-1061-CB7003CF17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87" t="22258" b="44400"/>
          <a:stretch/>
        </p:blipFill>
        <p:spPr bwMode="auto">
          <a:xfrm>
            <a:off x="7395165" y="3429000"/>
            <a:ext cx="3907244" cy="97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7B3CF22-A27C-B87E-8FBD-D9B7DA19D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4" t="41683"/>
          <a:stretch/>
        </p:blipFill>
        <p:spPr bwMode="auto">
          <a:xfrm>
            <a:off x="1114288" y="3360063"/>
            <a:ext cx="6004789" cy="200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AC2CEA07-C54F-C112-8E27-360081901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58" t="55239" b="1"/>
          <a:stretch/>
        </p:blipFill>
        <p:spPr bwMode="auto">
          <a:xfrm>
            <a:off x="3742411" y="5130055"/>
            <a:ext cx="4707177" cy="144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90CC9068-2726-6944-4CE6-6C074A06E8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2965" y="681037"/>
            <a:ext cx="6156431" cy="23228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548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4B9BF2-FEF8-5893-9F18-BCBED5935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5EA8B82-750B-7F16-A2CD-A17EF65D9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輸出到隱藏層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5EA8B82-750B-7F16-A2CD-A17EF65D9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7764F58B-E748-1838-828E-549B0AFAC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263" y="682164"/>
            <a:ext cx="4361549" cy="16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768C4B1-1931-81F3-FFAF-22353497B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47" y="2464689"/>
            <a:ext cx="6235716" cy="4069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656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04AA59-60F2-164A-9542-060C9A57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sz="4400" b="1" strike="noStrike" spc="-1" dirty="0">
                <a:solidFill>
                  <a:srgbClr val="000000"/>
                </a:solidFill>
                <a:latin typeface="Calibri Light"/>
              </a:rPr>
              <a:t>反向傳播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94DDAF5-6157-D6AC-9ABD-E647BF460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輸出到隱藏層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</m:oMath>
                </a14:m>
                <a:r>
                  <a:rPr lang="en" altLang="zh-TW" dirty="0"/>
                  <a:t>)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94DDAF5-6157-D6AC-9ABD-E647BF460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6710FC66-D547-E961-BB91-73684B32D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2" t="79841"/>
          <a:stretch/>
        </p:blipFill>
        <p:spPr bwMode="auto">
          <a:xfrm>
            <a:off x="838200" y="2476443"/>
            <a:ext cx="3529683" cy="95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75C090-4AB8-0A23-E235-904EBE9E96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443"/>
          <a:stretch/>
        </p:blipFill>
        <p:spPr bwMode="auto">
          <a:xfrm>
            <a:off x="5235191" y="1027906"/>
            <a:ext cx="5787733" cy="347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1653DA61-6E0D-9C12-2D1E-BBFA8B1DF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64" y="5352270"/>
            <a:ext cx="8458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35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862188-8D85-3DF7-D6F1-92785D6CA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梯度消失問題</a:t>
            </a:r>
            <a:br>
              <a:rPr lang="en-US" altLang="zh-TW" dirty="0"/>
            </a:br>
            <a:r>
              <a:rPr lang="en" altLang="zh-TW" b="0" i="0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Vanishing gradient problem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D5DD25-805E-5196-2744-2A21EC75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Activation function</a:t>
            </a:r>
            <a:r>
              <a:rPr kumimoji="1" lang="zh-TW" altLang="en-US" dirty="0"/>
              <a:t>使用</a:t>
            </a:r>
            <a:r>
              <a:rPr kumimoji="1" lang="en-US" altLang="zh-TW" dirty="0"/>
              <a:t>Sigmoid</a:t>
            </a:r>
            <a:r>
              <a:rPr kumimoji="1" lang="zh-TW" altLang="en-US" dirty="0"/>
              <a:t>時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7F33F2B-1150-84F7-41B3-2B7AFD0D3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733" y="2636865"/>
            <a:ext cx="5023524" cy="385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B1B3F68-3599-048B-4D34-957EFD652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790" y="1825625"/>
            <a:ext cx="2933944" cy="45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12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3333F-DB58-8470-D1CC-19BEA120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Activation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Funtion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25E8D90-1295-72E2-CB22-6D5CF1974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考慮以下簡單的例子，假設在類神經網路中不存在 </a:t>
            </a:r>
            <a:r>
              <a:rPr kumimoji="1" lang="en" altLang="zh-TW" dirty="0"/>
              <a:t>activation function</a:t>
            </a:r>
            <a:r>
              <a:rPr kumimoji="1" lang="zh-TW" altLang="en" dirty="0"/>
              <a:t>，</a:t>
            </a:r>
            <a:r>
              <a:rPr kumimoji="1" lang="zh-TW" altLang="en-US" dirty="0"/>
              <a:t>那其實很多時候不管網路怎麼堆疊，最後都只是普通的 </a:t>
            </a:r>
            <a:r>
              <a:rPr kumimoji="1" lang="en" altLang="zh-TW" dirty="0"/>
              <a:t>linear function</a:t>
            </a:r>
            <a:r>
              <a:rPr kumimoji="1" lang="zh-TW" altLang="en" dirty="0"/>
              <a:t>。</a:t>
            </a:r>
            <a:endParaRPr kumimoji="1"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3A9836-F7AB-E779-1D96-BEA0420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671" y="3063658"/>
            <a:ext cx="8991598" cy="342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95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AB4A7F-BFBA-4620-04B9-958D4EF7B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解決方式其中之一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356E72-DA3F-9794-D674-D3A8C76395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kumimoji="1" lang="zh-TW" altLang="en-US" sz="2400" dirty="0"/>
                  <a:t>改用其它的</a:t>
                </a:r>
                <a:r>
                  <a:rPr kumimoji="1" lang="en-US" altLang="zh-TW" sz="2400" dirty="0"/>
                  <a:t>activation</a:t>
                </a:r>
                <a:r>
                  <a:rPr kumimoji="1" lang="zh-TW" altLang="en-US" sz="2400" dirty="0"/>
                  <a:t> </a:t>
                </a:r>
                <a:r>
                  <a:rPr kumimoji="1" lang="en-US" altLang="zh-TW" sz="2400" dirty="0"/>
                  <a:t>function</a:t>
                </a:r>
              </a:p>
              <a:p>
                <a:pPr lvl="1"/>
                <a:r>
                  <a:rPr kumimoji="1" lang="zh-TW" altLang="en-US" sz="2000" dirty="0"/>
                  <a:t>避免當值太大</a:t>
                </a:r>
                <a:r>
                  <a:rPr kumimoji="1" lang="en-US" altLang="zh-TW" sz="2000" dirty="0"/>
                  <a:t>(</a:t>
                </a:r>
                <a:r>
                  <a:rPr kumimoji="1" lang="zh-TW" altLang="en-US" sz="2000" dirty="0"/>
                  <a:t>或太小時</a:t>
                </a:r>
                <a:r>
                  <a:rPr kumimoji="1" lang="en-US" altLang="zh-TW" sz="2000" dirty="0"/>
                  <a:t>)</a:t>
                </a:r>
                <a:r>
                  <a:rPr kumimoji="1" lang="zh-TW" altLang="en-US" sz="2000" dirty="0"/>
                  <a:t>，微分的數值接近</a:t>
                </a:r>
                <a:r>
                  <a:rPr kumimoji="1" lang="en-US" altLang="zh-TW" sz="2000" dirty="0"/>
                  <a:t>0</a:t>
                </a:r>
              </a:p>
              <a:p>
                <a:pPr lvl="1"/>
                <a:r>
                  <a:rPr kumimoji="1" lang="zh-TW" altLang="en-US" sz="2000" dirty="0"/>
                  <a:t>避免函數的微分值小於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，在神經網路層數過多「累乘」時導致係數收歛的速度變慢</a:t>
                </a:r>
                <a:endParaRPr kumimoji="1" lang="en-US" altLang="zh-TW" sz="2000" dirty="0"/>
              </a:p>
              <a:p>
                <a:r>
                  <a:rPr kumimoji="1" lang="en-US" altLang="zh-TW" sz="2400" dirty="0" err="1"/>
                  <a:t>ReLU</a:t>
                </a:r>
                <a:r>
                  <a:rPr kumimoji="1" lang="zh-TW" altLang="en-US" sz="2400" dirty="0"/>
                  <a:t> </a:t>
                </a:r>
                <a:r>
                  <a:rPr kumimoji="1" lang="en-US" altLang="zh-TW" sz="2400" dirty="0"/>
                  <a:t>(Rectified Linear Unit)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𝑅𝑒𝐿𝑈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TW" sz="2000" dirty="0"/>
              </a:p>
              <a:p>
                <a:r>
                  <a:rPr kumimoji="1" lang="en-US" altLang="zh-TW" sz="2400" dirty="0"/>
                  <a:t>Leaky </a:t>
                </a:r>
                <a:r>
                  <a:rPr kumimoji="1" lang="en-US" altLang="zh-TW" sz="2400" dirty="0" err="1"/>
                  <a:t>ReLU</a:t>
                </a:r>
                <a:endParaRPr kumimoji="1" lang="en-US" altLang="zh-TW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𝐿𝑒𝑎𝑘𝑦𝑅𝑒𝐿𝑈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kumimoji="1" lang="zh-TW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TW" sz="2000" dirty="0"/>
              </a:p>
              <a:p>
                <a:r>
                  <a:rPr kumimoji="1" lang="en-US" altLang="zh-TW" sz="2400" dirty="0"/>
                  <a:t>ELU (Exponential Linear Unit)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b="0" i="1" dirty="0" smtClean="0">
                        <a:latin typeface="Cambria Math" panose="02040503050406030204" pitchFamily="18" charset="0"/>
                      </a:rPr>
                      <m:t>𝐸𝑅𝑒𝐿𝑢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kumimoji="1" lang="zh-TW" alt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kumimoji="1" lang="en-US" altLang="zh-TW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en-US" altLang="zh-TW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B356E72-DA3F-9794-D674-D3A8C76395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12" t="-19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6F9BDE8-49CF-496A-8D79-FFFC17F8C2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3379" y="2967058"/>
                <a:ext cx="4958788" cy="37578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/>
                  <a:t>SoftPlus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𝑆𝑜𝑓𝑡𝑝𝑙𝑢𝑠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TW" sz="2000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⁡(1+</m:t>
                    </m:r>
                    <m:sSup>
                      <m:sSup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000" dirty="0"/>
              </a:p>
              <a:p>
                <a:r>
                  <a:rPr kumimoji="1" lang="en-US" altLang="zh-TW" sz="2400" dirty="0"/>
                  <a:t>GELU (Gaussian Error Linear Unit)</a:t>
                </a:r>
              </a:p>
              <a:p>
                <a:endParaRPr kumimoji="1" lang="en-US" altLang="zh-TW" sz="2400" dirty="0"/>
              </a:p>
              <a:p>
                <a:endParaRPr kumimoji="1" lang="en-US" altLang="zh-TW" sz="2400" dirty="0"/>
              </a:p>
              <a:p>
                <a:r>
                  <a:rPr kumimoji="1" lang="en-US" altLang="zh-TW" sz="2400" dirty="0"/>
                  <a:t>Swish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𝑆𝑤𝑖𝑠h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TW" alt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000" dirty="0"/>
              </a:p>
              <a:p>
                <a:r>
                  <a:rPr kumimoji="1" lang="en" altLang="zh-TW" sz="2400" dirty="0"/>
                  <a:t>Mish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𝑀𝑖𝑠h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𝑡𝑎𝑛h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𝑆𝑜𝑓𝑡𝑝𝑙𝑢𝑠</m:t>
                    </m:r>
                    <m:d>
                      <m:d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sz="2000" dirty="0"/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6F9BDE8-49CF-496A-8D79-FFFC17F8C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379" y="2967058"/>
                <a:ext cx="4958788" cy="3757833"/>
              </a:xfrm>
              <a:prstGeom prst="rect">
                <a:avLst/>
              </a:prstGeom>
              <a:blipFill>
                <a:blip r:embed="rId3"/>
                <a:stretch>
                  <a:fillRect l="-1599" t="-2273" b="-12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8CCBF6AA-7135-47E2-8B8D-CD25B90BC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601" y="4251848"/>
            <a:ext cx="4028819" cy="78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54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34D639A-B19C-DA31-60F9-80A96624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F9ACCF9-750B-4BD1-FED5-0C1FB7085CBD}"/>
              </a:ext>
            </a:extLst>
          </p:cNvPr>
          <p:cNvSpPr txBox="1"/>
          <p:nvPr/>
        </p:nvSpPr>
        <p:spPr>
          <a:xfrm>
            <a:off x="0" y="6488668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17.Activation_functions.py</a:t>
            </a:r>
          </a:p>
        </p:txBody>
      </p:sp>
    </p:spTree>
    <p:extLst>
      <p:ext uri="{BB962C8B-B14F-4D97-AF65-F5344CB8AC3E}">
        <p14:creationId xmlns:p14="http://schemas.microsoft.com/office/powerpoint/2010/main" val="1989544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zh-TW" sz="4400" b="1" strike="noStrike" spc="-1">
                <a:solidFill>
                  <a:srgbClr val="000000"/>
                </a:solidFill>
                <a:latin typeface="Calibri Light"/>
              </a:rPr>
              <a:t>神經網路的重點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160" cy="455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numCol="1" spcCol="0" anchor="t">
            <a:normAutofit/>
          </a:bodyPr>
          <a:lstStyle/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strike="noStrike" spc="-1" dirty="0">
                <a:solidFill>
                  <a:srgbClr val="000000"/>
                </a:solidFill>
                <a:latin typeface="Calibri"/>
              </a:rPr>
              <a:t>所有隱藏層的連結權重必需設定為隨機值，不然訓練會失敗。</a:t>
            </a:r>
            <a:endParaRPr lang="en-US" sz="28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strike="noStrike" spc="-1" dirty="0">
                <a:solidFill>
                  <a:srgbClr val="000000"/>
                </a:solidFill>
                <a:latin typeface="Calibri"/>
              </a:rPr>
              <a:t>例如說，所有的權重與偏差的初始值都是零，在特定層的所有神經元就會「一模一樣」，因為反向傳播會用「一模一樣」的方式進行計算。</a:t>
            </a:r>
            <a:endParaRPr lang="en-US" sz="28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strike="noStrike" spc="-1" dirty="0">
                <a:solidFill>
                  <a:srgbClr val="000000"/>
                </a:solidFill>
                <a:latin typeface="Calibri"/>
              </a:rPr>
              <a:t>換句話說，就算有每層都有數百個神經元，這樣的結果跟每一層只有一個神經元是一樣的。</a:t>
            </a:r>
            <a:endParaRPr lang="en-US" sz="2800" b="0" strike="noStrike" spc="-1" dirty="0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zh-TW" sz="2800" b="0" strike="noStrike" spc="-1" dirty="0">
                <a:solidFill>
                  <a:srgbClr val="000000"/>
                </a:solidFill>
                <a:latin typeface="Calibri"/>
              </a:rPr>
              <a:t>所以權重如果用隨機的，那平衡會被打破，神經元群體可以更多樣。</a:t>
            </a:r>
            <a:endParaRPr lang="en-US" sz="2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385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50E34-DA77-4AE9-8880-D0EF31F7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監督式學習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18ABD-CB9C-4FD9-87C9-FF88942AE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回歸問題</a:t>
            </a:r>
            <a:r>
              <a:rPr lang="en-US" altLang="zh-TW" dirty="0"/>
              <a:t>Regression</a:t>
            </a:r>
          </a:p>
          <a:p>
            <a:pPr lvl="1"/>
            <a:r>
              <a:rPr lang="zh-TW" altLang="en-US" dirty="0"/>
              <a:t>如果只是要預測一個數值，那邊只需要一個輸出的神經元就可以了</a:t>
            </a:r>
          </a:p>
          <a:p>
            <a:pPr lvl="1"/>
            <a:r>
              <a:rPr lang="zh-TW" altLang="en-US" dirty="0"/>
              <a:t>如果是複雜的預測，例如取得圖片中的物件位置</a:t>
            </a:r>
            <a:endParaRPr lang="en-US" altLang="zh-TW" dirty="0"/>
          </a:p>
          <a:p>
            <a:pPr lvl="2"/>
            <a:r>
              <a:rPr lang="zh-TW" altLang="en-US" dirty="0"/>
              <a:t>那可能需要輸出中心點</a:t>
            </a:r>
            <a:r>
              <a:rPr lang="en-US" altLang="zh-TW" dirty="0"/>
              <a:t>(</a:t>
            </a:r>
            <a:r>
              <a:rPr lang="zh-TW" altLang="en-US" dirty="0"/>
              <a:t>兩個神經元，</a:t>
            </a:r>
            <a:r>
              <a:rPr lang="en-US" altLang="zh-TW" dirty="0"/>
              <a:t>x, y</a:t>
            </a:r>
            <a:r>
              <a:rPr lang="zh-TW" altLang="en-US" dirty="0"/>
              <a:t>座標</a:t>
            </a:r>
            <a:r>
              <a:rPr lang="en-US" altLang="zh-TW" dirty="0"/>
              <a:t>).</a:t>
            </a:r>
          </a:p>
          <a:p>
            <a:pPr lvl="2"/>
            <a:r>
              <a:rPr lang="zh-TW" altLang="en-US" dirty="0"/>
              <a:t>如果是要框出物體，可能需要超過兩個以上的神經元，例如說位置、長跟寬</a:t>
            </a:r>
            <a:endParaRPr lang="en-US" altLang="zh-TW" dirty="0"/>
          </a:p>
          <a:p>
            <a:pPr lvl="1"/>
            <a:r>
              <a:rPr lang="zh-TW" altLang="en-US" dirty="0"/>
              <a:t>輸出的神經元往往不會使用活化函數</a:t>
            </a:r>
          </a:p>
          <a:p>
            <a:pPr lvl="1"/>
            <a:r>
              <a:rPr lang="zh-TW" altLang="en-US" dirty="0"/>
              <a:t>如果要確保輸出永遠是正的，那可以用</a:t>
            </a:r>
            <a:r>
              <a:rPr lang="en-US" altLang="zh-TW" dirty="0" err="1"/>
              <a:t>ReLU</a:t>
            </a:r>
            <a:endParaRPr lang="en-US" altLang="zh-TW" dirty="0"/>
          </a:p>
          <a:p>
            <a:pPr lvl="2"/>
            <a:r>
              <a:rPr lang="zh-TW" altLang="en-US" dirty="0"/>
              <a:t>或是用平滑版本的</a:t>
            </a:r>
            <a:r>
              <a:rPr lang="en-US" altLang="zh-TW" dirty="0" err="1"/>
              <a:t>ReLU</a:t>
            </a:r>
            <a:r>
              <a:rPr lang="en-US" altLang="zh-TW" dirty="0"/>
              <a:t>: </a:t>
            </a:r>
            <a:r>
              <a:rPr lang="en-US" altLang="zh-TW" dirty="0" err="1"/>
              <a:t>softplus</a:t>
            </a:r>
            <a:endParaRPr lang="en-US" altLang="zh-TW" dirty="0"/>
          </a:p>
          <a:p>
            <a:pPr lvl="1"/>
            <a:r>
              <a:rPr lang="zh-TW" altLang="en-US" dirty="0"/>
              <a:t>如果要預測值落在指定的範圍間，可以用</a:t>
            </a:r>
            <a:r>
              <a:rPr lang="en-US" altLang="zh-TW" dirty="0"/>
              <a:t>logistic</a:t>
            </a:r>
            <a:r>
              <a:rPr lang="zh-TW" altLang="en-US" dirty="0"/>
              <a:t>或</a:t>
            </a:r>
            <a:r>
              <a:rPr lang="en-US" altLang="zh-TW" dirty="0"/>
              <a:t>tanh</a:t>
            </a:r>
            <a:r>
              <a:rPr lang="zh-TW" altLang="en-US" dirty="0"/>
              <a:t>函數</a:t>
            </a:r>
            <a:endParaRPr lang="en-US" altLang="zh-TW" dirty="0"/>
          </a:p>
          <a:p>
            <a:pPr lvl="1"/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在訓練的時候的損失函數用的通常是</a:t>
            </a:r>
            <a:r>
              <a:rPr lang="zh-TW" altLang="en-US" sz="2400" b="0" strike="noStrike" spc="-1" dirty="0">
                <a:solidFill>
                  <a:srgbClr val="000000"/>
                </a:solidFill>
                <a:latin typeface="Calibri"/>
              </a:rPr>
              <a:t>平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均</a:t>
            </a:r>
            <a:r>
              <a:rPr lang="zh-TW" altLang="en-US" sz="2400" b="0" strike="noStrike" spc="-1" dirty="0">
                <a:solidFill>
                  <a:srgbClr val="000000"/>
                </a:solidFill>
                <a:latin typeface="Calibri"/>
              </a:rPr>
              <a:t>平</a:t>
            </a:r>
            <a:r>
              <a:rPr lang="zh-TW" altLang="zh-TW" sz="2400" b="0" strike="noStrike" spc="-1" dirty="0">
                <a:solidFill>
                  <a:srgbClr val="000000"/>
                </a:solidFill>
                <a:latin typeface="Calibri"/>
              </a:rPr>
              <a:t>方誤差</a:t>
            </a:r>
            <a:r>
              <a:rPr lang="zh-TW" altLang="en-US" spc="-1" dirty="0">
                <a:solidFill>
                  <a:srgbClr val="000000"/>
                </a:solidFill>
                <a:latin typeface="Calibri"/>
              </a:rPr>
              <a:t>或平均約對誤差，或</a:t>
            </a:r>
            <a:r>
              <a:rPr lang="en-US" altLang="zh-TW" spc="-1" dirty="0">
                <a:solidFill>
                  <a:srgbClr val="000000"/>
                </a:solidFill>
                <a:latin typeface="Calibri"/>
              </a:rPr>
              <a:t>Huber loss</a:t>
            </a:r>
            <a:r>
              <a:rPr lang="zh-TW" altLang="en-US" spc="-1" dirty="0">
                <a:solidFill>
                  <a:srgbClr val="000000"/>
                </a:solidFill>
                <a:latin typeface="Calibri"/>
              </a:rPr>
              <a:t>：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C0F7EDD-8B67-4527-BEE3-1D21A66A0FC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460256" y="5717520"/>
            <a:ext cx="4265640" cy="114048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266707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BAC24F53-28D9-4B5A-AE08-78F771FA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895" y="1689889"/>
            <a:ext cx="5972537" cy="49520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6D5535A-8A1C-438A-A7BC-32738AFC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監督式學習</a:t>
            </a:r>
            <a:br>
              <a:rPr lang="en-US" altLang="zh-TW" dirty="0"/>
            </a:br>
            <a:r>
              <a:rPr lang="zh-TW" altLang="en-US" sz="2200" dirty="0"/>
              <a:t>18.ANN_from_Scratch_HousePrice.py</a:t>
            </a:r>
            <a:br>
              <a:rPr lang="en-US" altLang="zh-TW" sz="2200" dirty="0"/>
            </a:br>
            <a:r>
              <a:rPr lang="en-US" altLang="zh-TW" sz="2200" dirty="0"/>
              <a:t>18.ANN_from_Scratch_compare_HousePrice.py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BAA0BC-13A6-4ABE-8395-CA995EC0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80099" cy="1325562"/>
          </a:xfrm>
        </p:spPr>
        <p:txBody>
          <a:bodyPr>
            <a:normAutofit/>
          </a:bodyPr>
          <a:lstStyle/>
          <a:p>
            <a:r>
              <a:rPr lang="zh-TW" altLang="en-US" dirty="0"/>
              <a:t>簡單的兩層神經網路</a:t>
            </a:r>
            <a:endParaRPr lang="en-US" altLang="zh-TW" dirty="0"/>
          </a:p>
          <a:p>
            <a:r>
              <a:rPr lang="zh-TW" altLang="en-US" dirty="0"/>
              <a:t>注意</a:t>
            </a:r>
            <a:r>
              <a:rPr lang="en-US" altLang="zh-TW" dirty="0"/>
              <a:t>backward</a:t>
            </a:r>
            <a:r>
              <a:rPr lang="zh-TW" altLang="en-US" dirty="0"/>
              <a:t>的寫法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D41B81-91D7-45E3-AD9A-C7AC841C4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568" y="3429000"/>
            <a:ext cx="3020009" cy="2658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1A31482-C293-49AE-8591-1EC249F20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807" y="365125"/>
            <a:ext cx="4151963" cy="23095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268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1E7355-5397-4BE1-878D-CBD063F0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監督式學習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379F9-1169-469B-A326-DF314A01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分類問題</a:t>
            </a:r>
            <a:r>
              <a:rPr lang="en-US" altLang="zh-TW" dirty="0"/>
              <a:t>Classification</a:t>
            </a:r>
          </a:p>
          <a:p>
            <a:pPr lvl="1"/>
            <a:r>
              <a:rPr lang="zh-TW" altLang="en-US" dirty="0"/>
              <a:t>對於二元分類問題</a:t>
            </a:r>
          </a:p>
          <a:p>
            <a:pPr lvl="2"/>
            <a:r>
              <a:rPr lang="zh-TW" altLang="en-US" dirty="0"/>
              <a:t>只需要一個輸出的神經元，並使用 </a:t>
            </a:r>
            <a:r>
              <a:rPr lang="en-US" altLang="zh-TW" dirty="0"/>
              <a:t>logistic activation function: </a:t>
            </a:r>
            <a:r>
              <a:rPr lang="zh-TW" altLang="en-US" dirty="0"/>
              <a:t>這樣輸出就會是一個介於</a:t>
            </a:r>
            <a:r>
              <a:rPr lang="en-US" altLang="zh-TW" dirty="0"/>
              <a:t>0~1</a:t>
            </a:r>
            <a:r>
              <a:rPr lang="zh-TW" altLang="en-US" dirty="0"/>
              <a:t>之間的數字</a:t>
            </a:r>
          </a:p>
          <a:p>
            <a:pPr lvl="2"/>
            <a:r>
              <a:rPr lang="zh-TW" altLang="en-US" dirty="0"/>
              <a:t>可以把這個當成是正向的估計機率值</a:t>
            </a:r>
            <a:r>
              <a:rPr lang="en-US" altLang="zh-TW" dirty="0"/>
              <a:t>estimated probability of the positive class. </a:t>
            </a:r>
          </a:p>
          <a:p>
            <a:pPr lvl="2"/>
            <a:r>
              <a:rPr lang="zh-TW" altLang="en-US" dirty="0"/>
              <a:t>負向的就是</a:t>
            </a:r>
            <a:r>
              <a:rPr lang="en-US" altLang="zh-TW" dirty="0"/>
              <a:t>1</a:t>
            </a:r>
            <a:r>
              <a:rPr lang="zh-TW" altLang="en-US" dirty="0"/>
              <a:t>減掉這個數字</a:t>
            </a:r>
          </a:p>
          <a:p>
            <a:pPr lvl="1"/>
            <a:r>
              <a:rPr lang="zh-TW" altLang="en-US" dirty="0"/>
              <a:t>多標籤的二元分類問題</a:t>
            </a:r>
          </a:p>
          <a:p>
            <a:pPr lvl="2"/>
            <a:r>
              <a:rPr lang="zh-TW" altLang="en-US" dirty="0"/>
              <a:t>例如說</a:t>
            </a:r>
            <a:r>
              <a:rPr lang="en-US" altLang="zh-TW" dirty="0"/>
              <a:t>email</a:t>
            </a:r>
            <a:r>
              <a:rPr lang="zh-TW" altLang="en-US" dirty="0"/>
              <a:t>分類問題，預測每一封信是不是垃圾信件，同時預測它是不是緊急信件</a:t>
            </a:r>
            <a:endParaRPr lang="en-US" altLang="zh-TW" dirty="0"/>
          </a:p>
          <a:p>
            <a:pPr lvl="2"/>
            <a:r>
              <a:rPr lang="zh-TW" altLang="en-US" dirty="0"/>
              <a:t>兩個神經元，分別使用</a:t>
            </a:r>
            <a:r>
              <a:rPr lang="en-US" altLang="zh-TW" dirty="0"/>
              <a:t>logistic activation</a:t>
            </a:r>
            <a:r>
              <a:rPr lang="zh-TW" altLang="en-US" dirty="0"/>
              <a:t>函式輸出，共享神經網路權重</a:t>
            </a:r>
            <a:endParaRPr lang="en-US" altLang="zh-TW" dirty="0"/>
          </a:p>
          <a:p>
            <a:pPr lvl="2"/>
            <a:r>
              <a:rPr lang="en-US" altLang="zh-TW" dirty="0"/>
              <a:t>the first would output the probability that the email is spam, and the second would output the probability that it is urgent. 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3666CC9-6261-4239-80C9-754040809050}"/>
              </a:ext>
            </a:extLst>
          </p:cNvPr>
          <p:cNvSpPr txBox="1"/>
          <p:nvPr/>
        </p:nvSpPr>
        <p:spPr>
          <a:xfrm>
            <a:off x="838200" y="6176963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18.ANN_from_Scratch_BreastCancer.py</a:t>
            </a:r>
          </a:p>
        </p:txBody>
      </p:sp>
    </p:spTree>
    <p:extLst>
      <p:ext uri="{BB962C8B-B14F-4D97-AF65-F5344CB8AC3E}">
        <p14:creationId xmlns:p14="http://schemas.microsoft.com/office/powerpoint/2010/main" val="1479711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36BF19-5BC4-4EC7-B562-7E84D04C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監督式學習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151A92-ED4F-46B1-80A6-9129E89F2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多元分類問題：</a:t>
            </a:r>
            <a:endParaRPr lang="en-US" altLang="zh-TW" dirty="0"/>
          </a:p>
          <a:p>
            <a:pPr lvl="1"/>
            <a:r>
              <a:rPr lang="zh-TW" altLang="en-US" dirty="0"/>
              <a:t>有超過三個以下的可能類別，每個輸入的案例都只屬於一個類別</a:t>
            </a:r>
            <a:endParaRPr lang="en-US" altLang="zh-TW" dirty="0"/>
          </a:p>
          <a:p>
            <a:pPr lvl="1"/>
            <a:r>
              <a:rPr lang="zh-TW" altLang="en-US" dirty="0"/>
              <a:t>有幾個類別就會需要幾個輸出的神經元</a:t>
            </a:r>
            <a:endParaRPr lang="en-US" altLang="zh-TW" dirty="0"/>
          </a:p>
          <a:p>
            <a:pPr lvl="1"/>
            <a:r>
              <a:rPr lang="zh-TW" altLang="en-US" dirty="0"/>
              <a:t>輸出層使用的是</a:t>
            </a:r>
            <a:r>
              <a:rPr lang="en-US" altLang="zh-TW" dirty="0" err="1"/>
              <a:t>Softmax</a:t>
            </a:r>
            <a:r>
              <a:rPr lang="en-US" altLang="zh-TW" dirty="0"/>
              <a:t> activation function</a:t>
            </a:r>
          </a:p>
          <a:p>
            <a:pPr lvl="1"/>
            <a:r>
              <a:rPr lang="en-US" altLang="zh-TW" dirty="0" err="1"/>
              <a:t>Softmax</a:t>
            </a:r>
            <a:r>
              <a:rPr lang="zh-TW" altLang="en-US" dirty="0"/>
              <a:t>用來放大預測值的差異，並且確保如同機率一樣，全部的輸出機率加總為</a:t>
            </a:r>
            <a:r>
              <a:rPr lang="en-US" altLang="zh-TW" dirty="0"/>
              <a:t>1</a:t>
            </a:r>
          </a:p>
          <a:p>
            <a:pPr lvl="1"/>
            <a:r>
              <a:rPr lang="zh-TW" altLang="en-US" dirty="0"/>
              <a:t>損失函數，是在預測估計機率值</a:t>
            </a:r>
            <a:r>
              <a:rPr lang="en-US" altLang="zh-TW" dirty="0"/>
              <a:t>( probability distributions), </a:t>
            </a:r>
            <a:r>
              <a:rPr lang="zh-TW" altLang="en-US" dirty="0"/>
              <a:t>那</a:t>
            </a:r>
            <a:r>
              <a:rPr lang="en-US" altLang="zh-TW" dirty="0"/>
              <a:t>cross-entropy loss</a:t>
            </a:r>
            <a:r>
              <a:rPr lang="zh-TW" altLang="en-US" dirty="0"/>
              <a:t>通常是個好選項。 </a:t>
            </a:r>
          </a:p>
        </p:txBody>
      </p:sp>
    </p:spTree>
    <p:extLst>
      <p:ext uri="{BB962C8B-B14F-4D97-AF65-F5344CB8AC3E}">
        <p14:creationId xmlns:p14="http://schemas.microsoft.com/office/powerpoint/2010/main" val="3606640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CB019-E988-4BDC-9C47-68B3ADC4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SoftMax 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1962FD-7912-4E18-8A03-3AB2843A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0016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zh-TW" altLang="en-US" sz="2800" dirty="0"/>
              <a:t>假設有三個</a:t>
            </a:r>
            <a:r>
              <a:rPr lang="en-US" altLang="zh-TW" sz="2800" dirty="0"/>
              <a:t>class : C</a:t>
            </a:r>
            <a:r>
              <a:rPr lang="en-US" altLang="zh-TW" sz="2800" baseline="-25000" dirty="0"/>
              <a:t>1</a:t>
            </a:r>
            <a:r>
              <a:rPr lang="zh-TW" altLang="en-US" sz="2800" dirty="0"/>
              <a:t>、</a:t>
            </a:r>
            <a:r>
              <a:rPr lang="en-US" altLang="zh-TW" sz="2800" dirty="0"/>
              <a:t>C</a:t>
            </a:r>
            <a:r>
              <a:rPr lang="en-US" altLang="zh-TW" sz="2800" baseline="-25000" dirty="0"/>
              <a:t>2</a:t>
            </a:r>
            <a:r>
              <a:rPr lang="zh-TW" altLang="en-US" sz="2800" dirty="0"/>
              <a:t>、</a:t>
            </a:r>
            <a:r>
              <a:rPr lang="en-US" altLang="zh-TW" sz="2800" dirty="0"/>
              <a:t>C</a:t>
            </a:r>
            <a:r>
              <a:rPr lang="en-US" altLang="zh-TW" sz="2800" baseline="-25000" dirty="0"/>
              <a:t>3</a:t>
            </a:r>
            <a:r>
              <a:rPr lang="zh-TW" altLang="en-US" sz="2800" dirty="0"/>
              <a:t>，每一個</a:t>
            </a:r>
            <a:r>
              <a:rPr lang="en-US" altLang="zh-TW" sz="2800" dirty="0"/>
              <a:t>class </a:t>
            </a:r>
            <a:r>
              <a:rPr lang="zh-TW" altLang="en-US" sz="2800" dirty="0"/>
              <a:t>都有自己的</a:t>
            </a:r>
            <a:r>
              <a:rPr lang="en-US" altLang="zh-TW" sz="2800" dirty="0"/>
              <a:t>weight </a:t>
            </a:r>
            <a:r>
              <a:rPr lang="zh-TW" altLang="en-US" sz="2800" dirty="0"/>
              <a:t>和 </a:t>
            </a:r>
            <a:r>
              <a:rPr lang="en-US" altLang="zh-TW" sz="2800" dirty="0"/>
              <a:t>bias </a:t>
            </a:r>
            <a:r>
              <a:rPr lang="zh-TW" altLang="en-US" sz="2800" dirty="0"/>
              <a:t>，這裡</a:t>
            </a:r>
            <a:r>
              <a:rPr lang="en-US" altLang="zh-TW" sz="2800" dirty="0"/>
              <a:t>w</a:t>
            </a:r>
            <a:r>
              <a:rPr lang="en-US" altLang="zh-TW" sz="2800" baseline="-25000" dirty="0"/>
              <a:t>1</a:t>
            </a:r>
            <a:r>
              <a:rPr lang="zh-TW" altLang="en-US" sz="2800" dirty="0"/>
              <a:t>、</a:t>
            </a:r>
            <a:r>
              <a:rPr lang="en-US" altLang="zh-TW" sz="2800" dirty="0"/>
              <a:t>w</a:t>
            </a:r>
            <a:r>
              <a:rPr lang="en-US" altLang="zh-TW" sz="2800" baseline="-25000" dirty="0"/>
              <a:t>2</a:t>
            </a:r>
            <a:r>
              <a:rPr lang="zh-TW" altLang="en-US" sz="2800" dirty="0"/>
              <a:t>、</a:t>
            </a:r>
            <a:r>
              <a:rPr lang="en-US" altLang="zh-TW" sz="2800" dirty="0"/>
              <a:t>w</a:t>
            </a:r>
            <a:r>
              <a:rPr lang="en-US" altLang="zh-TW" sz="2800" baseline="-25000" dirty="0"/>
              <a:t>3</a:t>
            </a:r>
            <a:r>
              <a:rPr lang="zh-TW" altLang="en-US" sz="2800" dirty="0"/>
              <a:t>代表三個</a:t>
            </a:r>
            <a:r>
              <a:rPr lang="en-US" altLang="zh-TW" sz="2800" dirty="0"/>
              <a:t>vector </a:t>
            </a:r>
            <a:r>
              <a:rPr lang="zh-TW" altLang="en-US" sz="2800" dirty="0"/>
              <a:t>，而</a:t>
            </a:r>
            <a:r>
              <a:rPr lang="en-US" altLang="zh-TW" sz="2800" dirty="0"/>
              <a:t>b</a:t>
            </a:r>
            <a:r>
              <a:rPr lang="en-US" altLang="zh-TW" sz="2800" baseline="-25000" dirty="0"/>
              <a:t>1</a:t>
            </a:r>
            <a:r>
              <a:rPr lang="zh-TW" altLang="en-US" sz="2800" dirty="0"/>
              <a:t>、</a:t>
            </a:r>
            <a:r>
              <a:rPr lang="en-US" altLang="zh-TW" sz="2800" dirty="0"/>
              <a:t>b</a:t>
            </a:r>
            <a:r>
              <a:rPr lang="en-US" altLang="zh-TW" sz="2800" baseline="-25000" dirty="0"/>
              <a:t>2</a:t>
            </a:r>
            <a:r>
              <a:rPr lang="zh-TW" altLang="en-US" sz="2800" dirty="0"/>
              <a:t>、</a:t>
            </a:r>
            <a:r>
              <a:rPr lang="en-US" altLang="zh-TW" sz="2800" dirty="0"/>
              <a:t>b</a:t>
            </a:r>
            <a:r>
              <a:rPr lang="en-US" altLang="zh-TW" sz="2800" baseline="-25000" dirty="0"/>
              <a:t>3</a:t>
            </a:r>
            <a:r>
              <a:rPr lang="zh-TW" altLang="en-US" sz="2800" dirty="0"/>
              <a:t>分別代表三個</a:t>
            </a:r>
            <a:r>
              <a:rPr lang="en-US" altLang="zh-TW" sz="2800" dirty="0"/>
              <a:t>const</a:t>
            </a:r>
            <a:r>
              <a:rPr lang="zh-TW" altLang="en-US" sz="2800" dirty="0"/>
              <a:t>，</a:t>
            </a:r>
            <a:r>
              <a:rPr lang="en-US" altLang="zh-TW" sz="2800" dirty="0"/>
              <a:t>input x </a:t>
            </a:r>
            <a:r>
              <a:rPr lang="zh-TW" altLang="en-US" sz="2800" dirty="0"/>
              <a:t>也是一個</a:t>
            </a:r>
            <a:r>
              <a:rPr lang="en-US" altLang="zh-TW" sz="2800" dirty="0"/>
              <a:t>vector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TW" sz="2800" dirty="0" err="1"/>
              <a:t>softmax</a:t>
            </a:r>
            <a:r>
              <a:rPr lang="en-US" altLang="zh-TW" sz="2800" dirty="0"/>
              <a:t> </a:t>
            </a:r>
            <a:r>
              <a:rPr lang="zh-TW" altLang="en-US" sz="2800" dirty="0"/>
              <a:t>的意思是對最大值做強化，因為在做第一步的時候，對 </a:t>
            </a:r>
            <a:r>
              <a:rPr lang="en-US" altLang="zh-TW" sz="2800" dirty="0"/>
              <a:t>z </a:t>
            </a:r>
            <a:r>
              <a:rPr lang="zh-TW" altLang="en-US" sz="2800" dirty="0"/>
              <a:t>取 </a:t>
            </a:r>
            <a:r>
              <a:rPr lang="en-US" altLang="zh-TW" sz="2800" dirty="0"/>
              <a:t>exponential </a:t>
            </a:r>
            <a:r>
              <a:rPr lang="zh-TW" altLang="en-US" sz="2800" dirty="0"/>
              <a:t>會使最大和最小值得差距拉得更開，也就是強化大的值</a:t>
            </a:r>
          </a:p>
        </p:txBody>
      </p:sp>
      <p:pic>
        <p:nvPicPr>
          <p:cNvPr id="4" name="Picture 2" descr="https://i0.wp.com/wenwu53.com/wp-content/uploads/2021/06/ML15-1.png?resize=537%2C386&amp;ssl=1">
            <a:extLst>
              <a:ext uri="{FF2B5EF4-FFF2-40B4-BE49-F238E27FC236}">
                <a16:creationId xmlns:a16="http://schemas.microsoft.com/office/drawing/2014/main" id="{26E9CB49-FE58-42BB-A8AE-48418DD34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559" y="1621513"/>
            <a:ext cx="6621462" cy="47595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706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EF665C-7D45-4785-BAE6-D6C89D78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SoftMax function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9FFE5A14-CB8C-42AA-9C31-D96F2B1E86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TW" altLang="en-US" dirty="0"/>
                  <a:t>如果模型架構是多重輸出而且答案是互斥的，也就是當某一個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是 </a:t>
                </a:r>
                <a:r>
                  <a:rPr lang="en-US" altLang="zh-TW" dirty="0"/>
                  <a:t>1 </a:t>
                </a:r>
                <a:r>
                  <a:rPr lang="zh-TW" altLang="en-US" dirty="0"/>
                  <a:t>的時候，其他輸出的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r>
                  <a:rPr lang="zh-TW" altLang="en-US" dirty="0"/>
                  <a:t>是 </a:t>
                </a:r>
                <a:r>
                  <a:rPr lang="en-US" altLang="zh-TW" dirty="0"/>
                  <a:t>0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Cross-Entropy loss</a:t>
                </a:r>
                <a:r>
                  <a:rPr lang="zh-TW" altLang="en-US" dirty="0"/>
                  <a:t>可以寫成</a:t>
                </a:r>
              </a:p>
            </p:txBody>
          </p:sp>
        </mc:Choice>
        <mc:Fallback xmlns="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9FFE5A14-CB8C-42AA-9C31-D96F2B1E86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08162A67-506F-491B-8CB4-75C41824E839}"/>
              </a:ext>
            </a:extLst>
          </p:cNvPr>
          <p:cNvSpPr txBox="1"/>
          <p:nvPr/>
        </p:nvSpPr>
        <p:spPr>
          <a:xfrm>
            <a:off x="2736091" y="6509589"/>
            <a:ext cx="9477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https://medium.com/hoskiss-stand/backpropagation-with-softmax-cross-entropy-d60983b7b245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52EA4EE-2345-44BC-877F-722F463D55FA}"/>
                  </a:ext>
                </a:extLst>
              </p:cNvPr>
              <p:cNvSpPr txBox="1"/>
              <p:nvPr/>
            </p:nvSpPr>
            <p:spPr>
              <a:xfrm>
                <a:off x="1257976" y="2811277"/>
                <a:ext cx="8847925" cy="7562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𝐶𝑟𝑜𝑠𝑠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zh-TW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kumimoji="1"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zh-TW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zh-TW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zh-TW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  <m:r>
                                    <a:rPr kumimoji="1"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kumimoji="1" lang="en-US" altLang="zh-TW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zh-TW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kumimoji="1" lang="en-US" altLang="zh-TW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kumimoji="1" lang="en-US" altLang="zh-TW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1" lang="en-US" altLang="zh-TW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1" lang="en-US" altLang="zh-TW" i="1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nary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⇒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TW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zh-TW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1" lang="en-US" altLang="zh-TW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zh-TW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52EA4EE-2345-44BC-877F-722F463D5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76" y="2811277"/>
                <a:ext cx="8847925" cy="7562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01DA1B-08BD-4059-A872-8B42E9A7A0F5}"/>
                  </a:ext>
                </a:extLst>
              </p:cNvPr>
              <p:cNvSpPr txBox="1"/>
              <p:nvPr/>
            </p:nvSpPr>
            <p:spPr>
              <a:xfrm>
                <a:off x="1257976" y="3590045"/>
                <a:ext cx="3858429" cy="7125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𝑆𝑜𝑓𝑡𝑚𝑎𝑥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/>
                              </m:sSubSup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/>
                              </m:sSubSup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5601DA1B-08BD-4059-A872-8B42E9A7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76" y="3590045"/>
                <a:ext cx="3858429" cy="7125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AF15DE2-C816-4049-BEE7-CB475E8F6522}"/>
                  </a:ext>
                </a:extLst>
              </p:cNvPr>
              <p:cNvSpPr txBox="1"/>
              <p:nvPr/>
            </p:nvSpPr>
            <p:spPr>
              <a:xfrm>
                <a:off x="1257976" y="4553162"/>
                <a:ext cx="3992952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AF15DE2-C816-4049-BEE7-CB475E8F6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76" y="4553162"/>
                <a:ext cx="3992952" cy="5745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429243C-1451-4E31-8821-1B38B6462CC5}"/>
                  </a:ext>
                </a:extLst>
              </p:cNvPr>
              <p:cNvSpPr txBox="1"/>
              <p:nvPr/>
            </p:nvSpPr>
            <p:spPr>
              <a:xfrm>
                <a:off x="5442681" y="4228351"/>
                <a:ext cx="1824669" cy="683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429243C-1451-4E31-8821-1B38B6462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681" y="4228351"/>
                <a:ext cx="1824669" cy="6839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7AB0AB9-44B7-40C7-B836-2DF71F7D5F99}"/>
                  </a:ext>
                </a:extLst>
              </p:cNvPr>
              <p:cNvSpPr txBox="1"/>
              <p:nvPr/>
            </p:nvSpPr>
            <p:spPr>
              <a:xfrm>
                <a:off x="5442681" y="5063980"/>
                <a:ext cx="6033012" cy="10390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TW" dirty="0"/>
                            <m:t> 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/>
                              </m:sSubSup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sup>
                      </m:sSup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∗(1−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7AB0AB9-44B7-40C7-B836-2DF71F7D5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681" y="5063980"/>
                <a:ext cx="6033012" cy="1039067"/>
              </a:xfrm>
              <a:prstGeom prst="rect">
                <a:avLst/>
              </a:prstGeom>
              <a:blipFill>
                <a:blip r:embed="rId7"/>
                <a:stretch>
                  <a:fillRect b="-41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DC211-018E-49D9-8D47-B9DEF9340A1D}"/>
                  </a:ext>
                </a:extLst>
              </p:cNvPr>
              <p:cNvSpPr txBox="1"/>
              <p:nvPr/>
            </p:nvSpPr>
            <p:spPr>
              <a:xfrm>
                <a:off x="5250928" y="3714439"/>
                <a:ext cx="4598720" cy="437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設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/>
                        </m:sSubSup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/>
                        </m:sSubSup>
                      </m:sup>
                    </m:sSup>
                  </m:oMath>
                </a14:m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/>
                        </m:sSubSup>
                      </m:sup>
                    </m:sSup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CEDC211-018E-49D9-8D47-B9DEF9340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928" y="3714439"/>
                <a:ext cx="4598720" cy="437427"/>
              </a:xfrm>
              <a:prstGeom prst="rect">
                <a:avLst/>
              </a:prstGeom>
              <a:blipFill>
                <a:blip r:embed="rId8"/>
                <a:stretch>
                  <a:fillRect l="-397" b="-2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AB4C9736-5C69-4625-8918-07C0D5E102A9}"/>
                  </a:ext>
                </a:extLst>
              </p:cNvPr>
              <p:cNvSpPr txBox="1"/>
              <p:nvPr/>
            </p:nvSpPr>
            <p:spPr>
              <a:xfrm>
                <a:off x="1257976" y="5900233"/>
                <a:ext cx="4704834" cy="66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AB4C9736-5C69-4625-8918-07C0D5E10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976" y="5900233"/>
                <a:ext cx="4704834" cy="6669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772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5E5348-ADDC-43A1-9342-411B809A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SoftMax function</a:t>
            </a:r>
            <a:endParaRPr lang="zh-TW" altLang="en-US" dirty="0"/>
          </a:p>
        </p:txBody>
      </p:sp>
      <p:sp>
        <p:nvSpPr>
          <p:cNvPr id="17" name="內容版面配置區 16">
            <a:extLst>
              <a:ext uri="{FF2B5EF4-FFF2-40B4-BE49-F238E27FC236}">
                <a16:creationId xmlns:a16="http://schemas.microsoft.com/office/drawing/2014/main" id="{8AF02FB1-8B6F-4AB3-B60E-7BE95A168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0047"/>
            <a:ext cx="10515600" cy="982828"/>
          </a:xfrm>
        </p:spPr>
        <p:txBody>
          <a:bodyPr>
            <a:norm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SoftMax</a:t>
            </a:r>
            <a:r>
              <a:rPr lang="zh-TW" altLang="en-US" dirty="0"/>
              <a:t>，計算</a:t>
            </a:r>
            <a:r>
              <a:rPr lang="en-US" altLang="zh-TW" dirty="0"/>
              <a:t>gradient decent</a:t>
            </a:r>
            <a:r>
              <a:rPr lang="zh-TW" altLang="en-US" dirty="0"/>
              <a:t>也一樣可以使用</a:t>
            </a:r>
            <a:r>
              <a:rPr lang="en-US" altLang="zh-TW" dirty="0"/>
              <a:t>(</a:t>
            </a:r>
            <a:r>
              <a:rPr lang="zh-TW" altLang="en-US" dirty="0"/>
              <a:t>預測值</a:t>
            </a:r>
            <a:r>
              <a:rPr lang="en-US" altLang="zh-TW" dirty="0"/>
              <a:t>-</a:t>
            </a:r>
            <a:r>
              <a:rPr lang="zh-TW" altLang="en-US" dirty="0"/>
              <a:t>實際值</a:t>
            </a:r>
            <a:r>
              <a:rPr lang="en-US" altLang="zh-TW" dirty="0"/>
              <a:t>)</a:t>
            </a:r>
            <a:r>
              <a:rPr lang="zh-TW" altLang="en-US" dirty="0"/>
              <a:t>，也就是「誤差」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2571B6F-D1AB-4F10-A175-EDAE941ECE6D}"/>
                  </a:ext>
                </a:extLst>
              </p:cNvPr>
              <p:cNvSpPr txBox="1"/>
              <p:nvPr/>
            </p:nvSpPr>
            <p:spPr>
              <a:xfrm>
                <a:off x="5141207" y="740615"/>
                <a:ext cx="3992952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2571B6F-D1AB-4F10-A175-EDAE941EC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207" y="740615"/>
                <a:ext cx="3992952" cy="574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37DF10-2353-407A-939F-68684B40F330}"/>
              </a:ext>
            </a:extLst>
          </p:cNvPr>
          <p:cNvSpPr/>
          <p:nvPr/>
        </p:nvSpPr>
        <p:spPr>
          <a:xfrm>
            <a:off x="6899564" y="681037"/>
            <a:ext cx="1068779" cy="75587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751A524-19F1-4280-9563-64BCD6A53373}"/>
                  </a:ext>
                </a:extLst>
              </p:cNvPr>
              <p:cNvSpPr txBox="1"/>
              <p:nvPr/>
            </p:nvSpPr>
            <p:spPr>
              <a:xfrm>
                <a:off x="838200" y="1746890"/>
                <a:ext cx="2354282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751A524-19F1-4280-9563-64BCD6A53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46890"/>
                <a:ext cx="2354282" cy="666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A7F7E0F-E90F-4007-BDD6-849F212A0510}"/>
                  </a:ext>
                </a:extLst>
              </p:cNvPr>
              <p:cNvSpPr txBox="1"/>
              <p:nvPr/>
            </p:nvSpPr>
            <p:spPr>
              <a:xfrm>
                <a:off x="3372418" y="1690686"/>
                <a:ext cx="6033012" cy="76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8A7F7E0F-E90F-4007-BDD6-849F212A0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8" y="1690686"/>
                <a:ext cx="6033012" cy="7623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715A4EF-1736-4856-95E2-2E205E27B7D9}"/>
                  </a:ext>
                </a:extLst>
              </p:cNvPr>
              <p:cNvSpPr txBox="1"/>
              <p:nvPr/>
            </p:nvSpPr>
            <p:spPr>
              <a:xfrm>
                <a:off x="1018136" y="3355067"/>
                <a:ext cx="2354282" cy="6663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A715A4EF-1736-4856-95E2-2E205E27B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136" y="3355067"/>
                <a:ext cx="2354282" cy="6663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20A7778-CA01-4EAA-AB06-159D32673996}"/>
                  </a:ext>
                </a:extLst>
              </p:cNvPr>
              <p:cNvSpPr txBox="1"/>
              <p:nvPr/>
            </p:nvSpPr>
            <p:spPr>
              <a:xfrm>
                <a:off x="3372418" y="3307041"/>
                <a:ext cx="6033012" cy="76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nor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/>
                              </m:sSubSup>
                            </m:sup>
                          </m:s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TW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20A7778-CA01-4EAA-AB06-159D32673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418" y="3307041"/>
                <a:ext cx="6033012" cy="7623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01A0522-0B30-41F5-BC2C-C31789E02FD6}"/>
                  </a:ext>
                </a:extLst>
              </p:cNvPr>
              <p:cNvSpPr txBox="1"/>
              <p:nvPr/>
            </p:nvSpPr>
            <p:spPr>
              <a:xfrm>
                <a:off x="1018136" y="2552533"/>
                <a:ext cx="5204533" cy="66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01A0522-0B30-41F5-BC2C-C31789E0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136" y="2552533"/>
                <a:ext cx="5204533" cy="6669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4D1D79A-AA9A-45E4-8134-AA4D8451F2B3}"/>
                  </a:ext>
                </a:extLst>
              </p:cNvPr>
              <p:cNvSpPr txBox="1"/>
              <p:nvPr/>
            </p:nvSpPr>
            <p:spPr>
              <a:xfrm>
                <a:off x="1184391" y="4157217"/>
                <a:ext cx="5204533" cy="666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4D1D79A-AA9A-45E4-8134-AA4D8451F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391" y="4157217"/>
                <a:ext cx="5204533" cy="6669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9536AB6-21A2-441E-B9CF-F4A6DF0E429D}"/>
                  </a:ext>
                </a:extLst>
              </p:cNvPr>
              <p:cNvSpPr txBox="1"/>
              <p:nvPr/>
            </p:nvSpPr>
            <p:spPr>
              <a:xfrm>
                <a:off x="1920338" y="4868807"/>
                <a:ext cx="7931319" cy="6643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TW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99536AB6-21A2-441E-B9CF-F4A6DF0E4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338" y="4868807"/>
                <a:ext cx="7931319" cy="6643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432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CD7EC4C-7C9C-42C6-958C-24B6E1B36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5074" y="4362786"/>
            <a:ext cx="3481253" cy="1371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45692EB-4B01-4ECE-A1AF-B2B24D51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</a:t>
            </a:r>
            <a:r>
              <a:rPr lang="en-US" altLang="zh-TW" dirty="0"/>
              <a:t>Overfitting</a:t>
            </a:r>
            <a:r>
              <a:rPr lang="zh-TW" altLang="en-US" dirty="0"/>
              <a:t>的解決方式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81E8CF-A519-45FE-BBF8-AF8CC07CA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zh-TW" altLang="en-US" dirty="0"/>
              <a:t>如果是因為訓練資料太少 </a:t>
            </a:r>
            <a:r>
              <a:rPr lang="en-US" altLang="zh-TW" dirty="0"/>
              <a:t>-&gt;</a:t>
            </a:r>
            <a:r>
              <a:rPr lang="zh-TW" altLang="en-US" dirty="0"/>
              <a:t>取得更多的資料</a:t>
            </a:r>
          </a:p>
          <a:p>
            <a:pPr lvl="1"/>
            <a:r>
              <a:rPr lang="zh-TW" altLang="en-US" dirty="0"/>
              <a:t>收集更多的資料，</a:t>
            </a:r>
            <a:endParaRPr lang="en-US" altLang="zh-TW" dirty="0"/>
          </a:p>
          <a:p>
            <a:pPr lvl="1"/>
            <a:r>
              <a:rPr lang="zh-TW" altLang="en-US" dirty="0"/>
              <a:t>自行生成更多的有效資料</a:t>
            </a:r>
            <a:endParaRPr lang="en-US" altLang="zh-TW" dirty="0"/>
          </a:p>
          <a:p>
            <a:r>
              <a:rPr lang="zh-TW" altLang="en-US" dirty="0"/>
              <a:t>也有可能是模型太大，參數太多</a:t>
            </a:r>
            <a:endParaRPr lang="en-US" altLang="zh-TW" dirty="0"/>
          </a:p>
          <a:p>
            <a:pPr lvl="1"/>
            <a:r>
              <a:rPr lang="zh-TW" altLang="en-US" dirty="0"/>
              <a:t>減少參數或特徵或者是減少神經層數</a:t>
            </a:r>
          </a:p>
          <a:p>
            <a:r>
              <a:rPr lang="zh-TW" altLang="en-US" dirty="0"/>
              <a:t>在相同參數跟相同資料量的情況下，可以使用</a:t>
            </a:r>
            <a:r>
              <a:rPr lang="en-US" altLang="zh-TW" dirty="0"/>
              <a:t>Regularization(</a:t>
            </a:r>
            <a:r>
              <a:rPr lang="zh-TW" altLang="en-US" dirty="0"/>
              <a:t>正規化</a:t>
            </a:r>
            <a:r>
              <a:rPr lang="en-US" altLang="zh-TW" dirty="0"/>
              <a:t>)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在相同參數跟相同資料量的情況下，可以使用</a:t>
            </a:r>
            <a:r>
              <a:rPr lang="en-US" altLang="zh-TW" dirty="0"/>
              <a:t>Dropout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1000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19">
            <a:extLst>
              <a:ext uri="{FF2B5EF4-FFF2-40B4-BE49-F238E27FC236}">
                <a16:creationId xmlns:a16="http://schemas.microsoft.com/office/drawing/2014/main" id="{6D647DF4-D3E3-9D03-2215-FCBC048F9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431064" y="236337"/>
            <a:ext cx="3484170" cy="2455348"/>
          </a:xfrm>
          <a:prstGeom prst="rect">
            <a:avLst/>
          </a:prstGeom>
          <a:ln w="0">
            <a:solidFill>
              <a:schemeClr val="tx1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828E14C-6144-DFF1-FCEB-4B9C4C20F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</a:t>
            </a:r>
            <a:r>
              <a:rPr lang="en-US" altLang="zh-TW" dirty="0"/>
              <a:t>Overfitting</a:t>
            </a:r>
            <a:r>
              <a:rPr lang="zh-TW" altLang="en-US" dirty="0"/>
              <a:t>的解決方式</a:t>
            </a:r>
            <a:br>
              <a:rPr kumimoji="1" lang="en-US" altLang="zh-TW" dirty="0"/>
            </a:br>
            <a:r>
              <a:rPr kumimoji="1" lang="en-US" altLang="zh-TW" dirty="0"/>
              <a:t>Dropout</a:t>
            </a:r>
            <a:r>
              <a:rPr kumimoji="1" lang="zh-TW" altLang="en-US" dirty="0"/>
              <a:t>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403C07-93AA-D724-E7A0-2D9B2C780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kumimoji="1" lang="en" altLang="zh-TW" dirty="0"/>
              <a:t>Geoffrey Hinton</a:t>
            </a:r>
            <a:r>
              <a:rPr kumimoji="1" lang="zh-TW" altLang="en-US" dirty="0"/>
              <a:t>在</a:t>
            </a:r>
            <a:r>
              <a:rPr kumimoji="1" lang="en-US" altLang="zh-TW" dirty="0"/>
              <a:t>2012</a:t>
            </a:r>
            <a:r>
              <a:rPr kumimoji="1" lang="zh-TW" altLang="en-US" dirty="0"/>
              <a:t>年的一篇論文中提出了</a:t>
            </a:r>
            <a:br>
              <a:rPr kumimoji="1" lang="en-US" altLang="zh-TW" dirty="0"/>
            </a:br>
            <a:r>
              <a:rPr kumimoji="1" lang="en" altLang="zh-TW" dirty="0"/>
              <a:t>Dropout</a:t>
            </a:r>
            <a:r>
              <a:rPr kumimoji="1" lang="zh-TW" altLang="en-US" dirty="0"/>
              <a:t>層，</a:t>
            </a:r>
            <a:r>
              <a:rPr kumimoji="1" lang="en" altLang="zh-TW" dirty="0"/>
              <a:t>Nitish Srivastava</a:t>
            </a:r>
            <a:r>
              <a:rPr kumimoji="1" lang="zh-TW" altLang="en-US" dirty="0"/>
              <a:t>等人在</a:t>
            </a:r>
            <a:r>
              <a:rPr kumimoji="1" lang="en-US" altLang="zh-TW" dirty="0"/>
              <a:t>2014</a:t>
            </a:r>
            <a:r>
              <a:rPr kumimoji="1" lang="zh-TW" altLang="en-US" dirty="0"/>
              <a:t>年的論文</a:t>
            </a:r>
            <a:br>
              <a:rPr kumimoji="1" lang="en-US" altLang="zh-TW" dirty="0"/>
            </a:br>
            <a:r>
              <a:rPr kumimoji="1" lang="zh-TW" altLang="en-US" dirty="0"/>
              <a:t>中進一步詳細介紹了它，並且它已被證明非常成功：即使是最先進的神經網路，僅僅通過添加</a:t>
            </a:r>
            <a:r>
              <a:rPr kumimoji="1" lang="en" altLang="zh-TW" dirty="0"/>
              <a:t>Dropout</a:t>
            </a:r>
            <a:r>
              <a:rPr kumimoji="1" lang="zh-TW" altLang="en-US" dirty="0"/>
              <a:t>也能獲得</a:t>
            </a:r>
            <a:r>
              <a:rPr kumimoji="1" lang="en-US" altLang="zh-TW" dirty="0"/>
              <a:t>1–2%</a:t>
            </a:r>
            <a:r>
              <a:rPr kumimoji="1" lang="zh-TW" altLang="en-US" dirty="0"/>
              <a:t>的準確度提升。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kumimoji="1" lang="zh-TW" altLang="en-US" dirty="0"/>
              <a:t>這是一個相當簡單的做法：在每一次訓練中，每個神經元（包括輸入神經元，但不包括輸出神經元）都有機率</a:t>
            </a:r>
            <a:r>
              <a:rPr kumimoji="1" lang="en" altLang="zh-TW" dirty="0"/>
              <a:t>p</a:t>
            </a:r>
            <a:r>
              <a:rPr kumimoji="1" lang="zh-TW" altLang="en-US" dirty="0"/>
              <a:t>被臨時「拋棄</a:t>
            </a:r>
            <a:r>
              <a:rPr kumimoji="1" lang="en-US" altLang="zh-TW" dirty="0"/>
              <a:t>(dropout)</a:t>
            </a:r>
            <a:r>
              <a:rPr kumimoji="1" lang="zh-TW" altLang="en-US" dirty="0"/>
              <a:t>」，這表示在這一訓練步驟中有神經元被完全忽略，在倒傳遞時也不去計算，但在下一步中可能會被使用。</a:t>
            </a:r>
          </a:p>
        </p:txBody>
      </p:sp>
    </p:spTree>
    <p:extLst>
      <p:ext uri="{BB962C8B-B14F-4D97-AF65-F5344CB8AC3E}">
        <p14:creationId xmlns:p14="http://schemas.microsoft.com/office/powerpoint/2010/main" val="735299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35048-117E-4563-BBCC-58AC3D64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神經網路</a:t>
            </a:r>
            <a:r>
              <a:rPr lang="en-US" altLang="zh-TW" dirty="0"/>
              <a:t>Overfitting</a:t>
            </a:r>
            <a:r>
              <a:rPr lang="zh-TW" altLang="en-US" dirty="0"/>
              <a:t>的解決方式</a:t>
            </a:r>
            <a:br>
              <a:rPr kumimoji="1" lang="en-US" altLang="zh-TW" dirty="0"/>
            </a:br>
            <a:r>
              <a:rPr kumimoji="1" lang="en-US" altLang="zh-TW" dirty="0"/>
              <a:t>Dropout</a:t>
            </a:r>
            <a:r>
              <a:rPr kumimoji="1" lang="zh-TW" altLang="en-US" dirty="0"/>
              <a:t>層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66877D-8E83-4B59-AF13-29E683026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kumimoji="1" lang="zh-TW" altLang="en-US" dirty="0"/>
              <a:t>超參數</a:t>
            </a:r>
            <a:r>
              <a:rPr kumimoji="1" lang="en" altLang="zh-TW" dirty="0"/>
              <a:t>p</a:t>
            </a:r>
            <a:r>
              <a:rPr kumimoji="1" lang="zh-TW" altLang="en-US" dirty="0"/>
              <a:t>被稱為</a:t>
            </a:r>
            <a:r>
              <a:rPr kumimoji="1" lang="en" altLang="zh-TW" dirty="0"/>
              <a:t>Dropout</a:t>
            </a:r>
            <a:r>
              <a:rPr kumimoji="1" lang="zh-TW" altLang="en-US" dirty="0"/>
              <a:t>率，它通常設定在</a:t>
            </a:r>
            <a:r>
              <a:rPr kumimoji="1" lang="en-US" altLang="zh-TW" dirty="0"/>
              <a:t>10%</a:t>
            </a:r>
            <a:r>
              <a:rPr kumimoji="1" lang="zh-TW" altLang="en-US" dirty="0"/>
              <a:t>到</a:t>
            </a:r>
            <a:r>
              <a:rPr kumimoji="1" lang="en-US" altLang="zh-TW" dirty="0"/>
              <a:t>50%</a:t>
            </a:r>
            <a:r>
              <a:rPr kumimoji="1" lang="zh-TW" altLang="en-US" dirty="0"/>
              <a:t>之間：在遞歸神經網路中更接近於</a:t>
            </a:r>
            <a:r>
              <a:rPr kumimoji="1" lang="en-US" altLang="zh-TW" dirty="0"/>
              <a:t>20–30%</a:t>
            </a:r>
            <a:r>
              <a:rPr kumimoji="1" lang="zh-TW" altLang="en-US" dirty="0"/>
              <a:t>，在卷積神經網路中更接近於</a:t>
            </a:r>
            <a:r>
              <a:rPr kumimoji="1" lang="en-US" altLang="zh-TW" dirty="0"/>
              <a:t>40–50%</a:t>
            </a:r>
            <a:r>
              <a:rPr kumimoji="1" lang="zh-TW" altLang="en-US" dirty="0"/>
              <a:t>。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kumimoji="1" lang="zh-TW" altLang="en-US" dirty="0"/>
              <a:t>訓練完成後，神經元不再被拋棄，使用完整的神經網路。</a:t>
            </a:r>
          </a:p>
          <a:p>
            <a:endParaRPr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7D1362-471E-416C-BD5E-7E609694E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054" y="3926247"/>
            <a:ext cx="4192677" cy="213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604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Tensorboard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838080" y="1509480"/>
            <a:ext cx="10514880" cy="52416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rmAutofit fontScale="890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In machine learning, to improve something you often need to be able to measure it. </a:t>
            </a:r>
            <a:endParaRPr lang="en-US" sz="36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TensorBoard is a tool for providing the measurements and visualizations needed during the machine learning workflow. </a:t>
            </a:r>
            <a:endParaRPr lang="en-US" sz="36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It enables tracking experiment metrics like </a:t>
            </a:r>
            <a:r>
              <a:rPr lang="en-US" sz="3600" b="0" strike="noStrike" spc="-1">
                <a:solidFill>
                  <a:srgbClr val="FF0000"/>
                </a:solidFill>
                <a:latin typeface="Calibri"/>
              </a:rPr>
              <a:t>loss</a:t>
            </a: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 and </a:t>
            </a:r>
            <a:r>
              <a:rPr lang="en-US" sz="3600" b="0" strike="noStrike" spc="-1">
                <a:solidFill>
                  <a:srgbClr val="FF0000"/>
                </a:solidFill>
                <a:latin typeface="Calibri"/>
              </a:rPr>
              <a:t>accuracy</a:t>
            </a: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, visualizing the model graph, projecting embeddings to a lower dimensional space, and much more.</a:t>
            </a:r>
            <a:endParaRPr lang="en-US" sz="36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</a:rPr>
              <a:t>To view</a:t>
            </a:r>
            <a:endParaRPr lang="en-US" sz="3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learning curves during training, </a:t>
            </a:r>
            <a:endParaRPr lang="en-US" sz="2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compare learning curves between multiple runs,</a:t>
            </a:r>
            <a:endParaRPr lang="en-US" sz="2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visualize the computation graph, analyze training statistics</a:t>
            </a:r>
            <a:endParaRPr lang="en-US" sz="2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view images generated by your model</a:t>
            </a:r>
            <a:endParaRPr lang="en-US" sz="2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visualize complex multidimensional data projected down to 3D</a:t>
            </a:r>
            <a:endParaRPr lang="en-US" sz="26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and more! </a:t>
            </a:r>
            <a:endParaRPr lang="en-US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Picture 3" descr="https://ithelp.ithome.com.tw/upload/images/20190926/20119971UZPLJEuF8F.png"/>
          <p:cNvPicPr/>
          <p:nvPr/>
        </p:nvPicPr>
        <p:blipFill>
          <a:blip r:embed="rId2"/>
          <a:stretch/>
        </p:blipFill>
        <p:spPr>
          <a:xfrm>
            <a:off x="4174920" y="3878280"/>
            <a:ext cx="5212080" cy="2784960"/>
          </a:xfrm>
          <a:prstGeom prst="rect">
            <a:avLst/>
          </a:prstGeom>
          <a:ln w="0">
            <a:noFill/>
          </a:ln>
        </p:spPr>
      </p:pic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Tensorboard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To use it, you must modify your program so that it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outputs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 the data you want to visualize to special binary log files called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event files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Each binary data record is called a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summary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. </a:t>
            </a:r>
            <a:endParaRPr lang="en-US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The TensorBoard server will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</a:rPr>
              <a:t>monitor the log directory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, and it will automatically pick up the changes and update the visualizations</a:t>
            </a:r>
            <a:endParaRPr lang="en-US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Tensorboard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pic>
        <p:nvPicPr>
          <p:cNvPr id="458" name="圖片 4"/>
          <p:cNvPicPr/>
          <p:nvPr/>
        </p:nvPicPr>
        <p:blipFill>
          <a:blip r:embed="rId2"/>
          <a:stretch/>
        </p:blipFill>
        <p:spPr>
          <a:xfrm>
            <a:off x="8572320" y="212760"/>
            <a:ext cx="2984040" cy="2394360"/>
          </a:xfrm>
          <a:prstGeom prst="rect">
            <a:avLst/>
          </a:prstGeom>
          <a:ln w="0">
            <a:noFill/>
          </a:ln>
          <a:effectLst>
            <a:outerShdw blurRad="291960" dist="138988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9" name="圖片 9"/>
          <p:cNvPicPr/>
          <p:nvPr/>
        </p:nvPicPr>
        <p:blipFill>
          <a:blip r:embed="rId3"/>
          <a:stretch/>
        </p:blipFill>
        <p:spPr>
          <a:xfrm>
            <a:off x="838080" y="3966840"/>
            <a:ext cx="10287720" cy="2209320"/>
          </a:xfrm>
          <a:prstGeom prst="rect">
            <a:avLst/>
          </a:prstGeom>
          <a:ln w="0">
            <a:noFill/>
          </a:ln>
        </p:spPr>
      </p:pic>
      <p:pic>
        <p:nvPicPr>
          <p:cNvPr id="460" name="圖片 10"/>
          <p:cNvPicPr/>
          <p:nvPr/>
        </p:nvPicPr>
        <p:blipFill>
          <a:blip r:embed="rId4"/>
          <a:stretch/>
        </p:blipFill>
        <p:spPr>
          <a:xfrm>
            <a:off x="838080" y="2836080"/>
            <a:ext cx="9754200" cy="923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pic>
        <p:nvPicPr>
          <p:cNvPr id="463" name="圖片 1"/>
          <p:cNvPicPr/>
          <p:nvPr/>
        </p:nvPicPr>
        <p:blipFill>
          <a:blip r:embed="rId2"/>
          <a:stretch/>
        </p:blipFill>
        <p:spPr>
          <a:xfrm>
            <a:off x="1103400" y="175680"/>
            <a:ext cx="10249560" cy="6505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3165</Words>
  <Application>Microsoft Office PowerPoint</Application>
  <PresentationFormat>寬螢幕</PresentationFormat>
  <Paragraphs>267</Paragraphs>
  <Slides>39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7" baseType="lpstr">
      <vt:lpstr>source-serif-pro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類神經網路 Neural Networks</vt:lpstr>
      <vt:lpstr>PowerPoint 簡報</vt:lpstr>
      <vt:lpstr>History</vt:lpstr>
      <vt:lpstr>現在…</vt:lpstr>
      <vt:lpstr>Biological Neurons </vt:lpstr>
      <vt:lpstr>感知器Perceptron</vt:lpstr>
      <vt:lpstr>TLU</vt:lpstr>
      <vt:lpstr>如何訓練感知器？</vt:lpstr>
      <vt:lpstr>Learning rule</vt:lpstr>
      <vt:lpstr>簡單的感知器的問題</vt:lpstr>
      <vt:lpstr>感知器Perceptron</vt:lpstr>
      <vt:lpstr>The Multilayer Perceptron</vt:lpstr>
      <vt:lpstr>Tensorflow Playground</vt:lpstr>
      <vt:lpstr>反向傳播Backpropagation</vt:lpstr>
      <vt:lpstr>反向傳播Backpropagation</vt:lpstr>
      <vt:lpstr>反向傳播Backpropagation</vt:lpstr>
      <vt:lpstr>反向傳播Backpropagation</vt:lpstr>
      <vt:lpstr>反向傳播</vt:lpstr>
      <vt:lpstr>反向傳播</vt:lpstr>
      <vt:lpstr>反向傳播</vt:lpstr>
      <vt:lpstr>梯度消失問題 Vanishing gradient problem</vt:lpstr>
      <vt:lpstr>Activation Funtion</vt:lpstr>
      <vt:lpstr>解決方式其中之一</vt:lpstr>
      <vt:lpstr>PowerPoint 簡報</vt:lpstr>
      <vt:lpstr>神經網路的重點</vt:lpstr>
      <vt:lpstr>監督式學習</vt:lpstr>
      <vt:lpstr>監督式學習 18.ANN_from_Scratch_HousePrice.py 18.ANN_from_Scratch_compare_HousePrice.py</vt:lpstr>
      <vt:lpstr>監督式學習</vt:lpstr>
      <vt:lpstr>監督式學習</vt:lpstr>
      <vt:lpstr>SoftMax function</vt:lpstr>
      <vt:lpstr>SoftMax function</vt:lpstr>
      <vt:lpstr>SoftMax function</vt:lpstr>
      <vt:lpstr>神經網路Overfitting的解決方式</vt:lpstr>
      <vt:lpstr>神經網路Overfitting的解決方式 Dropout層</vt:lpstr>
      <vt:lpstr>神經網路Overfitting的解決方式 Dropout層</vt:lpstr>
      <vt:lpstr>Tensorboard</vt:lpstr>
      <vt:lpstr>Tensorboard</vt:lpstr>
      <vt:lpstr>Tensorboard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類神經網路 Neural Networks</dc:title>
  <dc:creator>林俊杰</dc:creator>
  <cp:lastModifiedBy>林俊杰</cp:lastModifiedBy>
  <cp:revision>8</cp:revision>
  <dcterms:created xsi:type="dcterms:W3CDTF">2024-11-12T14:13:20Z</dcterms:created>
  <dcterms:modified xsi:type="dcterms:W3CDTF">2024-12-24T09:19:36Z</dcterms:modified>
</cp:coreProperties>
</file>
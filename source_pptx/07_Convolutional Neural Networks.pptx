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5" r:id="rId3"/>
    <p:sldId id="326" r:id="rId4"/>
    <p:sldId id="344" r:id="rId5"/>
    <p:sldId id="347" r:id="rId6"/>
    <p:sldId id="348" r:id="rId7"/>
    <p:sldId id="345" r:id="rId8"/>
    <p:sldId id="346" r:id="rId9"/>
    <p:sldId id="349" r:id="rId10"/>
    <p:sldId id="350" r:id="rId11"/>
    <p:sldId id="351" r:id="rId12"/>
    <p:sldId id="327" r:id="rId13"/>
    <p:sldId id="309" r:id="rId14"/>
    <p:sldId id="310" r:id="rId15"/>
    <p:sldId id="324" r:id="rId16"/>
    <p:sldId id="353" r:id="rId17"/>
    <p:sldId id="354" r:id="rId18"/>
    <p:sldId id="355" r:id="rId19"/>
    <p:sldId id="486" r:id="rId20"/>
    <p:sldId id="492" r:id="rId21"/>
    <p:sldId id="493" r:id="rId22"/>
    <p:sldId id="507" r:id="rId23"/>
    <p:sldId id="487" r:id="rId24"/>
    <p:sldId id="488" r:id="rId25"/>
    <p:sldId id="489" r:id="rId26"/>
    <p:sldId id="490" r:id="rId27"/>
    <p:sldId id="319" r:id="rId28"/>
    <p:sldId id="494" r:id="rId29"/>
    <p:sldId id="495" r:id="rId30"/>
    <p:sldId id="491" r:id="rId31"/>
    <p:sldId id="496" r:id="rId32"/>
    <p:sldId id="320" r:id="rId33"/>
    <p:sldId id="506" r:id="rId34"/>
    <p:sldId id="505" r:id="rId35"/>
    <p:sldId id="258" r:id="rId36"/>
    <p:sldId id="485" r:id="rId37"/>
    <p:sldId id="497" r:id="rId38"/>
    <p:sldId id="504" r:id="rId39"/>
    <p:sldId id="499" r:id="rId40"/>
    <p:sldId id="502" r:id="rId41"/>
    <p:sldId id="501" r:id="rId42"/>
    <p:sldId id="498" r:id="rId43"/>
    <p:sldId id="503" r:id="rId44"/>
    <p:sldId id="508" r:id="rId45"/>
    <p:sldId id="313" r:id="rId46"/>
    <p:sldId id="509" r:id="rId47"/>
    <p:sldId id="330" r:id="rId48"/>
    <p:sldId id="510" r:id="rId49"/>
    <p:sldId id="377" r:id="rId50"/>
    <p:sldId id="323" r:id="rId51"/>
    <p:sldId id="273" r:id="rId52"/>
    <p:sldId id="511" r:id="rId53"/>
    <p:sldId id="329" r:id="rId54"/>
    <p:sldId id="331" r:id="rId55"/>
    <p:sldId id="376" r:id="rId56"/>
    <p:sldId id="322" r:id="rId57"/>
    <p:sldId id="512" r:id="rId58"/>
    <p:sldId id="513" r:id="rId59"/>
    <p:sldId id="516" r:id="rId60"/>
    <p:sldId id="515" r:id="rId61"/>
    <p:sldId id="517" r:id="rId6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35" autoAdjust="0"/>
    <p:restoredTop sz="96255"/>
  </p:normalViewPr>
  <p:slideViewPr>
    <p:cSldViewPr snapToGrid="0">
      <p:cViewPr varScale="1">
        <p:scale>
          <a:sx n="82" d="100"/>
          <a:sy n="82" d="100"/>
        </p:scale>
        <p:origin x="1032"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林俊杰" userId="dcfdc803-95d8-409b-8404-351632be86e2" providerId="ADAL" clId="{9EA2110C-6123-4074-816C-E79710FEF9CD}"/>
    <pc:docChg chg="undo custSel addSld delSld modSld sldOrd">
      <pc:chgData name="林俊杰" userId="dcfdc803-95d8-409b-8404-351632be86e2" providerId="ADAL" clId="{9EA2110C-6123-4074-816C-E79710FEF9CD}" dt="2024-12-03T06:18:41.606" v="158"/>
      <pc:docMkLst>
        <pc:docMk/>
      </pc:docMkLst>
      <pc:sldChg chg="addSp modSp mod modClrScheme chgLayout">
        <pc:chgData name="林俊杰" userId="dcfdc803-95d8-409b-8404-351632be86e2" providerId="ADAL" clId="{9EA2110C-6123-4074-816C-E79710FEF9CD}" dt="2024-12-03T06:13:52.971" v="78" actId="14100"/>
        <pc:sldMkLst>
          <pc:docMk/>
          <pc:sldMk cId="0" sldId="320"/>
        </pc:sldMkLst>
        <pc:spChg chg="mod ord">
          <ac:chgData name="林俊杰" userId="dcfdc803-95d8-409b-8404-351632be86e2" providerId="ADAL" clId="{9EA2110C-6123-4074-816C-E79710FEF9CD}" dt="2024-12-03T06:13:38.787" v="71" actId="700"/>
          <ac:spMkLst>
            <pc:docMk/>
            <pc:sldMk cId="0" sldId="320"/>
            <ac:spMk id="522" creationId="{00000000-0000-0000-0000-000000000000}"/>
          </ac:spMkLst>
        </pc:spChg>
        <pc:spChg chg="mod ord">
          <ac:chgData name="林俊杰" userId="dcfdc803-95d8-409b-8404-351632be86e2" providerId="ADAL" clId="{9EA2110C-6123-4074-816C-E79710FEF9CD}" dt="2024-12-03T06:13:52.971" v="78" actId="14100"/>
          <ac:spMkLst>
            <pc:docMk/>
            <pc:sldMk cId="0" sldId="320"/>
            <ac:spMk id="523" creationId="{00000000-0000-0000-0000-000000000000}"/>
          </ac:spMkLst>
        </pc:spChg>
        <pc:picChg chg="mod">
          <ac:chgData name="林俊杰" userId="dcfdc803-95d8-409b-8404-351632be86e2" providerId="ADAL" clId="{9EA2110C-6123-4074-816C-E79710FEF9CD}" dt="2024-12-03T06:12:29.377" v="66" actId="1076"/>
          <ac:picMkLst>
            <pc:docMk/>
            <pc:sldMk cId="0" sldId="320"/>
            <ac:picMk id="524" creationId="{00000000-0000-0000-0000-000000000000}"/>
          </ac:picMkLst>
        </pc:picChg>
        <pc:picChg chg="add mod">
          <ac:chgData name="林俊杰" userId="dcfdc803-95d8-409b-8404-351632be86e2" providerId="ADAL" clId="{9EA2110C-6123-4074-816C-E79710FEF9CD}" dt="2024-12-03T06:12:23.133" v="64" actId="1076"/>
          <ac:picMkLst>
            <pc:docMk/>
            <pc:sldMk cId="0" sldId="320"/>
            <ac:picMk id="3074" creationId="{94447C69-4244-474B-BB35-216C79AA05A5}"/>
          </ac:picMkLst>
        </pc:picChg>
      </pc:sldChg>
      <pc:sldChg chg="addSp modSp modAnim">
        <pc:chgData name="林俊杰" userId="dcfdc803-95d8-409b-8404-351632be86e2" providerId="ADAL" clId="{9EA2110C-6123-4074-816C-E79710FEF9CD}" dt="2024-12-03T06:18:41.606" v="158"/>
        <pc:sldMkLst>
          <pc:docMk/>
          <pc:sldMk cId="2136171294" sldId="345"/>
        </pc:sldMkLst>
        <pc:picChg chg="add mod">
          <ac:chgData name="林俊杰" userId="dcfdc803-95d8-409b-8404-351632be86e2" providerId="ADAL" clId="{9EA2110C-6123-4074-816C-E79710FEF9CD}" dt="2024-12-03T06:18:37.349" v="157" actId="208"/>
          <ac:picMkLst>
            <pc:docMk/>
            <pc:sldMk cId="2136171294" sldId="345"/>
            <ac:picMk id="5122" creationId="{D753556D-9389-40C5-A99C-C192794E1AB4}"/>
          </ac:picMkLst>
        </pc:picChg>
      </pc:sldChg>
      <pc:sldChg chg="modSp mod">
        <pc:chgData name="林俊杰" userId="dcfdc803-95d8-409b-8404-351632be86e2" providerId="ADAL" clId="{9EA2110C-6123-4074-816C-E79710FEF9CD}" dt="2024-12-03T06:06:42.666" v="20" actId="6549"/>
        <pc:sldMkLst>
          <pc:docMk/>
          <pc:sldMk cId="1296508500" sldId="351"/>
        </pc:sldMkLst>
        <pc:spChg chg="mod">
          <ac:chgData name="林俊杰" userId="dcfdc803-95d8-409b-8404-351632be86e2" providerId="ADAL" clId="{9EA2110C-6123-4074-816C-E79710FEF9CD}" dt="2024-12-03T06:06:42.666" v="20" actId="6549"/>
          <ac:spMkLst>
            <pc:docMk/>
            <pc:sldMk cId="1296508500" sldId="351"/>
            <ac:spMk id="3" creationId="{2CD8FFC8-3B8A-39F1-7AFE-31A716BC0645}"/>
          </ac:spMkLst>
        </pc:spChg>
      </pc:sldChg>
      <pc:sldChg chg="modSp mod">
        <pc:chgData name="林俊杰" userId="dcfdc803-95d8-409b-8404-351632be86e2" providerId="ADAL" clId="{9EA2110C-6123-4074-816C-E79710FEF9CD}" dt="2024-12-03T06:11:01.504" v="49"/>
        <pc:sldMkLst>
          <pc:docMk/>
          <pc:sldMk cId="3073400525" sldId="354"/>
        </pc:sldMkLst>
        <pc:spChg chg="mod">
          <ac:chgData name="林俊杰" userId="dcfdc803-95d8-409b-8404-351632be86e2" providerId="ADAL" clId="{9EA2110C-6123-4074-816C-E79710FEF9CD}" dt="2024-12-03T06:11:01.504" v="49"/>
          <ac:spMkLst>
            <pc:docMk/>
            <pc:sldMk cId="3073400525" sldId="354"/>
            <ac:spMk id="2" creationId="{11716A59-B201-5AB9-2AFC-CCF106C1C63E}"/>
          </ac:spMkLst>
        </pc:spChg>
      </pc:sldChg>
      <pc:sldChg chg="addSp modSp mod">
        <pc:chgData name="林俊杰" userId="dcfdc803-95d8-409b-8404-351632be86e2" providerId="ADAL" clId="{9EA2110C-6123-4074-816C-E79710FEF9CD}" dt="2024-12-03T06:05:57.563" v="19" actId="115"/>
        <pc:sldMkLst>
          <pc:docMk/>
          <pc:sldMk cId="1025117242" sldId="495"/>
        </pc:sldMkLst>
        <pc:spChg chg="mod">
          <ac:chgData name="林俊杰" userId="dcfdc803-95d8-409b-8404-351632be86e2" providerId="ADAL" clId="{9EA2110C-6123-4074-816C-E79710FEF9CD}" dt="2024-12-03T06:05:57.563" v="19" actId="115"/>
          <ac:spMkLst>
            <pc:docMk/>
            <pc:sldMk cId="1025117242" sldId="495"/>
            <ac:spMk id="3" creationId="{09C24D93-3C3B-CDE9-8D03-7C361F41EEDE}"/>
          </ac:spMkLst>
        </pc:spChg>
        <pc:spChg chg="add mod">
          <ac:chgData name="林俊杰" userId="dcfdc803-95d8-409b-8404-351632be86e2" providerId="ADAL" clId="{9EA2110C-6123-4074-816C-E79710FEF9CD}" dt="2024-12-03T06:05:41.199" v="17" actId="20577"/>
          <ac:spMkLst>
            <pc:docMk/>
            <pc:sldMk cId="1025117242" sldId="495"/>
            <ac:spMk id="7" creationId="{AA05DCA2-8B08-4A3A-9BCB-C9BE4940CBD4}"/>
          </ac:spMkLst>
        </pc:spChg>
        <pc:picChg chg="add mod">
          <ac:chgData name="林俊杰" userId="dcfdc803-95d8-409b-8404-351632be86e2" providerId="ADAL" clId="{9EA2110C-6123-4074-816C-E79710FEF9CD}" dt="2024-12-03T06:03:56.226" v="9" actId="14100"/>
          <ac:picMkLst>
            <pc:docMk/>
            <pc:sldMk cId="1025117242" sldId="495"/>
            <ac:picMk id="1026" creationId="{A7EC64CD-EB50-4A61-93BB-E3DA053A8385}"/>
          </ac:picMkLst>
        </pc:picChg>
        <pc:picChg chg="mod">
          <ac:chgData name="林俊杰" userId="dcfdc803-95d8-409b-8404-351632be86e2" providerId="ADAL" clId="{9EA2110C-6123-4074-816C-E79710FEF9CD}" dt="2024-12-03T06:05:46.846" v="18" actId="208"/>
          <ac:picMkLst>
            <pc:docMk/>
            <pc:sldMk cId="1025117242" sldId="495"/>
            <ac:picMk id="8194" creationId="{C68EE4D6-893E-5A43-F1D2-20AB83F17C37}"/>
          </ac:picMkLst>
        </pc:picChg>
      </pc:sldChg>
      <pc:sldChg chg="new del">
        <pc:chgData name="林俊杰" userId="dcfdc803-95d8-409b-8404-351632be86e2" providerId="ADAL" clId="{9EA2110C-6123-4074-816C-E79710FEF9CD}" dt="2024-12-03T06:07:02.792" v="21" actId="47"/>
        <pc:sldMkLst>
          <pc:docMk/>
          <pc:sldMk cId="449593242" sldId="505"/>
        </pc:sldMkLst>
      </pc:sldChg>
      <pc:sldChg chg="addSp modSp new mod ord">
        <pc:chgData name="林俊杰" userId="dcfdc803-95d8-409b-8404-351632be86e2" providerId="ADAL" clId="{9EA2110C-6123-4074-816C-E79710FEF9CD}" dt="2024-12-03T06:17:03.544" v="145"/>
        <pc:sldMkLst>
          <pc:docMk/>
          <pc:sldMk cId="2274303297" sldId="505"/>
        </pc:sldMkLst>
        <pc:spChg chg="mod">
          <ac:chgData name="林俊杰" userId="dcfdc803-95d8-409b-8404-351632be86e2" providerId="ADAL" clId="{9EA2110C-6123-4074-816C-E79710FEF9CD}" dt="2024-12-03T06:08:45.948" v="37" actId="20577"/>
          <ac:spMkLst>
            <pc:docMk/>
            <pc:sldMk cId="2274303297" sldId="505"/>
            <ac:spMk id="2" creationId="{92C89C66-018B-47F7-82A7-D7FB184C21F6}"/>
          </ac:spMkLst>
        </pc:spChg>
        <pc:spChg chg="add mod">
          <ac:chgData name="林俊杰" userId="dcfdc803-95d8-409b-8404-351632be86e2" providerId="ADAL" clId="{9EA2110C-6123-4074-816C-E79710FEF9CD}" dt="2024-12-03T06:09:13.058" v="41" actId="1076"/>
          <ac:spMkLst>
            <pc:docMk/>
            <pc:sldMk cId="2274303297" sldId="505"/>
            <ac:spMk id="6" creationId="{9A99663A-34A7-491E-A361-2A60D9B75DCC}"/>
          </ac:spMkLst>
        </pc:spChg>
        <pc:picChg chg="add mod">
          <ac:chgData name="林俊杰" userId="dcfdc803-95d8-409b-8404-351632be86e2" providerId="ADAL" clId="{9EA2110C-6123-4074-816C-E79710FEF9CD}" dt="2024-12-03T06:09:01.737" v="39" actId="1076"/>
          <ac:picMkLst>
            <pc:docMk/>
            <pc:sldMk cId="2274303297" sldId="505"/>
            <ac:picMk id="2050" creationId="{0AFA176A-9CD6-43AC-8BF2-8E39A9F9D8D9}"/>
          </ac:picMkLst>
        </pc:picChg>
      </pc:sldChg>
      <pc:sldChg chg="addSp modSp new mod modClrScheme chgLayout">
        <pc:chgData name="林俊杰" userId="dcfdc803-95d8-409b-8404-351632be86e2" providerId="ADAL" clId="{9EA2110C-6123-4074-816C-E79710FEF9CD}" dt="2024-12-03T06:16:21.247" v="143"/>
        <pc:sldMkLst>
          <pc:docMk/>
          <pc:sldMk cId="3206629447" sldId="506"/>
        </pc:sldMkLst>
        <pc:spChg chg="add mod">
          <ac:chgData name="林俊杰" userId="dcfdc803-95d8-409b-8404-351632be86e2" providerId="ADAL" clId="{9EA2110C-6123-4074-816C-E79710FEF9CD}" dt="2024-12-03T06:14:09.657" v="87" actId="20577"/>
          <ac:spMkLst>
            <pc:docMk/>
            <pc:sldMk cId="3206629447" sldId="506"/>
            <ac:spMk id="2" creationId="{706E0FC2-3FD8-4AA1-93F8-DA05AED6D2E9}"/>
          </ac:spMkLst>
        </pc:spChg>
        <pc:spChg chg="add mod">
          <ac:chgData name="林俊杰" userId="dcfdc803-95d8-409b-8404-351632be86e2" providerId="ADAL" clId="{9EA2110C-6123-4074-816C-E79710FEF9CD}" dt="2024-12-03T06:16:21.247" v="143"/>
          <ac:spMkLst>
            <pc:docMk/>
            <pc:sldMk cId="3206629447" sldId="506"/>
            <ac:spMk id="3" creationId="{695ED024-5150-4302-8C73-E179B24DEA40}"/>
          </ac:spMkLst>
        </pc:spChg>
        <pc:picChg chg="add mod">
          <ac:chgData name="林俊杰" userId="dcfdc803-95d8-409b-8404-351632be86e2" providerId="ADAL" clId="{9EA2110C-6123-4074-816C-E79710FEF9CD}" dt="2024-12-03T06:15:32.404" v="136" actId="208"/>
          <ac:picMkLst>
            <pc:docMk/>
            <pc:sldMk cId="3206629447" sldId="506"/>
            <ac:picMk id="4098" creationId="{234A5B1F-73B1-4CBC-85D5-54DF225F46C4}"/>
          </ac:picMkLst>
        </pc:picChg>
      </pc:sldChg>
    </pc:docChg>
  </pc:docChgLst>
  <pc:docChgLst>
    <pc:chgData name="林俊杰" userId="dcfdc803-95d8-409b-8404-351632be86e2" providerId="ADAL" clId="{E14BC79D-B83D-4E84-B5A2-368F4CFE5704}"/>
    <pc:docChg chg="undo custSel addSld delSld modSld sldOrd">
      <pc:chgData name="林俊杰" userId="dcfdc803-95d8-409b-8404-351632be86e2" providerId="ADAL" clId="{E14BC79D-B83D-4E84-B5A2-368F4CFE5704}" dt="2024-12-17T16:37:33.913" v="773" actId="1076"/>
      <pc:docMkLst>
        <pc:docMk/>
      </pc:docMkLst>
      <pc:sldChg chg="del">
        <pc:chgData name="林俊杰" userId="dcfdc803-95d8-409b-8404-351632be86e2" providerId="ADAL" clId="{E14BC79D-B83D-4E84-B5A2-368F4CFE5704}" dt="2024-12-16T08:48:23.256" v="667" actId="47"/>
        <pc:sldMkLst>
          <pc:docMk/>
          <pc:sldMk cId="2978928250" sldId="263"/>
        </pc:sldMkLst>
      </pc:sldChg>
      <pc:sldChg chg="del">
        <pc:chgData name="林俊杰" userId="dcfdc803-95d8-409b-8404-351632be86e2" providerId="ADAL" clId="{E14BC79D-B83D-4E84-B5A2-368F4CFE5704}" dt="2024-12-16T08:48:09.820" v="664" actId="47"/>
        <pc:sldMkLst>
          <pc:docMk/>
          <pc:sldMk cId="491583975" sldId="264"/>
        </pc:sldMkLst>
      </pc:sldChg>
      <pc:sldChg chg="del">
        <pc:chgData name="林俊杰" userId="dcfdc803-95d8-409b-8404-351632be86e2" providerId="ADAL" clId="{E14BC79D-B83D-4E84-B5A2-368F4CFE5704}" dt="2024-12-16T08:48:02.423" v="662" actId="47"/>
        <pc:sldMkLst>
          <pc:docMk/>
          <pc:sldMk cId="1247659231" sldId="266"/>
        </pc:sldMkLst>
      </pc:sldChg>
      <pc:sldChg chg="del">
        <pc:chgData name="林俊杰" userId="dcfdc803-95d8-409b-8404-351632be86e2" providerId="ADAL" clId="{E14BC79D-B83D-4E84-B5A2-368F4CFE5704}" dt="2024-12-16T08:48:05.518" v="663" actId="47"/>
        <pc:sldMkLst>
          <pc:docMk/>
          <pc:sldMk cId="505819937" sldId="267"/>
        </pc:sldMkLst>
      </pc:sldChg>
      <pc:sldChg chg="addSp delSp modSp del mod">
        <pc:chgData name="林俊杰" userId="dcfdc803-95d8-409b-8404-351632be86e2" providerId="ADAL" clId="{E14BC79D-B83D-4E84-B5A2-368F4CFE5704}" dt="2024-12-16T08:48:46.224" v="677" actId="47"/>
        <pc:sldMkLst>
          <pc:docMk/>
          <pc:sldMk cId="410604862" sldId="275"/>
        </pc:sldMkLst>
        <pc:spChg chg="add del mod">
          <ac:chgData name="林俊杰" userId="dcfdc803-95d8-409b-8404-351632be86e2" providerId="ADAL" clId="{E14BC79D-B83D-4E84-B5A2-368F4CFE5704}" dt="2024-12-16T08:48:33.558" v="671" actId="47"/>
          <ac:spMkLst>
            <pc:docMk/>
            <pc:sldMk cId="410604862" sldId="275"/>
            <ac:spMk id="5" creationId="{825726B0-96D3-DA88-4B11-17306B456F6A}"/>
          </ac:spMkLst>
        </pc:spChg>
      </pc:sldChg>
      <pc:sldChg chg="del">
        <pc:chgData name="林俊杰" userId="dcfdc803-95d8-409b-8404-351632be86e2" providerId="ADAL" clId="{E14BC79D-B83D-4E84-B5A2-368F4CFE5704}" dt="2024-12-16T08:48:14.690" v="665" actId="47"/>
        <pc:sldMkLst>
          <pc:docMk/>
          <pc:sldMk cId="2937846012" sldId="276"/>
        </pc:sldMkLst>
      </pc:sldChg>
      <pc:sldChg chg="del">
        <pc:chgData name="林俊杰" userId="dcfdc803-95d8-409b-8404-351632be86e2" providerId="ADAL" clId="{E14BC79D-B83D-4E84-B5A2-368F4CFE5704}" dt="2024-12-16T08:48:17.037" v="666" actId="47"/>
        <pc:sldMkLst>
          <pc:docMk/>
          <pc:sldMk cId="844344641" sldId="292"/>
        </pc:sldMkLst>
      </pc:sldChg>
      <pc:sldChg chg="add">
        <pc:chgData name="林俊杰" userId="dcfdc803-95d8-409b-8404-351632be86e2" providerId="ADAL" clId="{E14BC79D-B83D-4E84-B5A2-368F4CFE5704}" dt="2024-11-19T16:01:40.185" v="0"/>
        <pc:sldMkLst>
          <pc:docMk/>
          <pc:sldMk cId="0" sldId="303"/>
        </pc:sldMkLst>
      </pc:sldChg>
      <pc:sldChg chg="add">
        <pc:chgData name="林俊杰" userId="dcfdc803-95d8-409b-8404-351632be86e2" providerId="ADAL" clId="{E14BC79D-B83D-4E84-B5A2-368F4CFE5704}" dt="2024-11-19T16:01:40.185" v="0"/>
        <pc:sldMkLst>
          <pc:docMk/>
          <pc:sldMk cId="0" sldId="304"/>
        </pc:sldMkLst>
      </pc:sldChg>
      <pc:sldChg chg="add">
        <pc:chgData name="林俊杰" userId="dcfdc803-95d8-409b-8404-351632be86e2" providerId="ADAL" clId="{E14BC79D-B83D-4E84-B5A2-368F4CFE5704}" dt="2024-11-19T16:01:40.185" v="0"/>
        <pc:sldMkLst>
          <pc:docMk/>
          <pc:sldMk cId="0" sldId="305"/>
        </pc:sldMkLst>
      </pc:sldChg>
      <pc:sldChg chg="add">
        <pc:chgData name="林俊杰" userId="dcfdc803-95d8-409b-8404-351632be86e2" providerId="ADAL" clId="{E14BC79D-B83D-4E84-B5A2-368F4CFE5704}" dt="2024-11-19T16:01:40.185" v="0"/>
        <pc:sldMkLst>
          <pc:docMk/>
          <pc:sldMk cId="0" sldId="306"/>
        </pc:sldMkLst>
      </pc:sldChg>
      <pc:sldChg chg="add">
        <pc:chgData name="林俊杰" userId="dcfdc803-95d8-409b-8404-351632be86e2" providerId="ADAL" clId="{E14BC79D-B83D-4E84-B5A2-368F4CFE5704}" dt="2024-11-19T16:01:40.185" v="0"/>
        <pc:sldMkLst>
          <pc:docMk/>
          <pc:sldMk cId="0" sldId="307"/>
        </pc:sldMkLst>
      </pc:sldChg>
      <pc:sldChg chg="add">
        <pc:chgData name="林俊杰" userId="dcfdc803-95d8-409b-8404-351632be86e2" providerId="ADAL" clId="{E14BC79D-B83D-4E84-B5A2-368F4CFE5704}" dt="2024-11-19T16:01:40.185" v="0"/>
        <pc:sldMkLst>
          <pc:docMk/>
          <pc:sldMk cId="0" sldId="308"/>
        </pc:sldMkLst>
      </pc:sldChg>
      <pc:sldChg chg="add">
        <pc:chgData name="林俊杰" userId="dcfdc803-95d8-409b-8404-351632be86e2" providerId="ADAL" clId="{E14BC79D-B83D-4E84-B5A2-368F4CFE5704}" dt="2024-11-19T16:01:40.185" v="0"/>
        <pc:sldMkLst>
          <pc:docMk/>
          <pc:sldMk cId="0" sldId="309"/>
        </pc:sldMkLst>
      </pc:sldChg>
      <pc:sldChg chg="add">
        <pc:chgData name="林俊杰" userId="dcfdc803-95d8-409b-8404-351632be86e2" providerId="ADAL" clId="{E14BC79D-B83D-4E84-B5A2-368F4CFE5704}" dt="2024-11-19T16:01:40.185" v="0"/>
        <pc:sldMkLst>
          <pc:docMk/>
          <pc:sldMk cId="0" sldId="310"/>
        </pc:sldMkLst>
      </pc:sldChg>
      <pc:sldChg chg="add">
        <pc:chgData name="林俊杰" userId="dcfdc803-95d8-409b-8404-351632be86e2" providerId="ADAL" clId="{E14BC79D-B83D-4E84-B5A2-368F4CFE5704}" dt="2024-11-19T16:01:40.185" v="0"/>
        <pc:sldMkLst>
          <pc:docMk/>
          <pc:sldMk cId="0" sldId="311"/>
        </pc:sldMkLst>
      </pc:sldChg>
      <pc:sldChg chg="add">
        <pc:chgData name="林俊杰" userId="dcfdc803-95d8-409b-8404-351632be86e2" providerId="ADAL" clId="{E14BC79D-B83D-4E84-B5A2-368F4CFE5704}" dt="2024-11-19T16:01:40.185" v="0"/>
        <pc:sldMkLst>
          <pc:docMk/>
          <pc:sldMk cId="0" sldId="312"/>
        </pc:sldMkLst>
      </pc:sldChg>
      <pc:sldChg chg="add">
        <pc:chgData name="林俊杰" userId="dcfdc803-95d8-409b-8404-351632be86e2" providerId="ADAL" clId="{E14BC79D-B83D-4E84-B5A2-368F4CFE5704}" dt="2024-11-19T16:01:40.185" v="0"/>
        <pc:sldMkLst>
          <pc:docMk/>
          <pc:sldMk cId="3817474122" sldId="313"/>
        </pc:sldMkLst>
      </pc:sldChg>
      <pc:sldChg chg="add del">
        <pc:chgData name="林俊杰" userId="dcfdc803-95d8-409b-8404-351632be86e2" providerId="ADAL" clId="{E14BC79D-B83D-4E84-B5A2-368F4CFE5704}" dt="2024-11-19T16:01:49.039" v="1" actId="47"/>
        <pc:sldMkLst>
          <pc:docMk/>
          <pc:sldMk cId="0" sldId="314"/>
        </pc:sldMkLst>
      </pc:sldChg>
      <pc:sldChg chg="add">
        <pc:chgData name="林俊杰" userId="dcfdc803-95d8-409b-8404-351632be86e2" providerId="ADAL" clId="{E14BC79D-B83D-4E84-B5A2-368F4CFE5704}" dt="2024-11-19T16:01:40.185" v="0"/>
        <pc:sldMkLst>
          <pc:docMk/>
          <pc:sldMk cId="0" sldId="315"/>
        </pc:sldMkLst>
      </pc:sldChg>
      <pc:sldChg chg="add">
        <pc:chgData name="林俊杰" userId="dcfdc803-95d8-409b-8404-351632be86e2" providerId="ADAL" clId="{E14BC79D-B83D-4E84-B5A2-368F4CFE5704}" dt="2024-11-19T16:01:40.185" v="0"/>
        <pc:sldMkLst>
          <pc:docMk/>
          <pc:sldMk cId="0" sldId="316"/>
        </pc:sldMkLst>
      </pc:sldChg>
      <pc:sldChg chg="add">
        <pc:chgData name="林俊杰" userId="dcfdc803-95d8-409b-8404-351632be86e2" providerId="ADAL" clId="{E14BC79D-B83D-4E84-B5A2-368F4CFE5704}" dt="2024-11-19T16:01:40.185" v="0"/>
        <pc:sldMkLst>
          <pc:docMk/>
          <pc:sldMk cId="0" sldId="317"/>
        </pc:sldMkLst>
      </pc:sldChg>
      <pc:sldChg chg="add">
        <pc:chgData name="林俊杰" userId="dcfdc803-95d8-409b-8404-351632be86e2" providerId="ADAL" clId="{E14BC79D-B83D-4E84-B5A2-368F4CFE5704}" dt="2024-11-19T16:01:40.185" v="0"/>
        <pc:sldMkLst>
          <pc:docMk/>
          <pc:sldMk cId="0" sldId="318"/>
        </pc:sldMkLst>
      </pc:sldChg>
      <pc:sldChg chg="add">
        <pc:chgData name="林俊杰" userId="dcfdc803-95d8-409b-8404-351632be86e2" providerId="ADAL" clId="{E14BC79D-B83D-4E84-B5A2-368F4CFE5704}" dt="2024-11-19T16:01:40.185" v="0"/>
        <pc:sldMkLst>
          <pc:docMk/>
          <pc:sldMk cId="0" sldId="319"/>
        </pc:sldMkLst>
      </pc:sldChg>
      <pc:sldChg chg="add">
        <pc:chgData name="林俊杰" userId="dcfdc803-95d8-409b-8404-351632be86e2" providerId="ADAL" clId="{E14BC79D-B83D-4E84-B5A2-368F4CFE5704}" dt="2024-11-19T16:01:40.185" v="0"/>
        <pc:sldMkLst>
          <pc:docMk/>
          <pc:sldMk cId="0" sldId="320"/>
        </pc:sldMkLst>
      </pc:sldChg>
      <pc:sldChg chg="add">
        <pc:chgData name="林俊杰" userId="dcfdc803-95d8-409b-8404-351632be86e2" providerId="ADAL" clId="{E14BC79D-B83D-4E84-B5A2-368F4CFE5704}" dt="2024-11-19T16:01:40.185" v="0"/>
        <pc:sldMkLst>
          <pc:docMk/>
          <pc:sldMk cId="0" sldId="321"/>
        </pc:sldMkLst>
      </pc:sldChg>
      <pc:sldChg chg="add">
        <pc:chgData name="林俊杰" userId="dcfdc803-95d8-409b-8404-351632be86e2" providerId="ADAL" clId="{E14BC79D-B83D-4E84-B5A2-368F4CFE5704}" dt="2024-11-19T16:01:40.185" v="0"/>
        <pc:sldMkLst>
          <pc:docMk/>
          <pc:sldMk cId="3542761455" sldId="322"/>
        </pc:sldMkLst>
      </pc:sldChg>
      <pc:sldChg chg="add">
        <pc:chgData name="林俊杰" userId="dcfdc803-95d8-409b-8404-351632be86e2" providerId="ADAL" clId="{E14BC79D-B83D-4E84-B5A2-368F4CFE5704}" dt="2024-11-19T16:01:40.185" v="0"/>
        <pc:sldMkLst>
          <pc:docMk/>
          <pc:sldMk cId="808619229" sldId="323"/>
        </pc:sldMkLst>
      </pc:sldChg>
      <pc:sldChg chg="addSp delSp modSp mod chgLayout">
        <pc:chgData name="林俊杰" userId="dcfdc803-95d8-409b-8404-351632be86e2" providerId="ADAL" clId="{E14BC79D-B83D-4E84-B5A2-368F4CFE5704}" dt="2024-12-02T15:14:17.963" v="517" actId="20577"/>
        <pc:sldMkLst>
          <pc:docMk/>
          <pc:sldMk cId="2303683108" sldId="324"/>
        </pc:sldMkLst>
        <pc:spChg chg="mod ord">
          <ac:chgData name="林俊杰" userId="dcfdc803-95d8-409b-8404-351632be86e2" providerId="ADAL" clId="{E14BC79D-B83D-4E84-B5A2-368F4CFE5704}" dt="2024-12-02T15:14:17.963" v="517" actId="20577"/>
          <ac:spMkLst>
            <pc:docMk/>
            <pc:sldMk cId="2303683108" sldId="324"/>
            <ac:spMk id="2" creationId="{8EC05765-BBF7-4815-9F39-589412337B33}"/>
          </ac:spMkLst>
        </pc:spChg>
        <pc:spChg chg="mod ord">
          <ac:chgData name="林俊杰" userId="dcfdc803-95d8-409b-8404-351632be86e2" providerId="ADAL" clId="{E14BC79D-B83D-4E84-B5A2-368F4CFE5704}" dt="2024-12-01T07:44:04.320" v="16" actId="6264"/>
          <ac:spMkLst>
            <pc:docMk/>
            <pc:sldMk cId="2303683108" sldId="324"/>
            <ac:spMk id="3" creationId="{6376E69C-EFAA-4CF0-973A-8E017416CC2C}"/>
          </ac:spMkLst>
        </pc:spChg>
      </pc:sldChg>
      <pc:sldChg chg="ord">
        <pc:chgData name="林俊杰" userId="dcfdc803-95d8-409b-8404-351632be86e2" providerId="ADAL" clId="{E14BC79D-B83D-4E84-B5A2-368F4CFE5704}" dt="2024-12-01T07:44:01.029" v="15"/>
        <pc:sldMkLst>
          <pc:docMk/>
          <pc:sldMk cId="1098956622" sldId="325"/>
        </pc:sldMkLst>
      </pc:sldChg>
      <pc:sldChg chg="addSp delSp modSp mod ord chgLayout">
        <pc:chgData name="林俊杰" userId="dcfdc803-95d8-409b-8404-351632be86e2" providerId="ADAL" clId="{E14BC79D-B83D-4E84-B5A2-368F4CFE5704}" dt="2024-12-01T07:44:31.563" v="19" actId="6264"/>
        <pc:sldMkLst>
          <pc:docMk/>
          <pc:sldMk cId="1500944194" sldId="326"/>
        </pc:sldMkLst>
        <pc:spChg chg="mod ord">
          <ac:chgData name="林俊杰" userId="dcfdc803-95d8-409b-8404-351632be86e2" providerId="ADAL" clId="{E14BC79D-B83D-4E84-B5A2-368F4CFE5704}" dt="2024-12-01T07:44:31.563" v="19" actId="6264"/>
          <ac:spMkLst>
            <pc:docMk/>
            <pc:sldMk cId="1500944194" sldId="326"/>
            <ac:spMk id="2" creationId="{E56498F7-38B2-4243-B4B6-C2406AE98E98}"/>
          </ac:spMkLst>
        </pc:spChg>
        <pc:spChg chg="mod ord">
          <ac:chgData name="林俊杰" userId="dcfdc803-95d8-409b-8404-351632be86e2" providerId="ADAL" clId="{E14BC79D-B83D-4E84-B5A2-368F4CFE5704}" dt="2024-12-01T07:44:31.563" v="19" actId="6264"/>
          <ac:spMkLst>
            <pc:docMk/>
            <pc:sldMk cId="1500944194" sldId="326"/>
            <ac:spMk id="3" creationId="{2FDAC063-4642-4CB8-A06B-7AFF8B2EABE0}"/>
          </ac:spMkLst>
        </pc:spChg>
      </pc:sldChg>
      <pc:sldChg chg="modSp mod">
        <pc:chgData name="林俊杰" userId="dcfdc803-95d8-409b-8404-351632be86e2" providerId="ADAL" clId="{E14BC79D-B83D-4E84-B5A2-368F4CFE5704}" dt="2024-12-02T15:13:59.722" v="515"/>
        <pc:sldMkLst>
          <pc:docMk/>
          <pc:sldMk cId="1791244278" sldId="327"/>
        </pc:sldMkLst>
        <pc:spChg chg="mod">
          <ac:chgData name="林俊杰" userId="dcfdc803-95d8-409b-8404-351632be86e2" providerId="ADAL" clId="{E14BC79D-B83D-4E84-B5A2-368F4CFE5704}" dt="2024-12-02T15:13:59.722" v="515"/>
          <ac:spMkLst>
            <pc:docMk/>
            <pc:sldMk cId="1791244278" sldId="327"/>
            <ac:spMk id="3" creationId="{FB7A14E4-32B4-425B-8BCB-CA9BF75A4818}"/>
          </ac:spMkLst>
        </pc:spChg>
      </pc:sldChg>
      <pc:sldChg chg="add">
        <pc:chgData name="林俊杰" userId="dcfdc803-95d8-409b-8404-351632be86e2" providerId="ADAL" clId="{E14BC79D-B83D-4E84-B5A2-368F4CFE5704}" dt="2024-11-19T16:01:40.185" v="0"/>
        <pc:sldMkLst>
          <pc:docMk/>
          <pc:sldMk cId="1584685297" sldId="336"/>
        </pc:sldMkLst>
      </pc:sldChg>
      <pc:sldChg chg="add">
        <pc:chgData name="林俊杰" userId="dcfdc803-95d8-409b-8404-351632be86e2" providerId="ADAL" clId="{E14BC79D-B83D-4E84-B5A2-368F4CFE5704}" dt="2024-11-19T16:01:40.185" v="0"/>
        <pc:sldMkLst>
          <pc:docMk/>
          <pc:sldMk cId="1891404417" sldId="337"/>
        </pc:sldMkLst>
      </pc:sldChg>
      <pc:sldChg chg="add">
        <pc:chgData name="林俊杰" userId="dcfdc803-95d8-409b-8404-351632be86e2" providerId="ADAL" clId="{E14BC79D-B83D-4E84-B5A2-368F4CFE5704}" dt="2024-11-19T16:01:40.185" v="0"/>
        <pc:sldMkLst>
          <pc:docMk/>
          <pc:sldMk cId="1480620536" sldId="338"/>
        </pc:sldMkLst>
      </pc:sldChg>
      <pc:sldChg chg="add">
        <pc:chgData name="林俊杰" userId="dcfdc803-95d8-409b-8404-351632be86e2" providerId="ADAL" clId="{E14BC79D-B83D-4E84-B5A2-368F4CFE5704}" dt="2024-11-19T16:01:40.185" v="0"/>
        <pc:sldMkLst>
          <pc:docMk/>
          <pc:sldMk cId="2737687824" sldId="341"/>
        </pc:sldMkLst>
      </pc:sldChg>
      <pc:sldChg chg="modSp add del mod">
        <pc:chgData name="林俊杰" userId="dcfdc803-95d8-409b-8404-351632be86e2" providerId="ADAL" clId="{E14BC79D-B83D-4E84-B5A2-368F4CFE5704}" dt="2024-12-02T15:00:40.600" v="476" actId="47"/>
        <pc:sldMkLst>
          <pc:docMk/>
          <pc:sldMk cId="0" sldId="342"/>
        </pc:sldMkLst>
      </pc:sldChg>
      <pc:sldChg chg="add">
        <pc:chgData name="林俊杰" userId="dcfdc803-95d8-409b-8404-351632be86e2" providerId="ADAL" clId="{E14BC79D-B83D-4E84-B5A2-368F4CFE5704}" dt="2024-11-19T16:01:40.185" v="0"/>
        <pc:sldMkLst>
          <pc:docMk/>
          <pc:sldMk cId="0" sldId="343"/>
        </pc:sldMkLst>
      </pc:sldChg>
      <pc:sldChg chg="addSp modSp new mod">
        <pc:chgData name="林俊杰" userId="dcfdc803-95d8-409b-8404-351632be86e2" providerId="ADAL" clId="{E14BC79D-B83D-4E84-B5A2-368F4CFE5704}" dt="2024-12-01T14:33:20.473" v="52" actId="1076"/>
        <pc:sldMkLst>
          <pc:docMk/>
          <pc:sldMk cId="1003914583" sldId="344"/>
        </pc:sldMkLst>
        <pc:spChg chg="mod">
          <ac:chgData name="林俊杰" userId="dcfdc803-95d8-409b-8404-351632be86e2" providerId="ADAL" clId="{E14BC79D-B83D-4E84-B5A2-368F4CFE5704}" dt="2024-12-01T14:31:31.147" v="21"/>
          <ac:spMkLst>
            <pc:docMk/>
            <pc:sldMk cId="1003914583" sldId="344"/>
            <ac:spMk id="2" creationId="{F64BD2D3-C0A6-4D8A-971A-60194105F4AD}"/>
          </ac:spMkLst>
        </pc:spChg>
        <pc:spChg chg="mod">
          <ac:chgData name="林俊杰" userId="dcfdc803-95d8-409b-8404-351632be86e2" providerId="ADAL" clId="{E14BC79D-B83D-4E84-B5A2-368F4CFE5704}" dt="2024-12-01T14:33:16.615" v="51" actId="15"/>
          <ac:spMkLst>
            <pc:docMk/>
            <pc:sldMk cId="1003914583" sldId="344"/>
            <ac:spMk id="3" creationId="{67682900-8F4C-44B2-B27C-5D6B238DD70E}"/>
          </ac:spMkLst>
        </pc:spChg>
        <pc:spChg chg="add">
          <ac:chgData name="林俊杰" userId="dcfdc803-95d8-409b-8404-351632be86e2" providerId="ADAL" clId="{E14BC79D-B83D-4E84-B5A2-368F4CFE5704}" dt="2024-12-01T14:32:50.575" v="34" actId="11529"/>
          <ac:spMkLst>
            <pc:docMk/>
            <pc:sldMk cId="1003914583" sldId="344"/>
            <ac:spMk id="6" creationId="{8C9964EA-95F7-4785-8901-264DE6D7B29B}"/>
          </ac:spMkLst>
        </pc:spChg>
        <pc:picChg chg="add mod">
          <ac:chgData name="林俊杰" userId="dcfdc803-95d8-409b-8404-351632be86e2" providerId="ADAL" clId="{E14BC79D-B83D-4E84-B5A2-368F4CFE5704}" dt="2024-12-01T14:32:42.392" v="33" actId="1076"/>
          <ac:picMkLst>
            <pc:docMk/>
            <pc:sldMk cId="1003914583" sldId="344"/>
            <ac:picMk id="5" creationId="{D404BB32-E433-4B71-A700-DA21CAA886C0}"/>
          </ac:picMkLst>
        </pc:picChg>
        <pc:picChg chg="add mod">
          <ac:chgData name="林俊杰" userId="dcfdc803-95d8-409b-8404-351632be86e2" providerId="ADAL" clId="{E14BC79D-B83D-4E84-B5A2-368F4CFE5704}" dt="2024-12-01T14:33:20.473" v="52" actId="1076"/>
          <ac:picMkLst>
            <pc:docMk/>
            <pc:sldMk cId="1003914583" sldId="344"/>
            <ac:picMk id="1026" creationId="{CAD93002-46A4-48AF-B0C9-0D642AA4362C}"/>
          </ac:picMkLst>
        </pc:picChg>
      </pc:sldChg>
      <pc:sldChg chg="addSp modSp new mod modAnim">
        <pc:chgData name="林俊杰" userId="dcfdc803-95d8-409b-8404-351632be86e2" providerId="ADAL" clId="{E14BC79D-B83D-4E84-B5A2-368F4CFE5704}" dt="2024-12-01T14:35:37.149" v="127" actId="208"/>
        <pc:sldMkLst>
          <pc:docMk/>
          <pc:sldMk cId="2136171294" sldId="345"/>
        </pc:sldMkLst>
        <pc:spChg chg="mod">
          <ac:chgData name="林俊杰" userId="dcfdc803-95d8-409b-8404-351632be86e2" providerId="ADAL" clId="{E14BC79D-B83D-4E84-B5A2-368F4CFE5704}" dt="2024-12-01T14:33:30.705" v="54"/>
          <ac:spMkLst>
            <pc:docMk/>
            <pc:sldMk cId="2136171294" sldId="345"/>
            <ac:spMk id="2" creationId="{A749FD22-A57B-4C5A-8FEA-B4411C1DE2FC}"/>
          </ac:spMkLst>
        </pc:spChg>
        <pc:spChg chg="mod">
          <ac:chgData name="林俊杰" userId="dcfdc803-95d8-409b-8404-351632be86e2" providerId="ADAL" clId="{E14BC79D-B83D-4E84-B5A2-368F4CFE5704}" dt="2024-12-01T14:34:23.945" v="117"/>
          <ac:spMkLst>
            <pc:docMk/>
            <pc:sldMk cId="2136171294" sldId="345"/>
            <ac:spMk id="3" creationId="{56A575DC-43A2-4C6A-85A8-6593DE08831A}"/>
          </ac:spMkLst>
        </pc:spChg>
        <pc:picChg chg="add mod">
          <ac:chgData name="林俊杰" userId="dcfdc803-95d8-409b-8404-351632be86e2" providerId="ADAL" clId="{E14BC79D-B83D-4E84-B5A2-368F4CFE5704}" dt="2024-12-01T14:35:06.674" v="121" actId="1076"/>
          <ac:picMkLst>
            <pc:docMk/>
            <pc:sldMk cId="2136171294" sldId="345"/>
            <ac:picMk id="2050" creationId="{075C1AA7-55F4-4591-90E9-56205E27F0A3}"/>
          </ac:picMkLst>
        </pc:picChg>
        <pc:picChg chg="add mod">
          <ac:chgData name="林俊杰" userId="dcfdc803-95d8-409b-8404-351632be86e2" providerId="ADAL" clId="{E14BC79D-B83D-4E84-B5A2-368F4CFE5704}" dt="2024-12-01T14:35:37.149" v="127" actId="208"/>
          <ac:picMkLst>
            <pc:docMk/>
            <pc:sldMk cId="2136171294" sldId="345"/>
            <ac:picMk id="2052" creationId="{0236E267-5013-4249-BCA8-074113155E9B}"/>
          </ac:picMkLst>
        </pc:picChg>
      </pc:sldChg>
      <pc:sldChg chg="addSp modSp new mod">
        <pc:chgData name="林俊杰" userId="dcfdc803-95d8-409b-8404-351632be86e2" providerId="ADAL" clId="{E14BC79D-B83D-4E84-B5A2-368F4CFE5704}" dt="2024-12-01T14:37:16.915" v="146" actId="1076"/>
        <pc:sldMkLst>
          <pc:docMk/>
          <pc:sldMk cId="3640149034" sldId="346"/>
        </pc:sldMkLst>
        <pc:spChg chg="mod">
          <ac:chgData name="林俊杰" userId="dcfdc803-95d8-409b-8404-351632be86e2" providerId="ADAL" clId="{E14BC79D-B83D-4E84-B5A2-368F4CFE5704}" dt="2024-12-01T14:35:51.455" v="129"/>
          <ac:spMkLst>
            <pc:docMk/>
            <pc:sldMk cId="3640149034" sldId="346"/>
            <ac:spMk id="2" creationId="{6393786A-33F5-42BD-B0A1-2DE75D5B01FD}"/>
          </ac:spMkLst>
        </pc:spChg>
        <pc:spChg chg="mod">
          <ac:chgData name="林俊杰" userId="dcfdc803-95d8-409b-8404-351632be86e2" providerId="ADAL" clId="{E14BC79D-B83D-4E84-B5A2-368F4CFE5704}" dt="2024-12-01T14:36:38.119" v="138" actId="20577"/>
          <ac:spMkLst>
            <pc:docMk/>
            <pc:sldMk cId="3640149034" sldId="346"/>
            <ac:spMk id="3" creationId="{D2705FF3-A88E-4EEC-A1E2-6F8C2EE1AAD0}"/>
          </ac:spMkLst>
        </pc:spChg>
        <pc:picChg chg="add mod">
          <ac:chgData name="林俊杰" userId="dcfdc803-95d8-409b-8404-351632be86e2" providerId="ADAL" clId="{E14BC79D-B83D-4E84-B5A2-368F4CFE5704}" dt="2024-12-01T14:37:16.915" v="146" actId="1076"/>
          <ac:picMkLst>
            <pc:docMk/>
            <pc:sldMk cId="3640149034" sldId="346"/>
            <ac:picMk id="3074" creationId="{7D9F6FCA-F21A-4914-8F19-FED45BA93983}"/>
          </ac:picMkLst>
        </pc:picChg>
        <pc:picChg chg="add mod">
          <ac:chgData name="林俊杰" userId="dcfdc803-95d8-409b-8404-351632be86e2" providerId="ADAL" clId="{E14BC79D-B83D-4E84-B5A2-368F4CFE5704}" dt="2024-12-01T14:37:15.148" v="145" actId="1076"/>
          <ac:picMkLst>
            <pc:docMk/>
            <pc:sldMk cId="3640149034" sldId="346"/>
            <ac:picMk id="3076" creationId="{F8DFB88C-E983-4091-A29B-481E0923C942}"/>
          </ac:picMkLst>
        </pc:picChg>
      </pc:sldChg>
      <pc:sldChg chg="modSp mod">
        <pc:chgData name="林俊杰" userId="dcfdc803-95d8-409b-8404-351632be86e2" providerId="ADAL" clId="{E14BC79D-B83D-4E84-B5A2-368F4CFE5704}" dt="2024-12-02T15:15:25.518" v="521" actId="20577"/>
        <pc:sldMkLst>
          <pc:docMk/>
          <pc:sldMk cId="142239908" sldId="496"/>
        </pc:sldMkLst>
        <pc:spChg chg="mod">
          <ac:chgData name="林俊杰" userId="dcfdc803-95d8-409b-8404-351632be86e2" providerId="ADAL" clId="{E14BC79D-B83D-4E84-B5A2-368F4CFE5704}" dt="2024-12-02T15:15:25.518" v="521" actId="20577"/>
          <ac:spMkLst>
            <pc:docMk/>
            <pc:sldMk cId="142239908" sldId="496"/>
            <ac:spMk id="3" creationId="{1500350D-8E2D-DBC0-895E-C1DC4491E931}"/>
          </ac:spMkLst>
        </pc:spChg>
      </pc:sldChg>
      <pc:sldChg chg="addSp modSp mod">
        <pc:chgData name="林俊杰" userId="dcfdc803-95d8-409b-8404-351632be86e2" providerId="ADAL" clId="{E14BC79D-B83D-4E84-B5A2-368F4CFE5704}" dt="2024-12-02T13:36:01.045" v="444" actId="115"/>
        <pc:sldMkLst>
          <pc:docMk/>
          <pc:sldMk cId="1994687321" sldId="498"/>
        </pc:sldMkLst>
        <pc:spChg chg="mod">
          <ac:chgData name="林俊杰" userId="dcfdc803-95d8-409b-8404-351632be86e2" providerId="ADAL" clId="{E14BC79D-B83D-4E84-B5A2-368F4CFE5704}" dt="2024-12-02T13:36:01.045" v="444" actId="115"/>
          <ac:spMkLst>
            <pc:docMk/>
            <pc:sldMk cId="1994687321" sldId="498"/>
            <ac:spMk id="4" creationId="{A1984F0F-145F-48B7-AA90-E476189E3726}"/>
          </ac:spMkLst>
        </pc:spChg>
        <pc:spChg chg="add mod">
          <ac:chgData name="林俊杰" userId="dcfdc803-95d8-409b-8404-351632be86e2" providerId="ADAL" clId="{E14BC79D-B83D-4E84-B5A2-368F4CFE5704}" dt="2024-12-02T13:16:36.185" v="391" actId="1076"/>
          <ac:spMkLst>
            <pc:docMk/>
            <pc:sldMk cId="1994687321" sldId="498"/>
            <ac:spMk id="5" creationId="{6D0AAF8F-259D-4A13-8847-C32CBFC9D3D1}"/>
          </ac:spMkLst>
        </pc:spChg>
      </pc:sldChg>
      <pc:sldChg chg="addSp modSp mod">
        <pc:chgData name="林俊杰" userId="dcfdc803-95d8-409b-8404-351632be86e2" providerId="ADAL" clId="{E14BC79D-B83D-4E84-B5A2-368F4CFE5704}" dt="2024-12-02T15:17:34.127" v="548" actId="27636"/>
        <pc:sldMkLst>
          <pc:docMk/>
          <pc:sldMk cId="2717436344" sldId="499"/>
        </pc:sldMkLst>
        <pc:spChg chg="mod">
          <ac:chgData name="林俊杰" userId="dcfdc803-95d8-409b-8404-351632be86e2" providerId="ADAL" clId="{E14BC79D-B83D-4E84-B5A2-368F4CFE5704}" dt="2024-12-02T15:17:34.127" v="548" actId="27636"/>
          <ac:spMkLst>
            <pc:docMk/>
            <pc:sldMk cId="2717436344" sldId="499"/>
            <ac:spMk id="3" creationId="{229D71C1-A24F-7FBA-36DA-959E62C2F2AB}"/>
          </ac:spMkLst>
        </pc:spChg>
        <pc:spChg chg="add mod">
          <ac:chgData name="林俊杰" userId="dcfdc803-95d8-409b-8404-351632be86e2" providerId="ADAL" clId="{E14BC79D-B83D-4E84-B5A2-368F4CFE5704}" dt="2024-12-02T15:02:01.295" v="507" actId="20577"/>
          <ac:spMkLst>
            <pc:docMk/>
            <pc:sldMk cId="2717436344" sldId="499"/>
            <ac:spMk id="5" creationId="{8A72B93A-D3AC-4CD2-B113-98E4C5E99500}"/>
          </ac:spMkLst>
        </pc:spChg>
        <pc:spChg chg="add mod">
          <ac:chgData name="林俊杰" userId="dcfdc803-95d8-409b-8404-351632be86e2" providerId="ADAL" clId="{E14BC79D-B83D-4E84-B5A2-368F4CFE5704}" dt="2024-12-02T15:02:03.857" v="508" actId="20577"/>
          <ac:spMkLst>
            <pc:docMk/>
            <pc:sldMk cId="2717436344" sldId="499"/>
            <ac:spMk id="7" creationId="{0B80424A-A1ED-4A74-B7A7-8FAB4EA70184}"/>
          </ac:spMkLst>
        </pc:spChg>
        <pc:spChg chg="add mod">
          <ac:chgData name="林俊杰" userId="dcfdc803-95d8-409b-8404-351632be86e2" providerId="ADAL" clId="{E14BC79D-B83D-4E84-B5A2-368F4CFE5704}" dt="2024-12-02T15:02:05.985" v="509" actId="20577"/>
          <ac:spMkLst>
            <pc:docMk/>
            <pc:sldMk cId="2717436344" sldId="499"/>
            <ac:spMk id="9" creationId="{DD4556FD-CBD9-4D80-AEE3-646A9F32ECF4}"/>
          </ac:spMkLst>
        </pc:spChg>
      </pc:sldChg>
      <pc:sldChg chg="addSp delSp modSp new mod">
        <pc:chgData name="林俊杰" userId="dcfdc803-95d8-409b-8404-351632be86e2" providerId="ADAL" clId="{E14BC79D-B83D-4E84-B5A2-368F4CFE5704}" dt="2024-12-02T13:21:48.023" v="406" actId="1076"/>
        <pc:sldMkLst>
          <pc:docMk/>
          <pc:sldMk cId="3484087930" sldId="501"/>
        </pc:sldMkLst>
        <pc:spChg chg="mod">
          <ac:chgData name="林俊杰" userId="dcfdc803-95d8-409b-8404-351632be86e2" providerId="ADAL" clId="{E14BC79D-B83D-4E84-B5A2-368F4CFE5704}" dt="2024-12-02T13:21:32.883" v="400" actId="14100"/>
          <ac:spMkLst>
            <pc:docMk/>
            <pc:sldMk cId="3484087930" sldId="501"/>
            <ac:spMk id="2" creationId="{4E8FE984-E755-4F52-A941-D0C503DAE216}"/>
          </ac:spMkLst>
        </pc:spChg>
        <pc:picChg chg="add mod">
          <ac:chgData name="林俊杰" userId="dcfdc803-95d8-409b-8404-351632be86e2" providerId="ADAL" clId="{E14BC79D-B83D-4E84-B5A2-368F4CFE5704}" dt="2024-12-02T13:21:48.023" v="406" actId="1076"/>
          <ac:picMkLst>
            <pc:docMk/>
            <pc:sldMk cId="3484087930" sldId="501"/>
            <ac:picMk id="5" creationId="{30F44183-5727-4EF1-838B-E3CF7D39EC6F}"/>
          </ac:picMkLst>
        </pc:picChg>
        <pc:picChg chg="add mod">
          <ac:chgData name="林俊杰" userId="dcfdc803-95d8-409b-8404-351632be86e2" providerId="ADAL" clId="{E14BC79D-B83D-4E84-B5A2-368F4CFE5704}" dt="2024-12-02T13:21:26.084" v="399" actId="1076"/>
          <ac:picMkLst>
            <pc:docMk/>
            <pc:sldMk cId="3484087930" sldId="501"/>
            <ac:picMk id="7" creationId="{0AC1822F-EA9C-444A-A158-FC163A2F67DF}"/>
          </ac:picMkLst>
        </pc:picChg>
      </pc:sldChg>
      <pc:sldChg chg="addSp delSp modSp add mod">
        <pc:chgData name="林俊杰" userId="dcfdc803-95d8-409b-8404-351632be86e2" providerId="ADAL" clId="{E14BC79D-B83D-4E84-B5A2-368F4CFE5704}" dt="2024-12-02T13:23:26.879" v="413" actId="1076"/>
        <pc:sldMkLst>
          <pc:docMk/>
          <pc:sldMk cId="1164374515" sldId="502"/>
        </pc:sldMkLst>
        <pc:picChg chg="add mod">
          <ac:chgData name="林俊杰" userId="dcfdc803-95d8-409b-8404-351632be86e2" providerId="ADAL" clId="{E14BC79D-B83D-4E84-B5A2-368F4CFE5704}" dt="2024-12-02T13:22:05.240" v="410" actId="1076"/>
          <ac:picMkLst>
            <pc:docMk/>
            <pc:sldMk cId="1164374515" sldId="502"/>
            <ac:picMk id="8" creationId="{5BBDAEED-3EFC-48FA-8F64-8112650F1A44}"/>
          </ac:picMkLst>
        </pc:picChg>
        <pc:picChg chg="add mod">
          <ac:chgData name="林俊杰" userId="dcfdc803-95d8-409b-8404-351632be86e2" providerId="ADAL" clId="{E14BC79D-B83D-4E84-B5A2-368F4CFE5704}" dt="2024-12-02T13:23:26.879" v="413" actId="1076"/>
          <ac:picMkLst>
            <pc:docMk/>
            <pc:sldMk cId="1164374515" sldId="502"/>
            <ac:picMk id="10" creationId="{BE757A75-4CBD-4BC8-A899-03A27CBE8C4B}"/>
          </ac:picMkLst>
        </pc:picChg>
      </pc:sldChg>
      <pc:sldChg chg="addSp delSp modSp new mod">
        <pc:chgData name="林俊杰" userId="dcfdc803-95d8-409b-8404-351632be86e2" providerId="ADAL" clId="{E14BC79D-B83D-4E84-B5A2-368F4CFE5704}" dt="2024-12-02T15:02:40.606" v="511" actId="20577"/>
        <pc:sldMkLst>
          <pc:docMk/>
          <pc:sldMk cId="1838919697" sldId="503"/>
        </pc:sldMkLst>
        <pc:spChg chg="mod">
          <ac:chgData name="林俊杰" userId="dcfdc803-95d8-409b-8404-351632be86e2" providerId="ADAL" clId="{E14BC79D-B83D-4E84-B5A2-368F4CFE5704}" dt="2024-12-02T13:25:41.082" v="440"/>
          <ac:spMkLst>
            <pc:docMk/>
            <pc:sldMk cId="1838919697" sldId="503"/>
            <ac:spMk id="2" creationId="{9396F938-B96A-4A77-AEA1-C3EA18E64D71}"/>
          </ac:spMkLst>
        </pc:spChg>
        <pc:spChg chg="mod">
          <ac:chgData name="林俊杰" userId="dcfdc803-95d8-409b-8404-351632be86e2" providerId="ADAL" clId="{E14BC79D-B83D-4E84-B5A2-368F4CFE5704}" dt="2024-12-02T15:02:40.606" v="511" actId="20577"/>
          <ac:spMkLst>
            <pc:docMk/>
            <pc:sldMk cId="1838919697" sldId="503"/>
            <ac:spMk id="3" creationId="{9659D90F-26C8-4320-B7C1-B43D6694C34F}"/>
          </ac:spMkLst>
        </pc:spChg>
        <pc:picChg chg="add mod">
          <ac:chgData name="林俊杰" userId="dcfdc803-95d8-409b-8404-351632be86e2" providerId="ADAL" clId="{E14BC79D-B83D-4E84-B5A2-368F4CFE5704}" dt="2024-12-02T15:02:32.628" v="510" actId="732"/>
          <ac:picMkLst>
            <pc:docMk/>
            <pc:sldMk cId="1838919697" sldId="503"/>
            <ac:picMk id="1028" creationId="{E3B5D5DE-F761-4BB9-B6FE-9BFC08C5B4CC}"/>
          </ac:picMkLst>
        </pc:picChg>
        <pc:picChg chg="add mod">
          <ac:chgData name="林俊杰" userId="dcfdc803-95d8-409b-8404-351632be86e2" providerId="ADAL" clId="{E14BC79D-B83D-4E84-B5A2-368F4CFE5704}" dt="2024-12-02T14:59:00.583" v="470" actId="14100"/>
          <ac:picMkLst>
            <pc:docMk/>
            <pc:sldMk cId="1838919697" sldId="503"/>
            <ac:picMk id="1030" creationId="{5081AD7B-ABA1-4606-84EE-63F4FD91A5C6}"/>
          </ac:picMkLst>
        </pc:picChg>
        <pc:picChg chg="add mod">
          <ac:chgData name="林俊杰" userId="dcfdc803-95d8-409b-8404-351632be86e2" providerId="ADAL" clId="{E14BC79D-B83D-4E84-B5A2-368F4CFE5704}" dt="2024-12-02T14:58:50.652" v="466" actId="1076"/>
          <ac:picMkLst>
            <pc:docMk/>
            <pc:sldMk cId="1838919697" sldId="503"/>
            <ac:picMk id="1032" creationId="{A23C97A9-8391-4D10-8262-3FE61F7596C5}"/>
          </ac:picMkLst>
        </pc:picChg>
      </pc:sldChg>
      <pc:sldChg chg="addSp modSp new mod">
        <pc:chgData name="林俊杰" userId="dcfdc803-95d8-409b-8404-351632be86e2" providerId="ADAL" clId="{E14BC79D-B83D-4E84-B5A2-368F4CFE5704}" dt="2024-12-02T15:16:49.563" v="546" actId="20577"/>
        <pc:sldMkLst>
          <pc:docMk/>
          <pc:sldMk cId="830955751" sldId="504"/>
        </pc:sldMkLst>
        <pc:spChg chg="mod">
          <ac:chgData name="林俊杰" userId="dcfdc803-95d8-409b-8404-351632be86e2" providerId="ADAL" clId="{E14BC79D-B83D-4E84-B5A2-368F4CFE5704}" dt="2024-12-02T15:16:33.576" v="540"/>
          <ac:spMkLst>
            <pc:docMk/>
            <pc:sldMk cId="830955751" sldId="504"/>
            <ac:spMk id="2" creationId="{55A3D6D2-1D19-4ACD-90C0-590C3675C176}"/>
          </ac:spMkLst>
        </pc:spChg>
        <pc:spChg chg="mod">
          <ac:chgData name="林俊杰" userId="dcfdc803-95d8-409b-8404-351632be86e2" providerId="ADAL" clId="{E14BC79D-B83D-4E84-B5A2-368F4CFE5704}" dt="2024-12-02T15:16:27.610" v="539"/>
          <ac:spMkLst>
            <pc:docMk/>
            <pc:sldMk cId="830955751" sldId="504"/>
            <ac:spMk id="3" creationId="{83FD5417-C2BE-4374-A275-5E260E9A70DD}"/>
          </ac:spMkLst>
        </pc:spChg>
        <pc:spChg chg="add mod">
          <ac:chgData name="林俊杰" userId="dcfdc803-95d8-409b-8404-351632be86e2" providerId="ADAL" clId="{E14BC79D-B83D-4E84-B5A2-368F4CFE5704}" dt="2024-12-02T15:16:49.563" v="546" actId="20577"/>
          <ac:spMkLst>
            <pc:docMk/>
            <pc:sldMk cId="830955751" sldId="504"/>
            <ac:spMk id="5" creationId="{180F1F37-A33C-48F3-9F28-D7BE3715199B}"/>
          </ac:spMkLst>
        </pc:spChg>
      </pc:sldChg>
      <pc:sldChg chg="addSp modSp mod">
        <pc:chgData name="林俊杰" userId="dcfdc803-95d8-409b-8404-351632be86e2" providerId="ADAL" clId="{E14BC79D-B83D-4E84-B5A2-368F4CFE5704}" dt="2024-12-17T16:37:33.913" v="773" actId="1076"/>
        <pc:sldMkLst>
          <pc:docMk/>
          <pc:sldMk cId="3667490453" sldId="512"/>
        </pc:sldMkLst>
        <pc:spChg chg="mod">
          <ac:chgData name="林俊杰" userId="dcfdc803-95d8-409b-8404-351632be86e2" providerId="ADAL" clId="{E14BC79D-B83D-4E84-B5A2-368F4CFE5704}" dt="2024-12-17T16:36:23.208" v="754"/>
          <ac:spMkLst>
            <pc:docMk/>
            <pc:sldMk cId="3667490453" sldId="512"/>
            <ac:spMk id="5" creationId="{F0D631C8-7F55-469F-40A4-D6A75A8CBF71}"/>
          </ac:spMkLst>
        </pc:spChg>
        <pc:picChg chg="add mod">
          <ac:chgData name="林俊杰" userId="dcfdc803-95d8-409b-8404-351632be86e2" providerId="ADAL" clId="{E14BC79D-B83D-4E84-B5A2-368F4CFE5704}" dt="2024-12-17T16:36:51.052" v="760" actId="14100"/>
          <ac:picMkLst>
            <pc:docMk/>
            <pc:sldMk cId="3667490453" sldId="512"/>
            <ac:picMk id="3074" creationId="{8FC282AC-460D-4474-A636-689995935679}"/>
          </ac:picMkLst>
        </pc:picChg>
        <pc:picChg chg="add mod">
          <ac:chgData name="林俊杰" userId="dcfdc803-95d8-409b-8404-351632be86e2" providerId="ADAL" clId="{E14BC79D-B83D-4E84-B5A2-368F4CFE5704}" dt="2024-12-17T16:37:00.630" v="762" actId="1076"/>
          <ac:picMkLst>
            <pc:docMk/>
            <pc:sldMk cId="3667490453" sldId="512"/>
            <ac:picMk id="3076" creationId="{F9ED5AF1-2239-440C-BF62-632D12417D33}"/>
          </ac:picMkLst>
        </pc:picChg>
        <pc:picChg chg="add mod">
          <ac:chgData name="林俊杰" userId="dcfdc803-95d8-409b-8404-351632be86e2" providerId="ADAL" clId="{E14BC79D-B83D-4E84-B5A2-368F4CFE5704}" dt="2024-12-17T16:37:33.913" v="773" actId="1076"/>
          <ac:picMkLst>
            <pc:docMk/>
            <pc:sldMk cId="3667490453" sldId="512"/>
            <ac:picMk id="3078" creationId="{D2AF0B65-30D4-4E8F-BD22-163957E4EDEF}"/>
          </ac:picMkLst>
        </pc:picChg>
        <pc:picChg chg="add mod">
          <ac:chgData name="林俊杰" userId="dcfdc803-95d8-409b-8404-351632be86e2" providerId="ADAL" clId="{E14BC79D-B83D-4E84-B5A2-368F4CFE5704}" dt="2024-12-17T16:37:29.724" v="772" actId="1076"/>
          <ac:picMkLst>
            <pc:docMk/>
            <pc:sldMk cId="3667490453" sldId="512"/>
            <ac:picMk id="3080" creationId="{E8CA04BE-13C9-404A-BA52-E3EBBB1022FC}"/>
          </ac:picMkLst>
        </pc:picChg>
      </pc:sldChg>
      <pc:sldChg chg="addSp modSp mod">
        <pc:chgData name="林俊杰" userId="dcfdc803-95d8-409b-8404-351632be86e2" providerId="ADAL" clId="{E14BC79D-B83D-4E84-B5A2-368F4CFE5704}" dt="2024-12-16T08:16:06.700" v="586" actId="20577"/>
        <pc:sldMkLst>
          <pc:docMk/>
          <pc:sldMk cId="1102312564" sldId="513"/>
        </pc:sldMkLst>
        <pc:spChg chg="add mod">
          <ac:chgData name="林俊杰" userId="dcfdc803-95d8-409b-8404-351632be86e2" providerId="ADAL" clId="{E14BC79D-B83D-4E84-B5A2-368F4CFE5704}" dt="2024-12-16T08:16:06.700" v="586" actId="20577"/>
          <ac:spMkLst>
            <pc:docMk/>
            <pc:sldMk cId="1102312564" sldId="513"/>
            <ac:spMk id="6" creationId="{76E4085E-B5A0-48B7-8C74-72D61EC80B17}"/>
          </ac:spMkLst>
        </pc:spChg>
        <pc:picChg chg="mod">
          <ac:chgData name="林俊杰" userId="dcfdc803-95d8-409b-8404-351632be86e2" providerId="ADAL" clId="{E14BC79D-B83D-4E84-B5A2-368F4CFE5704}" dt="2024-12-16T08:15:16.037" v="564" actId="1076"/>
          <ac:picMkLst>
            <pc:docMk/>
            <pc:sldMk cId="1102312564" sldId="513"/>
            <ac:picMk id="1026" creationId="{1E27907B-1686-26D3-5622-CE74343C7D65}"/>
          </ac:picMkLst>
        </pc:picChg>
      </pc:sldChg>
      <pc:sldChg chg="del">
        <pc:chgData name="林俊杰" userId="dcfdc803-95d8-409b-8404-351632be86e2" providerId="ADAL" clId="{E14BC79D-B83D-4E84-B5A2-368F4CFE5704}" dt="2024-12-16T08:47:57.312" v="661" actId="47"/>
        <pc:sldMkLst>
          <pc:docMk/>
          <pc:sldMk cId="2984936389" sldId="514"/>
        </pc:sldMkLst>
      </pc:sldChg>
      <pc:sldChg chg="addSp delSp modSp new mod">
        <pc:chgData name="林俊杰" userId="dcfdc803-95d8-409b-8404-351632be86e2" providerId="ADAL" clId="{E14BC79D-B83D-4E84-B5A2-368F4CFE5704}" dt="2024-12-17T15:40:18.624" v="740" actId="22"/>
        <pc:sldMkLst>
          <pc:docMk/>
          <pc:sldMk cId="2086339686" sldId="515"/>
        </pc:sldMkLst>
        <pc:spChg chg="mod">
          <ac:chgData name="林俊杰" userId="dcfdc803-95d8-409b-8404-351632be86e2" providerId="ADAL" clId="{E14BC79D-B83D-4E84-B5A2-368F4CFE5704}" dt="2024-12-16T08:40:05.272" v="588"/>
          <ac:spMkLst>
            <pc:docMk/>
            <pc:sldMk cId="2086339686" sldId="515"/>
            <ac:spMk id="2" creationId="{1DE1FA42-D4BF-471B-9EE5-F24F187AFF06}"/>
          </ac:spMkLst>
        </pc:spChg>
        <pc:spChg chg="mod">
          <ac:chgData name="林俊杰" userId="dcfdc803-95d8-409b-8404-351632be86e2" providerId="ADAL" clId="{E14BC79D-B83D-4E84-B5A2-368F4CFE5704}" dt="2024-12-16T08:46:46.862" v="655" actId="21"/>
          <ac:spMkLst>
            <pc:docMk/>
            <pc:sldMk cId="2086339686" sldId="515"/>
            <ac:spMk id="3" creationId="{49448073-C4E0-4A9D-8239-29BB30524F86}"/>
          </ac:spMkLst>
        </pc:spChg>
        <pc:spChg chg="add mod">
          <ac:chgData name="林俊杰" userId="dcfdc803-95d8-409b-8404-351632be86e2" providerId="ADAL" clId="{E14BC79D-B83D-4E84-B5A2-368F4CFE5704}" dt="2024-12-16T08:47:02.030" v="660" actId="1076"/>
          <ac:spMkLst>
            <pc:docMk/>
            <pc:sldMk cId="2086339686" sldId="515"/>
            <ac:spMk id="6" creationId="{3E7A56EC-0ED2-4D30-905F-CE0E52F73B96}"/>
          </ac:spMkLst>
        </pc:spChg>
        <pc:spChg chg="add del">
          <ac:chgData name="林俊杰" userId="dcfdc803-95d8-409b-8404-351632be86e2" providerId="ADAL" clId="{E14BC79D-B83D-4E84-B5A2-368F4CFE5704}" dt="2024-12-17T15:40:18.624" v="740" actId="22"/>
          <ac:spMkLst>
            <pc:docMk/>
            <pc:sldMk cId="2086339686" sldId="515"/>
            <ac:spMk id="7" creationId="{DCB31D4F-2BBA-4CA5-8B38-98999E293068}"/>
          </ac:spMkLst>
        </pc:spChg>
        <pc:picChg chg="add mod">
          <ac:chgData name="林俊杰" userId="dcfdc803-95d8-409b-8404-351632be86e2" providerId="ADAL" clId="{E14BC79D-B83D-4E84-B5A2-368F4CFE5704}" dt="2024-12-16T08:46:54.365" v="657" actId="1076"/>
          <ac:picMkLst>
            <pc:docMk/>
            <pc:sldMk cId="2086339686" sldId="515"/>
            <ac:picMk id="1026" creationId="{2FB33CC2-F2DB-4D1C-A24E-34EBB5D6B222}"/>
          </ac:picMkLst>
        </pc:picChg>
      </pc:sldChg>
      <pc:sldChg chg="addSp modSp new mod">
        <pc:chgData name="林俊杰" userId="dcfdc803-95d8-409b-8404-351632be86e2" providerId="ADAL" clId="{E14BC79D-B83D-4E84-B5A2-368F4CFE5704}" dt="2024-12-17T15:39:36.254" v="738" actId="14100"/>
        <pc:sldMkLst>
          <pc:docMk/>
          <pc:sldMk cId="1746140656" sldId="516"/>
        </pc:sldMkLst>
        <pc:spChg chg="mod">
          <ac:chgData name="林俊杰" userId="dcfdc803-95d8-409b-8404-351632be86e2" providerId="ADAL" clId="{E14BC79D-B83D-4E84-B5A2-368F4CFE5704}" dt="2024-12-17T15:31:47.035" v="685"/>
          <ac:spMkLst>
            <pc:docMk/>
            <pc:sldMk cId="1746140656" sldId="516"/>
            <ac:spMk id="2" creationId="{65EDFAF8-16E2-45DA-8FC4-75662518597A}"/>
          </ac:spMkLst>
        </pc:spChg>
        <pc:spChg chg="mod">
          <ac:chgData name="林俊杰" userId="dcfdc803-95d8-409b-8404-351632be86e2" providerId="ADAL" clId="{E14BC79D-B83D-4E84-B5A2-368F4CFE5704}" dt="2024-12-17T15:39:30.509" v="736" actId="14100"/>
          <ac:spMkLst>
            <pc:docMk/>
            <pc:sldMk cId="1746140656" sldId="516"/>
            <ac:spMk id="3" creationId="{B0732C33-A201-4DA7-97BD-DFAF8D40BE60}"/>
          </ac:spMkLst>
        </pc:spChg>
        <pc:picChg chg="add mod">
          <ac:chgData name="林俊杰" userId="dcfdc803-95d8-409b-8404-351632be86e2" providerId="ADAL" clId="{E14BC79D-B83D-4E84-B5A2-368F4CFE5704}" dt="2024-12-17T15:38:19.965" v="730" actId="14100"/>
          <ac:picMkLst>
            <pc:docMk/>
            <pc:sldMk cId="1746140656" sldId="516"/>
            <ac:picMk id="5" creationId="{4B108B65-CFA8-4DC2-8454-513ADBBC0D13}"/>
          </ac:picMkLst>
        </pc:picChg>
        <pc:picChg chg="add mod">
          <ac:chgData name="林俊杰" userId="dcfdc803-95d8-409b-8404-351632be86e2" providerId="ADAL" clId="{E14BC79D-B83D-4E84-B5A2-368F4CFE5704}" dt="2024-12-17T15:39:10.303" v="733" actId="1076"/>
          <ac:picMkLst>
            <pc:docMk/>
            <pc:sldMk cId="1746140656" sldId="516"/>
            <ac:picMk id="7" creationId="{453415CB-6CA2-4777-B6F4-3B5463C74E1F}"/>
          </ac:picMkLst>
        </pc:picChg>
        <pc:picChg chg="add mod">
          <ac:chgData name="林俊杰" userId="dcfdc803-95d8-409b-8404-351632be86e2" providerId="ADAL" clId="{E14BC79D-B83D-4E84-B5A2-368F4CFE5704}" dt="2024-12-17T15:39:36.254" v="738" actId="14100"/>
          <ac:picMkLst>
            <pc:docMk/>
            <pc:sldMk cId="1746140656" sldId="516"/>
            <ac:picMk id="1026" creationId="{630D0E29-2A21-4FE1-8113-17C62CFB7FF5}"/>
          </ac:picMkLst>
        </pc:picChg>
      </pc:sldChg>
      <pc:sldChg chg="addSp modSp new mod">
        <pc:chgData name="林俊杰" userId="dcfdc803-95d8-409b-8404-351632be86e2" providerId="ADAL" clId="{E14BC79D-B83D-4E84-B5A2-368F4CFE5704}" dt="2024-12-17T15:43:12.134" v="751" actId="1076"/>
        <pc:sldMkLst>
          <pc:docMk/>
          <pc:sldMk cId="2517819455" sldId="517"/>
        </pc:sldMkLst>
        <pc:spChg chg="mod">
          <ac:chgData name="林俊杰" userId="dcfdc803-95d8-409b-8404-351632be86e2" providerId="ADAL" clId="{E14BC79D-B83D-4E84-B5A2-368F4CFE5704}" dt="2024-12-17T15:40:27.383" v="743"/>
          <ac:spMkLst>
            <pc:docMk/>
            <pc:sldMk cId="2517819455" sldId="517"/>
            <ac:spMk id="2" creationId="{240D800E-5EE9-48CB-8E44-FA8841CB0721}"/>
          </ac:spMkLst>
        </pc:spChg>
        <pc:spChg chg="mod">
          <ac:chgData name="林俊杰" userId="dcfdc803-95d8-409b-8404-351632be86e2" providerId="ADAL" clId="{E14BC79D-B83D-4E84-B5A2-368F4CFE5704}" dt="2024-12-17T15:40:21.588" v="742"/>
          <ac:spMkLst>
            <pc:docMk/>
            <pc:sldMk cId="2517819455" sldId="517"/>
            <ac:spMk id="3" creationId="{10C8EB5B-CBA4-429A-A3AE-360FE6F439EA}"/>
          </ac:spMkLst>
        </pc:spChg>
        <pc:picChg chg="add mod">
          <ac:chgData name="林俊杰" userId="dcfdc803-95d8-409b-8404-351632be86e2" providerId="ADAL" clId="{E14BC79D-B83D-4E84-B5A2-368F4CFE5704}" dt="2024-12-17T15:42:48.296" v="746" actId="1076"/>
          <ac:picMkLst>
            <pc:docMk/>
            <pc:sldMk cId="2517819455" sldId="517"/>
            <ac:picMk id="2050" creationId="{0A4F438B-486B-4276-BAF5-24BBC88B1D6A}"/>
          </ac:picMkLst>
        </pc:picChg>
        <pc:picChg chg="add mod">
          <ac:chgData name="林俊杰" userId="dcfdc803-95d8-409b-8404-351632be86e2" providerId="ADAL" clId="{E14BC79D-B83D-4E84-B5A2-368F4CFE5704}" dt="2024-12-17T15:43:12.134" v="751" actId="1076"/>
          <ac:picMkLst>
            <pc:docMk/>
            <pc:sldMk cId="2517819455" sldId="517"/>
            <ac:picMk id="2052" creationId="{754621DD-C461-4320-9631-6D6BD980764F}"/>
          </ac:picMkLst>
        </pc:picChg>
      </pc:sldChg>
    </pc:docChg>
  </pc:docChgLst>
  <pc:docChgLst>
    <pc:chgData name="林俊杰" userId="dcfdc803-95d8-409b-8404-351632be86e2" providerId="ADAL" clId="{B0C27D80-8AFD-054E-97C0-3AB508462A30}"/>
    <pc:docChg chg="undo custSel addSld delSld modSld sldOrd">
      <pc:chgData name="林俊杰" userId="dcfdc803-95d8-409b-8404-351632be86e2" providerId="ADAL" clId="{B0C27D80-8AFD-054E-97C0-3AB508462A30}" dt="2024-12-10T14:25:47.840" v="2449" actId="20577"/>
      <pc:docMkLst>
        <pc:docMk/>
      </pc:docMkLst>
      <pc:sldChg chg="addSp modSp mod">
        <pc:chgData name="林俊杰" userId="dcfdc803-95d8-409b-8404-351632be86e2" providerId="ADAL" clId="{B0C27D80-8AFD-054E-97C0-3AB508462A30}" dt="2024-12-02T06:17:48.909" v="1303" actId="1076"/>
        <pc:sldMkLst>
          <pc:docMk/>
          <pc:sldMk cId="2535223481" sldId="256"/>
        </pc:sldMkLst>
        <pc:spChg chg="add mod">
          <ac:chgData name="林俊杰" userId="dcfdc803-95d8-409b-8404-351632be86e2" providerId="ADAL" clId="{B0C27D80-8AFD-054E-97C0-3AB508462A30}" dt="2024-12-02T06:17:48.909" v="1303" actId="1076"/>
          <ac:spMkLst>
            <pc:docMk/>
            <pc:sldMk cId="2535223481" sldId="256"/>
            <ac:spMk id="5" creationId="{1E003A58-3D83-2E83-FCBC-4FA619BE263F}"/>
          </ac:spMkLst>
        </pc:spChg>
      </pc:sldChg>
      <pc:sldChg chg="add ord">
        <pc:chgData name="林俊杰" userId="dcfdc803-95d8-409b-8404-351632be86e2" providerId="ADAL" clId="{B0C27D80-8AFD-054E-97C0-3AB508462A30}" dt="2024-12-02T08:21:56.360" v="1984" actId="20578"/>
        <pc:sldMkLst>
          <pc:docMk/>
          <pc:sldMk cId="2219541471" sldId="258"/>
        </pc:sldMkLst>
      </pc:sldChg>
      <pc:sldChg chg="addSp delSp modSp add del mod">
        <pc:chgData name="林俊杰" userId="dcfdc803-95d8-409b-8404-351632be86e2" providerId="ADAL" clId="{B0C27D80-8AFD-054E-97C0-3AB508462A30}" dt="2024-12-02T08:29:10.581" v="2065" actId="2696"/>
        <pc:sldMkLst>
          <pc:docMk/>
          <pc:sldMk cId="866033773" sldId="265"/>
        </pc:sldMkLst>
      </pc:sldChg>
      <pc:sldChg chg="add">
        <pc:chgData name="林俊杰" userId="dcfdc803-95d8-409b-8404-351632be86e2" providerId="ADAL" clId="{B0C27D80-8AFD-054E-97C0-3AB508462A30}" dt="2024-12-10T13:57:18.534" v="2344"/>
        <pc:sldMkLst>
          <pc:docMk/>
          <pc:sldMk cId="3435683266" sldId="273"/>
        </pc:sldMkLst>
      </pc:sldChg>
      <pc:sldChg chg="modSp mod">
        <pc:chgData name="林俊杰" userId="dcfdc803-95d8-409b-8404-351632be86e2" providerId="ADAL" clId="{B0C27D80-8AFD-054E-97C0-3AB508462A30}" dt="2024-12-10T14:04:02.388" v="2348" actId="15"/>
        <pc:sldMkLst>
          <pc:docMk/>
          <pc:sldMk cId="2937846012" sldId="276"/>
        </pc:sldMkLst>
        <pc:spChg chg="mod">
          <ac:chgData name="林俊杰" userId="dcfdc803-95d8-409b-8404-351632be86e2" providerId="ADAL" clId="{B0C27D80-8AFD-054E-97C0-3AB508462A30}" dt="2024-12-10T14:04:02.388" v="2348" actId="15"/>
          <ac:spMkLst>
            <pc:docMk/>
            <pc:sldMk cId="2937846012" sldId="276"/>
            <ac:spMk id="3" creationId="{FC750CFD-A386-75F1-34C4-3CC51FF4ED81}"/>
          </ac:spMkLst>
        </pc:spChg>
      </pc:sldChg>
      <pc:sldChg chg="modSp del mod">
        <pc:chgData name="林俊杰" userId="dcfdc803-95d8-409b-8404-351632be86e2" providerId="ADAL" clId="{B0C27D80-8AFD-054E-97C0-3AB508462A30}" dt="2024-12-02T07:37:23.616" v="1428" actId="2696"/>
        <pc:sldMkLst>
          <pc:docMk/>
          <pc:sldMk cId="0" sldId="303"/>
        </pc:sldMkLst>
      </pc:sldChg>
      <pc:sldChg chg="delSp del mod">
        <pc:chgData name="林俊杰" userId="dcfdc803-95d8-409b-8404-351632be86e2" providerId="ADAL" clId="{B0C27D80-8AFD-054E-97C0-3AB508462A30}" dt="2024-12-02T05:35:31.500" v="1292" actId="2696"/>
        <pc:sldMkLst>
          <pc:docMk/>
          <pc:sldMk cId="0" sldId="304"/>
        </pc:sldMkLst>
      </pc:sldChg>
      <pc:sldChg chg="del">
        <pc:chgData name="林俊杰" userId="dcfdc803-95d8-409b-8404-351632be86e2" providerId="ADAL" clId="{B0C27D80-8AFD-054E-97C0-3AB508462A30}" dt="2024-12-02T05:35:45.297" v="1293" actId="2696"/>
        <pc:sldMkLst>
          <pc:docMk/>
          <pc:sldMk cId="0" sldId="305"/>
        </pc:sldMkLst>
      </pc:sldChg>
      <pc:sldChg chg="del">
        <pc:chgData name="林俊杰" userId="dcfdc803-95d8-409b-8404-351632be86e2" providerId="ADAL" clId="{B0C27D80-8AFD-054E-97C0-3AB508462A30}" dt="2024-12-02T05:27:24.791" v="1105" actId="2696"/>
        <pc:sldMkLst>
          <pc:docMk/>
          <pc:sldMk cId="0" sldId="306"/>
        </pc:sldMkLst>
      </pc:sldChg>
      <pc:sldChg chg="del">
        <pc:chgData name="林俊杰" userId="dcfdc803-95d8-409b-8404-351632be86e2" providerId="ADAL" clId="{B0C27D80-8AFD-054E-97C0-3AB508462A30}" dt="2024-12-02T05:35:49.129" v="1295" actId="2696"/>
        <pc:sldMkLst>
          <pc:docMk/>
          <pc:sldMk cId="0" sldId="307"/>
        </pc:sldMkLst>
      </pc:sldChg>
      <pc:sldChg chg="del">
        <pc:chgData name="林俊杰" userId="dcfdc803-95d8-409b-8404-351632be86e2" providerId="ADAL" clId="{B0C27D80-8AFD-054E-97C0-3AB508462A30}" dt="2024-12-02T05:35:58.372" v="1296" actId="2696"/>
        <pc:sldMkLst>
          <pc:docMk/>
          <pc:sldMk cId="0" sldId="308"/>
        </pc:sldMkLst>
      </pc:sldChg>
      <pc:sldChg chg="ord">
        <pc:chgData name="林俊杰" userId="dcfdc803-95d8-409b-8404-351632be86e2" providerId="ADAL" clId="{B0C27D80-8AFD-054E-97C0-3AB508462A30}" dt="2024-12-02T05:36:06.213" v="1297" actId="20578"/>
        <pc:sldMkLst>
          <pc:docMk/>
          <pc:sldMk cId="0" sldId="309"/>
        </pc:sldMkLst>
      </pc:sldChg>
      <pc:sldChg chg="ord">
        <pc:chgData name="林俊杰" userId="dcfdc803-95d8-409b-8404-351632be86e2" providerId="ADAL" clId="{B0C27D80-8AFD-054E-97C0-3AB508462A30}" dt="2024-12-02T05:37:29.090" v="1301" actId="20578"/>
        <pc:sldMkLst>
          <pc:docMk/>
          <pc:sldMk cId="0" sldId="310"/>
        </pc:sldMkLst>
      </pc:sldChg>
      <pc:sldChg chg="del">
        <pc:chgData name="林俊杰" userId="dcfdc803-95d8-409b-8404-351632be86e2" providerId="ADAL" clId="{B0C27D80-8AFD-054E-97C0-3AB508462A30}" dt="2024-12-02T05:36:15.659" v="1298" actId="2696"/>
        <pc:sldMkLst>
          <pc:docMk/>
          <pc:sldMk cId="0" sldId="311"/>
        </pc:sldMkLst>
      </pc:sldChg>
      <pc:sldChg chg="del">
        <pc:chgData name="林俊杰" userId="dcfdc803-95d8-409b-8404-351632be86e2" providerId="ADAL" clId="{B0C27D80-8AFD-054E-97C0-3AB508462A30}" dt="2024-12-02T05:36:17.460" v="1299" actId="2696"/>
        <pc:sldMkLst>
          <pc:docMk/>
          <pc:sldMk cId="0" sldId="312"/>
        </pc:sldMkLst>
      </pc:sldChg>
      <pc:sldChg chg="add">
        <pc:chgData name="林俊杰" userId="dcfdc803-95d8-409b-8404-351632be86e2" providerId="ADAL" clId="{B0C27D80-8AFD-054E-97C0-3AB508462A30}" dt="2024-12-10T13:52:01.533" v="2287"/>
        <pc:sldMkLst>
          <pc:docMk/>
          <pc:sldMk cId="3817474122" sldId="313"/>
        </pc:sldMkLst>
      </pc:sldChg>
      <pc:sldChg chg="del">
        <pc:chgData name="林俊杰" userId="dcfdc803-95d8-409b-8404-351632be86e2" providerId="ADAL" clId="{B0C27D80-8AFD-054E-97C0-3AB508462A30}" dt="2024-12-02T07:42:44.758" v="1559" actId="2696"/>
        <pc:sldMkLst>
          <pc:docMk/>
          <pc:sldMk cId="0" sldId="315"/>
        </pc:sldMkLst>
      </pc:sldChg>
      <pc:sldChg chg="del">
        <pc:chgData name="林俊杰" userId="dcfdc803-95d8-409b-8404-351632be86e2" providerId="ADAL" clId="{B0C27D80-8AFD-054E-97C0-3AB508462A30}" dt="2024-12-02T07:42:48.604" v="1560" actId="2696"/>
        <pc:sldMkLst>
          <pc:docMk/>
          <pc:sldMk cId="0" sldId="316"/>
        </pc:sldMkLst>
      </pc:sldChg>
      <pc:sldChg chg="del">
        <pc:chgData name="林俊杰" userId="dcfdc803-95d8-409b-8404-351632be86e2" providerId="ADAL" clId="{B0C27D80-8AFD-054E-97C0-3AB508462A30}" dt="2024-12-02T07:43:32.684" v="1582" actId="2696"/>
        <pc:sldMkLst>
          <pc:docMk/>
          <pc:sldMk cId="0" sldId="317"/>
        </pc:sldMkLst>
      </pc:sldChg>
      <pc:sldChg chg="addSp delSp modSp del mod">
        <pc:chgData name="林俊杰" userId="dcfdc803-95d8-409b-8404-351632be86e2" providerId="ADAL" clId="{B0C27D80-8AFD-054E-97C0-3AB508462A30}" dt="2024-12-02T08:07:23.730" v="1804" actId="2696"/>
        <pc:sldMkLst>
          <pc:docMk/>
          <pc:sldMk cId="0" sldId="318"/>
        </pc:sldMkLst>
      </pc:sldChg>
      <pc:sldChg chg="addSp delSp modSp mod ord modClrScheme chgLayout">
        <pc:chgData name="林俊杰" userId="dcfdc803-95d8-409b-8404-351632be86e2" providerId="ADAL" clId="{B0C27D80-8AFD-054E-97C0-3AB508462A30}" dt="2024-12-03T13:16:41.394" v="2267" actId="1037"/>
        <pc:sldMkLst>
          <pc:docMk/>
          <pc:sldMk cId="0" sldId="319"/>
        </pc:sldMkLst>
        <pc:spChg chg="add mod ord">
          <ac:chgData name="林俊杰" userId="dcfdc803-95d8-409b-8404-351632be86e2" providerId="ADAL" clId="{B0C27D80-8AFD-054E-97C0-3AB508462A30}" dt="2024-12-02T08:23:45.375" v="2005"/>
          <ac:spMkLst>
            <pc:docMk/>
            <pc:sldMk cId="0" sldId="319"/>
            <ac:spMk id="2" creationId="{5EA02ACE-E0A2-C3FE-7E0D-23F6FF795A43}"/>
          </ac:spMkLst>
        </pc:spChg>
        <pc:spChg chg="add mod ord">
          <ac:chgData name="林俊杰" userId="dcfdc803-95d8-409b-8404-351632be86e2" providerId="ADAL" clId="{B0C27D80-8AFD-054E-97C0-3AB508462A30}" dt="2024-12-02T08:15:14.662" v="1969" actId="14100"/>
          <ac:spMkLst>
            <pc:docMk/>
            <pc:sldMk cId="0" sldId="319"/>
            <ac:spMk id="3" creationId="{094C5330-8D4D-4ED5-65AC-138DC039E563}"/>
          </ac:spMkLst>
        </pc:spChg>
        <pc:spChg chg="mod ord">
          <ac:chgData name="林俊杰" userId="dcfdc803-95d8-409b-8404-351632be86e2" providerId="ADAL" clId="{B0C27D80-8AFD-054E-97C0-3AB508462A30}" dt="2024-12-02T08:14:42.229" v="1944" actId="700"/>
          <ac:spMkLst>
            <pc:docMk/>
            <pc:sldMk cId="0" sldId="319"/>
            <ac:spMk id="518" creationId="{00000000-0000-0000-0000-000000000000}"/>
          </ac:spMkLst>
        </pc:spChg>
        <pc:spChg chg="mod ord">
          <ac:chgData name="林俊杰" userId="dcfdc803-95d8-409b-8404-351632be86e2" providerId="ADAL" clId="{B0C27D80-8AFD-054E-97C0-3AB508462A30}" dt="2024-12-02T08:14:45.709" v="1946" actId="21"/>
          <ac:spMkLst>
            <pc:docMk/>
            <pc:sldMk cId="0" sldId="319"/>
            <ac:spMk id="519" creationId="{00000000-0000-0000-0000-000000000000}"/>
          </ac:spMkLst>
        </pc:spChg>
        <pc:picChg chg="add mod">
          <ac:chgData name="林俊杰" userId="dcfdc803-95d8-409b-8404-351632be86e2" providerId="ADAL" clId="{B0C27D80-8AFD-054E-97C0-3AB508462A30}" dt="2024-12-03T13:16:41.394" v="2267" actId="1037"/>
          <ac:picMkLst>
            <pc:docMk/>
            <pc:sldMk cId="0" sldId="319"/>
            <ac:picMk id="6" creationId="{45AE2ED3-CC6E-C119-FA71-BDD9F060CA0B}"/>
          </ac:picMkLst>
        </pc:picChg>
        <pc:picChg chg="mod">
          <ac:chgData name="林俊杰" userId="dcfdc803-95d8-409b-8404-351632be86e2" providerId="ADAL" clId="{B0C27D80-8AFD-054E-97C0-3AB508462A30}" dt="2024-12-02T08:15:35.649" v="1975" actId="14100"/>
          <ac:picMkLst>
            <pc:docMk/>
            <pc:sldMk cId="0" sldId="319"/>
            <ac:picMk id="520" creationId="{00000000-0000-0000-0000-000000000000}"/>
          </ac:picMkLst>
        </pc:picChg>
        <pc:picChg chg="mod">
          <ac:chgData name="林俊杰" userId="dcfdc803-95d8-409b-8404-351632be86e2" providerId="ADAL" clId="{B0C27D80-8AFD-054E-97C0-3AB508462A30}" dt="2024-12-02T08:15:46.133" v="1976" actId="14100"/>
          <ac:picMkLst>
            <pc:docMk/>
            <pc:sldMk cId="0" sldId="319"/>
            <ac:picMk id="521" creationId="{00000000-0000-0000-0000-000000000000}"/>
          </ac:picMkLst>
        </pc:picChg>
      </pc:sldChg>
      <pc:sldChg chg="ord">
        <pc:chgData name="林俊杰" userId="dcfdc803-95d8-409b-8404-351632be86e2" providerId="ADAL" clId="{B0C27D80-8AFD-054E-97C0-3AB508462A30}" dt="2024-12-02T08:42:25.238" v="2169" actId="20578"/>
        <pc:sldMkLst>
          <pc:docMk/>
          <pc:sldMk cId="0" sldId="320"/>
        </pc:sldMkLst>
      </pc:sldChg>
      <pc:sldChg chg="del">
        <pc:chgData name="林俊杰" userId="dcfdc803-95d8-409b-8404-351632be86e2" providerId="ADAL" clId="{B0C27D80-8AFD-054E-97C0-3AB508462A30}" dt="2024-12-02T08:42:38.814" v="2170" actId="2696"/>
        <pc:sldMkLst>
          <pc:docMk/>
          <pc:sldMk cId="0" sldId="321"/>
        </pc:sldMkLst>
      </pc:sldChg>
      <pc:sldChg chg="add">
        <pc:chgData name="林俊杰" userId="dcfdc803-95d8-409b-8404-351632be86e2" providerId="ADAL" clId="{B0C27D80-8AFD-054E-97C0-3AB508462A30}" dt="2024-12-10T13:52:01.533" v="2287"/>
        <pc:sldMkLst>
          <pc:docMk/>
          <pc:sldMk cId="3542761455" sldId="322"/>
        </pc:sldMkLst>
      </pc:sldChg>
      <pc:sldChg chg="add">
        <pc:chgData name="林俊杰" userId="dcfdc803-95d8-409b-8404-351632be86e2" providerId="ADAL" clId="{B0C27D80-8AFD-054E-97C0-3AB508462A30}" dt="2024-12-10T13:52:01.533" v="2287"/>
        <pc:sldMkLst>
          <pc:docMk/>
          <pc:sldMk cId="808619229" sldId="323"/>
        </pc:sldMkLst>
      </pc:sldChg>
      <pc:sldChg chg="modSp mod">
        <pc:chgData name="林俊杰" userId="dcfdc803-95d8-409b-8404-351632be86e2" providerId="ADAL" clId="{B0C27D80-8AFD-054E-97C0-3AB508462A30}" dt="2024-12-02T05:35:12.091" v="1289" actId="404"/>
        <pc:sldMkLst>
          <pc:docMk/>
          <pc:sldMk cId="2303683108" sldId="324"/>
        </pc:sldMkLst>
        <pc:spChg chg="mod">
          <ac:chgData name="林俊杰" userId="dcfdc803-95d8-409b-8404-351632be86e2" providerId="ADAL" clId="{B0C27D80-8AFD-054E-97C0-3AB508462A30}" dt="2024-12-02T05:35:12.091" v="1289" actId="404"/>
          <ac:spMkLst>
            <pc:docMk/>
            <pc:sldMk cId="2303683108" sldId="324"/>
            <ac:spMk id="2" creationId="{8EC05765-BBF7-4815-9F39-589412337B33}"/>
          </ac:spMkLst>
        </pc:spChg>
      </pc:sldChg>
      <pc:sldChg chg="ord">
        <pc:chgData name="林俊杰" userId="dcfdc803-95d8-409b-8404-351632be86e2" providerId="ADAL" clId="{B0C27D80-8AFD-054E-97C0-3AB508462A30}" dt="2024-12-02T07:35:59.571" v="1415" actId="20578"/>
        <pc:sldMkLst>
          <pc:docMk/>
          <pc:sldMk cId="1791244278" sldId="327"/>
        </pc:sldMkLst>
      </pc:sldChg>
      <pc:sldChg chg="del">
        <pc:chgData name="林俊杰" userId="dcfdc803-95d8-409b-8404-351632be86e2" providerId="ADAL" clId="{B0C27D80-8AFD-054E-97C0-3AB508462A30}" dt="2024-12-02T05:35:25.040" v="1290" actId="2696"/>
        <pc:sldMkLst>
          <pc:docMk/>
          <pc:sldMk cId="2689525391" sldId="328"/>
        </pc:sldMkLst>
      </pc:sldChg>
      <pc:sldChg chg="add">
        <pc:chgData name="林俊杰" userId="dcfdc803-95d8-409b-8404-351632be86e2" providerId="ADAL" clId="{B0C27D80-8AFD-054E-97C0-3AB508462A30}" dt="2024-12-10T13:52:01.533" v="2287"/>
        <pc:sldMkLst>
          <pc:docMk/>
          <pc:sldMk cId="992301967" sldId="329"/>
        </pc:sldMkLst>
      </pc:sldChg>
      <pc:sldChg chg="del">
        <pc:chgData name="林俊杰" userId="dcfdc803-95d8-409b-8404-351632be86e2" providerId="ADAL" clId="{B0C27D80-8AFD-054E-97C0-3AB508462A30}" dt="2024-12-02T05:35:25.825" v="1291" actId="2696"/>
        <pc:sldMkLst>
          <pc:docMk/>
          <pc:sldMk cId="3250765538" sldId="329"/>
        </pc:sldMkLst>
      </pc:sldChg>
      <pc:sldChg chg="add">
        <pc:chgData name="林俊杰" userId="dcfdc803-95d8-409b-8404-351632be86e2" providerId="ADAL" clId="{B0C27D80-8AFD-054E-97C0-3AB508462A30}" dt="2024-12-10T13:52:01.533" v="2287"/>
        <pc:sldMkLst>
          <pc:docMk/>
          <pc:sldMk cId="1182794119" sldId="330"/>
        </pc:sldMkLst>
      </pc:sldChg>
      <pc:sldChg chg="add">
        <pc:chgData name="林俊杰" userId="dcfdc803-95d8-409b-8404-351632be86e2" providerId="ADAL" clId="{B0C27D80-8AFD-054E-97C0-3AB508462A30}" dt="2024-12-10T13:52:01.533" v="2287"/>
        <pc:sldMkLst>
          <pc:docMk/>
          <pc:sldMk cId="2468136592" sldId="331"/>
        </pc:sldMkLst>
      </pc:sldChg>
      <pc:sldChg chg="modSp del mod">
        <pc:chgData name="林俊杰" userId="dcfdc803-95d8-409b-8404-351632be86e2" providerId="ADAL" clId="{B0C27D80-8AFD-054E-97C0-3AB508462A30}" dt="2024-12-02T08:44:10.368" v="2216" actId="2696"/>
        <pc:sldMkLst>
          <pc:docMk/>
          <pc:sldMk cId="1584685297" sldId="336"/>
        </pc:sldMkLst>
      </pc:sldChg>
      <pc:sldChg chg="del">
        <pc:chgData name="林俊杰" userId="dcfdc803-95d8-409b-8404-351632be86e2" providerId="ADAL" clId="{B0C27D80-8AFD-054E-97C0-3AB508462A30}" dt="2024-12-02T05:35:48.376" v="1294" actId="2696"/>
        <pc:sldMkLst>
          <pc:docMk/>
          <pc:sldMk cId="1891404417" sldId="337"/>
        </pc:sldMkLst>
      </pc:sldChg>
      <pc:sldChg chg="del">
        <pc:chgData name="林俊杰" userId="dcfdc803-95d8-409b-8404-351632be86e2" providerId="ADAL" clId="{B0C27D80-8AFD-054E-97C0-3AB508462A30}" dt="2024-12-02T05:36:18.154" v="1300" actId="2696"/>
        <pc:sldMkLst>
          <pc:docMk/>
          <pc:sldMk cId="1480620536" sldId="338"/>
        </pc:sldMkLst>
      </pc:sldChg>
      <pc:sldChg chg="del">
        <pc:chgData name="林俊杰" userId="dcfdc803-95d8-409b-8404-351632be86e2" providerId="ADAL" clId="{B0C27D80-8AFD-054E-97C0-3AB508462A30}" dt="2024-12-02T08:44:13.824" v="2217" actId="2696"/>
        <pc:sldMkLst>
          <pc:docMk/>
          <pc:sldMk cId="2737687824" sldId="341"/>
        </pc:sldMkLst>
      </pc:sldChg>
      <pc:sldChg chg="del">
        <pc:chgData name="林俊杰" userId="dcfdc803-95d8-409b-8404-351632be86e2" providerId="ADAL" clId="{B0C27D80-8AFD-054E-97C0-3AB508462A30}" dt="2024-12-02T08:45:12.739" v="2230" actId="2696"/>
        <pc:sldMkLst>
          <pc:docMk/>
          <pc:sldMk cId="0" sldId="343"/>
        </pc:sldMkLst>
      </pc:sldChg>
      <pc:sldChg chg="addSp modSp mod">
        <pc:chgData name="林俊杰" userId="dcfdc803-95d8-409b-8404-351632be86e2" providerId="ADAL" clId="{B0C27D80-8AFD-054E-97C0-3AB508462A30}" dt="2024-12-02T05:28:36.369" v="1117" actId="1076"/>
        <pc:sldMkLst>
          <pc:docMk/>
          <pc:sldMk cId="1003914583" sldId="344"/>
        </pc:sldMkLst>
        <pc:spChg chg="mod">
          <ac:chgData name="林俊杰" userId="dcfdc803-95d8-409b-8404-351632be86e2" providerId="ADAL" clId="{B0C27D80-8AFD-054E-97C0-3AB508462A30}" dt="2024-12-02T05:28:25.887" v="1113" actId="14100"/>
          <ac:spMkLst>
            <pc:docMk/>
            <pc:sldMk cId="1003914583" sldId="344"/>
            <ac:spMk id="3" creationId="{67682900-8F4C-44B2-B27C-5D6B238DD70E}"/>
          </ac:spMkLst>
        </pc:spChg>
        <pc:spChg chg="mod">
          <ac:chgData name="林俊杰" userId="dcfdc803-95d8-409b-8404-351632be86e2" providerId="ADAL" clId="{B0C27D80-8AFD-054E-97C0-3AB508462A30}" dt="2024-12-02T05:06:48.557" v="603" actId="1076"/>
          <ac:spMkLst>
            <pc:docMk/>
            <pc:sldMk cId="1003914583" sldId="344"/>
            <ac:spMk id="6" creationId="{8C9964EA-95F7-4785-8901-264DE6D7B29B}"/>
          </ac:spMkLst>
        </pc:spChg>
        <pc:picChg chg="add mod">
          <ac:chgData name="林俊杰" userId="dcfdc803-95d8-409b-8404-351632be86e2" providerId="ADAL" clId="{B0C27D80-8AFD-054E-97C0-3AB508462A30}" dt="2024-12-02T05:28:23.514" v="1112" actId="14100"/>
          <ac:picMkLst>
            <pc:docMk/>
            <pc:sldMk cId="1003914583" sldId="344"/>
            <ac:picMk id="4" creationId="{D4EB398C-9DB0-11C7-1C81-B589305F63DA}"/>
          </ac:picMkLst>
        </pc:picChg>
        <pc:picChg chg="mod">
          <ac:chgData name="林俊杰" userId="dcfdc803-95d8-409b-8404-351632be86e2" providerId="ADAL" clId="{B0C27D80-8AFD-054E-97C0-3AB508462A30}" dt="2024-12-02T05:28:36.369" v="1117" actId="1076"/>
          <ac:picMkLst>
            <pc:docMk/>
            <pc:sldMk cId="1003914583" sldId="344"/>
            <ac:picMk id="5" creationId="{D404BB32-E433-4B71-A700-DA21CAA886C0}"/>
          </ac:picMkLst>
        </pc:picChg>
        <pc:picChg chg="mod">
          <ac:chgData name="林俊杰" userId="dcfdc803-95d8-409b-8404-351632be86e2" providerId="ADAL" clId="{B0C27D80-8AFD-054E-97C0-3AB508462A30}" dt="2024-12-02T05:28:31.391" v="1115" actId="1076"/>
          <ac:picMkLst>
            <pc:docMk/>
            <pc:sldMk cId="1003914583" sldId="344"/>
            <ac:picMk id="1026" creationId="{CAD93002-46A4-48AF-B0C9-0D642AA4362C}"/>
          </ac:picMkLst>
        </pc:picChg>
      </pc:sldChg>
      <pc:sldChg chg="addSp modSp new mod ord">
        <pc:chgData name="林俊杰" userId="dcfdc803-95d8-409b-8404-351632be86e2" providerId="ADAL" clId="{B0C27D80-8AFD-054E-97C0-3AB508462A30}" dt="2024-12-02T05:04:59.115" v="461" actId="20578"/>
        <pc:sldMkLst>
          <pc:docMk/>
          <pc:sldMk cId="2556301751" sldId="347"/>
        </pc:sldMkLst>
        <pc:spChg chg="mod">
          <ac:chgData name="林俊杰" userId="dcfdc803-95d8-409b-8404-351632be86e2" providerId="ADAL" clId="{B0C27D80-8AFD-054E-97C0-3AB508462A30}" dt="2024-12-02T04:59:03.084" v="1"/>
          <ac:spMkLst>
            <pc:docMk/>
            <pc:sldMk cId="2556301751" sldId="347"/>
            <ac:spMk id="2" creationId="{AF352AF4-4E44-762A-0188-5F430D337B4F}"/>
          </ac:spMkLst>
        </pc:spChg>
        <pc:spChg chg="mod">
          <ac:chgData name="林俊杰" userId="dcfdc803-95d8-409b-8404-351632be86e2" providerId="ADAL" clId="{B0C27D80-8AFD-054E-97C0-3AB508462A30}" dt="2024-12-02T05:00:01.437" v="172" actId="20577"/>
          <ac:spMkLst>
            <pc:docMk/>
            <pc:sldMk cId="2556301751" sldId="347"/>
            <ac:spMk id="3" creationId="{8D27AE96-556D-1CD9-201B-09E8177FA980}"/>
          </ac:spMkLst>
        </pc:spChg>
        <pc:picChg chg="add mod">
          <ac:chgData name="林俊杰" userId="dcfdc803-95d8-409b-8404-351632be86e2" providerId="ADAL" clId="{B0C27D80-8AFD-054E-97C0-3AB508462A30}" dt="2024-12-02T04:59:42.396" v="114" actId="1076"/>
          <ac:picMkLst>
            <pc:docMk/>
            <pc:sldMk cId="2556301751" sldId="347"/>
            <ac:picMk id="1026" creationId="{9166679D-97BF-E213-6490-F23488BF5DEF}"/>
          </ac:picMkLst>
        </pc:picChg>
      </pc:sldChg>
      <pc:sldChg chg="modSp new mod">
        <pc:chgData name="林俊杰" userId="dcfdc803-95d8-409b-8404-351632be86e2" providerId="ADAL" clId="{B0C27D80-8AFD-054E-97C0-3AB508462A30}" dt="2024-12-02T05:04:50.346" v="460" actId="20577"/>
        <pc:sldMkLst>
          <pc:docMk/>
          <pc:sldMk cId="3773399456" sldId="348"/>
        </pc:sldMkLst>
        <pc:spChg chg="mod">
          <ac:chgData name="林俊杰" userId="dcfdc803-95d8-409b-8404-351632be86e2" providerId="ADAL" clId="{B0C27D80-8AFD-054E-97C0-3AB508462A30}" dt="2024-12-02T05:00:33.305" v="174"/>
          <ac:spMkLst>
            <pc:docMk/>
            <pc:sldMk cId="3773399456" sldId="348"/>
            <ac:spMk id="2" creationId="{DF5416ED-3E26-F26D-169F-6E67AD77C215}"/>
          </ac:spMkLst>
        </pc:spChg>
        <pc:spChg chg="mod">
          <ac:chgData name="林俊杰" userId="dcfdc803-95d8-409b-8404-351632be86e2" providerId="ADAL" clId="{B0C27D80-8AFD-054E-97C0-3AB508462A30}" dt="2024-12-02T05:04:50.346" v="460" actId="20577"/>
          <ac:spMkLst>
            <pc:docMk/>
            <pc:sldMk cId="3773399456" sldId="348"/>
            <ac:spMk id="3" creationId="{E2CF2ABD-8332-A490-C765-6DC5D58B2C1C}"/>
          </ac:spMkLst>
        </pc:spChg>
      </pc:sldChg>
      <pc:sldChg chg="addSp modSp new mod">
        <pc:chgData name="林俊杰" userId="dcfdc803-95d8-409b-8404-351632be86e2" providerId="ADAL" clId="{B0C27D80-8AFD-054E-97C0-3AB508462A30}" dt="2024-12-02T05:33:51.539" v="1281" actId="404"/>
        <pc:sldMkLst>
          <pc:docMk/>
          <pc:sldMk cId="3045286535" sldId="349"/>
        </pc:sldMkLst>
        <pc:spChg chg="mod">
          <ac:chgData name="林俊杰" userId="dcfdc803-95d8-409b-8404-351632be86e2" providerId="ADAL" clId="{B0C27D80-8AFD-054E-97C0-3AB508462A30}" dt="2024-12-02T05:05:35.732" v="465"/>
          <ac:spMkLst>
            <pc:docMk/>
            <pc:sldMk cId="3045286535" sldId="349"/>
            <ac:spMk id="2" creationId="{37EA458F-B23D-8E7C-D76F-7BB61E8784B8}"/>
          </ac:spMkLst>
        </pc:spChg>
        <pc:spChg chg="mod">
          <ac:chgData name="林俊杰" userId="dcfdc803-95d8-409b-8404-351632be86e2" providerId="ADAL" clId="{B0C27D80-8AFD-054E-97C0-3AB508462A30}" dt="2024-12-02T05:09:24.450" v="761" actId="20577"/>
          <ac:spMkLst>
            <pc:docMk/>
            <pc:sldMk cId="3045286535" sldId="349"/>
            <ac:spMk id="3" creationId="{540158FB-AC9C-AF48-BB48-6AC42A9A0ECB}"/>
          </ac:spMkLst>
        </pc:spChg>
        <pc:spChg chg="add mod">
          <ac:chgData name="林俊杰" userId="dcfdc803-95d8-409b-8404-351632be86e2" providerId="ADAL" clId="{B0C27D80-8AFD-054E-97C0-3AB508462A30}" dt="2024-12-02T05:33:51.539" v="1281" actId="404"/>
          <ac:spMkLst>
            <pc:docMk/>
            <pc:sldMk cId="3045286535" sldId="349"/>
            <ac:spMk id="5" creationId="{CECC1AC3-01D2-D9F2-BC0D-BD221395E216}"/>
          </ac:spMkLst>
        </pc:spChg>
        <pc:picChg chg="add mod">
          <ac:chgData name="林俊杰" userId="dcfdc803-95d8-409b-8404-351632be86e2" providerId="ADAL" clId="{B0C27D80-8AFD-054E-97C0-3AB508462A30}" dt="2024-12-02T05:33:43.046" v="1277" actId="1076"/>
          <ac:picMkLst>
            <pc:docMk/>
            <pc:sldMk cId="3045286535" sldId="349"/>
            <ac:picMk id="2050" creationId="{A78F5695-1335-81AB-B6B2-D0A71416D9AC}"/>
          </ac:picMkLst>
        </pc:picChg>
        <pc:picChg chg="add mod">
          <ac:chgData name="林俊杰" userId="dcfdc803-95d8-409b-8404-351632be86e2" providerId="ADAL" clId="{B0C27D80-8AFD-054E-97C0-3AB508462A30}" dt="2024-12-02T05:33:44.713" v="1278" actId="1076"/>
          <ac:picMkLst>
            <pc:docMk/>
            <pc:sldMk cId="3045286535" sldId="349"/>
            <ac:picMk id="2052" creationId="{3FDEE8BC-032E-F2FE-90CA-8A51B8EC2F3B}"/>
          </ac:picMkLst>
        </pc:picChg>
      </pc:sldChg>
      <pc:sldChg chg="new del">
        <pc:chgData name="林俊杰" userId="dcfdc803-95d8-409b-8404-351632be86e2" providerId="ADAL" clId="{B0C27D80-8AFD-054E-97C0-3AB508462A30}" dt="2024-12-02T05:05:24.274" v="463" actId="2696"/>
        <pc:sldMkLst>
          <pc:docMk/>
          <pc:sldMk cId="3915169796" sldId="349"/>
        </pc:sldMkLst>
      </pc:sldChg>
      <pc:sldChg chg="addSp modSp new mod">
        <pc:chgData name="林俊杰" userId="dcfdc803-95d8-409b-8404-351632be86e2" providerId="ADAL" clId="{B0C27D80-8AFD-054E-97C0-3AB508462A30}" dt="2024-12-02T05:31:24.261" v="1191" actId="14100"/>
        <pc:sldMkLst>
          <pc:docMk/>
          <pc:sldMk cId="3664077661" sldId="350"/>
        </pc:sldMkLst>
        <pc:spChg chg="mod">
          <ac:chgData name="林俊杰" userId="dcfdc803-95d8-409b-8404-351632be86e2" providerId="ADAL" clId="{B0C27D80-8AFD-054E-97C0-3AB508462A30}" dt="2024-12-02T05:23:50.148" v="770"/>
          <ac:spMkLst>
            <pc:docMk/>
            <pc:sldMk cId="3664077661" sldId="350"/>
            <ac:spMk id="2" creationId="{05C63681-C945-3C3C-480D-0312C1071B0D}"/>
          </ac:spMkLst>
        </pc:spChg>
        <pc:spChg chg="mod">
          <ac:chgData name="林俊杰" userId="dcfdc803-95d8-409b-8404-351632be86e2" providerId="ADAL" clId="{B0C27D80-8AFD-054E-97C0-3AB508462A30}" dt="2024-12-02T05:31:20.384" v="1190" actId="20577"/>
          <ac:spMkLst>
            <pc:docMk/>
            <pc:sldMk cId="3664077661" sldId="350"/>
            <ac:spMk id="3" creationId="{0B3B12DA-6EBB-9B02-9022-08793B20318F}"/>
          </ac:spMkLst>
        </pc:spChg>
        <pc:picChg chg="add mod">
          <ac:chgData name="林俊杰" userId="dcfdc803-95d8-409b-8404-351632be86e2" providerId="ADAL" clId="{B0C27D80-8AFD-054E-97C0-3AB508462A30}" dt="2024-12-02T05:31:24.261" v="1191" actId="14100"/>
          <ac:picMkLst>
            <pc:docMk/>
            <pc:sldMk cId="3664077661" sldId="350"/>
            <ac:picMk id="3074" creationId="{19BF8A04-112A-1896-55D8-78F62F3B69B9}"/>
          </ac:picMkLst>
        </pc:picChg>
      </pc:sldChg>
      <pc:sldChg chg="addSp modSp new mod">
        <pc:chgData name="林俊杰" userId="dcfdc803-95d8-409b-8404-351632be86e2" providerId="ADAL" clId="{B0C27D80-8AFD-054E-97C0-3AB508462A30}" dt="2024-12-02T05:34:37.268" v="1284" actId="1076"/>
        <pc:sldMkLst>
          <pc:docMk/>
          <pc:sldMk cId="1296508500" sldId="351"/>
        </pc:sldMkLst>
        <pc:spChg chg="mod">
          <ac:chgData name="林俊杰" userId="dcfdc803-95d8-409b-8404-351632be86e2" providerId="ADAL" clId="{B0C27D80-8AFD-054E-97C0-3AB508462A30}" dt="2024-12-02T05:31:44.517" v="1193"/>
          <ac:spMkLst>
            <pc:docMk/>
            <pc:sldMk cId="1296508500" sldId="351"/>
            <ac:spMk id="2" creationId="{50FF243E-E0C2-FD41-E240-693D13B39FB2}"/>
          </ac:spMkLst>
        </pc:spChg>
        <pc:spChg chg="mod">
          <ac:chgData name="林俊杰" userId="dcfdc803-95d8-409b-8404-351632be86e2" providerId="ADAL" clId="{B0C27D80-8AFD-054E-97C0-3AB508462A30}" dt="2024-12-02T05:32:52.862" v="1274" actId="20577"/>
          <ac:spMkLst>
            <pc:docMk/>
            <pc:sldMk cId="1296508500" sldId="351"/>
            <ac:spMk id="3" creationId="{2CD8FFC8-3B8A-39F1-7AFE-31A716BC0645}"/>
          </ac:spMkLst>
        </pc:spChg>
        <pc:picChg chg="add mod">
          <ac:chgData name="林俊杰" userId="dcfdc803-95d8-409b-8404-351632be86e2" providerId="ADAL" clId="{B0C27D80-8AFD-054E-97C0-3AB508462A30}" dt="2024-12-02T05:34:37.268" v="1284" actId="1076"/>
          <ac:picMkLst>
            <pc:docMk/>
            <pc:sldMk cId="1296508500" sldId="351"/>
            <ac:picMk id="4098" creationId="{0F0627BA-2E1C-1A6A-72F8-820361A76DBC}"/>
          </ac:picMkLst>
        </pc:picChg>
      </pc:sldChg>
      <pc:sldChg chg="addSp delSp modSp new del mod modClrScheme chgLayout">
        <pc:chgData name="林俊杰" userId="dcfdc803-95d8-409b-8404-351632be86e2" providerId="ADAL" clId="{B0C27D80-8AFD-054E-97C0-3AB508462A30}" dt="2024-12-02T08:29:19.151" v="2066" actId="2696"/>
        <pc:sldMkLst>
          <pc:docMk/>
          <pc:sldMk cId="3602183042" sldId="352"/>
        </pc:sldMkLst>
      </pc:sldChg>
      <pc:sldChg chg="addSp modSp new mod">
        <pc:chgData name="林俊杰" userId="dcfdc803-95d8-409b-8404-351632be86e2" providerId="ADAL" clId="{B0C27D80-8AFD-054E-97C0-3AB508462A30}" dt="2024-12-02T07:46:34.796" v="1655" actId="1076"/>
        <pc:sldMkLst>
          <pc:docMk/>
          <pc:sldMk cId="644063774" sldId="353"/>
        </pc:sldMkLst>
        <pc:spChg chg="mod">
          <ac:chgData name="林俊杰" userId="dcfdc803-95d8-409b-8404-351632be86e2" providerId="ADAL" clId="{B0C27D80-8AFD-054E-97C0-3AB508462A30}" dt="2024-12-02T06:23:43.614" v="1327"/>
          <ac:spMkLst>
            <pc:docMk/>
            <pc:sldMk cId="644063774" sldId="353"/>
            <ac:spMk id="2" creationId="{A18923F1-E610-B37A-B40D-7AFFE232FC93}"/>
          </ac:spMkLst>
        </pc:spChg>
        <pc:spChg chg="mod">
          <ac:chgData name="林俊杰" userId="dcfdc803-95d8-409b-8404-351632be86e2" providerId="ADAL" clId="{B0C27D80-8AFD-054E-97C0-3AB508462A30}" dt="2024-12-02T06:24:54.711" v="1377"/>
          <ac:spMkLst>
            <pc:docMk/>
            <pc:sldMk cId="644063774" sldId="353"/>
            <ac:spMk id="3" creationId="{6A854ACD-C9F8-B6BE-02B9-C728A135844C}"/>
          </ac:spMkLst>
        </pc:spChg>
        <pc:spChg chg="add mod">
          <ac:chgData name="林俊杰" userId="dcfdc803-95d8-409b-8404-351632be86e2" providerId="ADAL" clId="{B0C27D80-8AFD-054E-97C0-3AB508462A30}" dt="2024-12-02T07:46:10.227" v="1637" actId="1076"/>
          <ac:spMkLst>
            <pc:docMk/>
            <pc:sldMk cId="644063774" sldId="353"/>
            <ac:spMk id="5" creationId="{D2B09555-5427-71BC-B672-81BA52C560B2}"/>
          </ac:spMkLst>
        </pc:spChg>
        <pc:spChg chg="add mod">
          <ac:chgData name="林俊杰" userId="dcfdc803-95d8-409b-8404-351632be86e2" providerId="ADAL" clId="{B0C27D80-8AFD-054E-97C0-3AB508462A30}" dt="2024-12-02T07:46:34.796" v="1655" actId="1076"/>
          <ac:spMkLst>
            <pc:docMk/>
            <pc:sldMk cId="644063774" sldId="353"/>
            <ac:spMk id="6" creationId="{E485EEFD-A016-3A7E-A336-D5C141334A5B}"/>
          </ac:spMkLst>
        </pc:spChg>
        <pc:picChg chg="add mod">
          <ac:chgData name="林俊杰" userId="dcfdc803-95d8-409b-8404-351632be86e2" providerId="ADAL" clId="{B0C27D80-8AFD-054E-97C0-3AB508462A30}" dt="2024-12-02T07:44:47.115" v="1597" actId="208"/>
          <ac:picMkLst>
            <pc:docMk/>
            <pc:sldMk cId="644063774" sldId="353"/>
            <ac:picMk id="4" creationId="{51032687-F361-CD12-C706-B0C4AFA532AB}"/>
          </ac:picMkLst>
        </pc:picChg>
        <pc:picChg chg="add mod">
          <ac:chgData name="林俊杰" userId="dcfdc803-95d8-409b-8404-351632be86e2" providerId="ADAL" clId="{B0C27D80-8AFD-054E-97C0-3AB508462A30}" dt="2024-12-02T07:46:14.340" v="1638" actId="208"/>
          <ac:picMkLst>
            <pc:docMk/>
            <pc:sldMk cId="644063774" sldId="353"/>
            <ac:picMk id="7" creationId="{142377F0-9156-D825-B68A-BF36A868FE4F}"/>
          </ac:picMkLst>
        </pc:picChg>
      </pc:sldChg>
      <pc:sldChg chg="addSp delSp modSp new mod modClrScheme chgLayout">
        <pc:chgData name="林俊杰" userId="dcfdc803-95d8-409b-8404-351632be86e2" providerId="ADAL" clId="{B0C27D80-8AFD-054E-97C0-3AB508462A30}" dt="2024-12-02T08:01:34.906" v="1751" actId="20577"/>
        <pc:sldMkLst>
          <pc:docMk/>
          <pc:sldMk cId="3073400525" sldId="354"/>
        </pc:sldMkLst>
        <pc:spChg chg="mod ord">
          <ac:chgData name="林俊杰" userId="dcfdc803-95d8-409b-8404-351632be86e2" providerId="ADAL" clId="{B0C27D80-8AFD-054E-97C0-3AB508462A30}" dt="2024-12-02T08:01:34.906" v="1751" actId="20577"/>
          <ac:spMkLst>
            <pc:docMk/>
            <pc:sldMk cId="3073400525" sldId="354"/>
            <ac:spMk id="2" creationId="{11716A59-B201-5AB9-2AFC-CCF106C1C63E}"/>
          </ac:spMkLst>
        </pc:spChg>
        <pc:spChg chg="mod ord">
          <ac:chgData name="林俊杰" userId="dcfdc803-95d8-409b-8404-351632be86e2" providerId="ADAL" clId="{B0C27D80-8AFD-054E-97C0-3AB508462A30}" dt="2024-12-02T07:53:15.270" v="1695" actId="255"/>
          <ac:spMkLst>
            <pc:docMk/>
            <pc:sldMk cId="3073400525" sldId="354"/>
            <ac:spMk id="3" creationId="{0591A91D-BF6A-2D84-91D0-B00FAD62006A}"/>
          </ac:spMkLst>
        </pc:spChg>
        <pc:spChg chg="add mod ord">
          <ac:chgData name="林俊杰" userId="dcfdc803-95d8-409b-8404-351632be86e2" providerId="ADAL" clId="{B0C27D80-8AFD-054E-97C0-3AB508462A30}" dt="2024-12-02T07:53:20.531" v="1697" actId="404"/>
          <ac:spMkLst>
            <pc:docMk/>
            <pc:sldMk cId="3073400525" sldId="354"/>
            <ac:spMk id="7" creationId="{25149E2A-A648-F8F5-DB50-56BFDF64313A}"/>
          </ac:spMkLst>
        </pc:spChg>
        <pc:spChg chg="add mod">
          <ac:chgData name="林俊杰" userId="dcfdc803-95d8-409b-8404-351632be86e2" providerId="ADAL" clId="{B0C27D80-8AFD-054E-97C0-3AB508462A30}" dt="2024-12-02T07:43:26.537" v="1581" actId="1076"/>
          <ac:spMkLst>
            <pc:docMk/>
            <pc:sldMk cId="3073400525" sldId="354"/>
            <ac:spMk id="9" creationId="{170F0BC1-43D8-37BD-BA49-281F6A5BED38}"/>
          </ac:spMkLst>
        </pc:spChg>
      </pc:sldChg>
      <pc:sldChg chg="addSp delSp modSp new mod modClrScheme chgLayout">
        <pc:chgData name="林俊杰" userId="dcfdc803-95d8-409b-8404-351632be86e2" providerId="ADAL" clId="{B0C27D80-8AFD-054E-97C0-3AB508462A30}" dt="2024-12-02T08:01:42.531" v="1753" actId="20577"/>
        <pc:sldMkLst>
          <pc:docMk/>
          <pc:sldMk cId="2015854719" sldId="355"/>
        </pc:sldMkLst>
        <pc:spChg chg="add mod ord">
          <ac:chgData name="林俊杰" userId="dcfdc803-95d8-409b-8404-351632be86e2" providerId="ADAL" clId="{B0C27D80-8AFD-054E-97C0-3AB508462A30}" dt="2024-12-02T08:01:42.531" v="1753" actId="20577"/>
          <ac:spMkLst>
            <pc:docMk/>
            <pc:sldMk cId="2015854719" sldId="355"/>
            <ac:spMk id="5" creationId="{AC7C5AB5-6AAC-A962-1C90-46B00B5E1DFA}"/>
          </ac:spMkLst>
        </pc:spChg>
        <pc:spChg chg="add mod ord">
          <ac:chgData name="林俊杰" userId="dcfdc803-95d8-409b-8404-351632be86e2" providerId="ADAL" clId="{B0C27D80-8AFD-054E-97C0-3AB508462A30}" dt="2024-12-02T07:54:23.224" v="1711" actId="20577"/>
          <ac:spMkLst>
            <pc:docMk/>
            <pc:sldMk cId="2015854719" sldId="355"/>
            <ac:spMk id="6" creationId="{CCFEACEE-15A6-2BDC-B6A9-FF959669CC34}"/>
          </ac:spMkLst>
        </pc:spChg>
        <pc:spChg chg="add mod">
          <ac:chgData name="林俊杰" userId="dcfdc803-95d8-409b-8404-351632be86e2" providerId="ADAL" clId="{B0C27D80-8AFD-054E-97C0-3AB508462A30}" dt="2024-12-02T07:59:58.028" v="1722" actId="14100"/>
          <ac:spMkLst>
            <pc:docMk/>
            <pc:sldMk cId="2015854719" sldId="355"/>
            <ac:spMk id="8" creationId="{23D2A82D-9D39-F837-CC7F-04608E06B4FA}"/>
          </ac:spMkLst>
        </pc:spChg>
        <pc:picChg chg="add mod">
          <ac:chgData name="林俊杰" userId="dcfdc803-95d8-409b-8404-351632be86e2" providerId="ADAL" clId="{B0C27D80-8AFD-054E-97C0-3AB508462A30}" dt="2024-12-02T08:00:04.492" v="1726" actId="1076"/>
          <ac:picMkLst>
            <pc:docMk/>
            <pc:sldMk cId="2015854719" sldId="355"/>
            <ac:picMk id="5122" creationId="{8071A671-F433-7702-82DA-E5EB0E2001AE}"/>
          </ac:picMkLst>
        </pc:picChg>
        <pc:picChg chg="add mod">
          <ac:chgData name="林俊杰" userId="dcfdc803-95d8-409b-8404-351632be86e2" providerId="ADAL" clId="{B0C27D80-8AFD-054E-97C0-3AB508462A30}" dt="2024-12-02T08:00:06.355" v="1727" actId="14100"/>
          <ac:picMkLst>
            <pc:docMk/>
            <pc:sldMk cId="2015854719" sldId="355"/>
            <ac:picMk id="5124" creationId="{CFB05FE3-58E4-DF85-3EFB-6B6E29D2650D}"/>
          </ac:picMkLst>
        </pc:picChg>
      </pc:sldChg>
      <pc:sldChg chg="modSp new del mod">
        <pc:chgData name="林俊杰" userId="dcfdc803-95d8-409b-8404-351632be86e2" providerId="ADAL" clId="{B0C27D80-8AFD-054E-97C0-3AB508462A30}" dt="2024-12-02T08:29:21.403" v="2067" actId="2696"/>
        <pc:sldMkLst>
          <pc:docMk/>
          <pc:sldMk cId="1594008125" sldId="356"/>
        </pc:sldMkLst>
      </pc:sldChg>
      <pc:sldChg chg="add">
        <pc:chgData name="林俊杰" userId="dcfdc803-95d8-409b-8404-351632be86e2" providerId="ADAL" clId="{B0C27D80-8AFD-054E-97C0-3AB508462A30}" dt="2024-12-10T13:57:31.453" v="2345"/>
        <pc:sldMkLst>
          <pc:docMk/>
          <pc:sldMk cId="1481492709" sldId="376"/>
        </pc:sldMkLst>
      </pc:sldChg>
      <pc:sldChg chg="add">
        <pc:chgData name="林俊杰" userId="dcfdc803-95d8-409b-8404-351632be86e2" providerId="ADAL" clId="{B0C27D80-8AFD-054E-97C0-3AB508462A30}" dt="2024-12-10T13:57:04.463" v="2343"/>
        <pc:sldMkLst>
          <pc:docMk/>
          <pc:sldMk cId="2825496345" sldId="377"/>
        </pc:sldMkLst>
      </pc:sldChg>
      <pc:sldChg chg="addSp delSp modSp add mod">
        <pc:chgData name="林俊杰" userId="dcfdc803-95d8-409b-8404-351632be86e2" providerId="ADAL" clId="{B0C27D80-8AFD-054E-97C0-3AB508462A30}" dt="2024-12-02T08:47:03.883" v="2253" actId="1076"/>
        <pc:sldMkLst>
          <pc:docMk/>
          <pc:sldMk cId="145234026" sldId="485"/>
        </pc:sldMkLst>
        <pc:spChg chg="mod">
          <ac:chgData name="林俊杰" userId="dcfdc803-95d8-409b-8404-351632be86e2" providerId="ADAL" clId="{B0C27D80-8AFD-054E-97C0-3AB508462A30}" dt="2024-12-02T08:29:27.913" v="2071" actId="20577"/>
          <ac:spMkLst>
            <pc:docMk/>
            <pc:sldMk cId="145234026" sldId="485"/>
            <ac:spMk id="3" creationId="{A776F47A-8C23-4211-8FDB-BCB6185FA2B2}"/>
          </ac:spMkLst>
        </pc:spChg>
        <pc:picChg chg="add mod">
          <ac:chgData name="林俊杰" userId="dcfdc803-95d8-409b-8404-351632be86e2" providerId="ADAL" clId="{B0C27D80-8AFD-054E-97C0-3AB508462A30}" dt="2024-12-02T08:47:03.883" v="2253" actId="1076"/>
          <ac:picMkLst>
            <pc:docMk/>
            <pc:sldMk cId="145234026" sldId="485"/>
            <ac:picMk id="10242" creationId="{DD01FD21-B289-B31F-78BC-A4B650A45053}"/>
          </ac:picMkLst>
        </pc:picChg>
      </pc:sldChg>
      <pc:sldChg chg="addSp delSp modSp new mod chgLayout">
        <pc:chgData name="林俊杰" userId="dcfdc803-95d8-409b-8404-351632be86e2" providerId="ADAL" clId="{B0C27D80-8AFD-054E-97C0-3AB508462A30}" dt="2024-12-02T08:02:04.657" v="1765" actId="478"/>
        <pc:sldMkLst>
          <pc:docMk/>
          <pc:sldMk cId="184572167" sldId="486"/>
        </pc:sldMkLst>
        <pc:spChg chg="mod ord">
          <ac:chgData name="林俊杰" userId="dcfdc803-95d8-409b-8404-351632be86e2" providerId="ADAL" clId="{B0C27D80-8AFD-054E-97C0-3AB508462A30}" dt="2024-12-02T08:01:59.406" v="1762" actId="700"/>
          <ac:spMkLst>
            <pc:docMk/>
            <pc:sldMk cId="184572167" sldId="486"/>
            <ac:spMk id="2" creationId="{5054A3D6-21EE-0AB4-D6EF-4B9EDEB4A2AA}"/>
          </ac:spMkLst>
        </pc:spChg>
        <pc:picChg chg="add mod">
          <ac:chgData name="林俊杰" userId="dcfdc803-95d8-409b-8404-351632be86e2" providerId="ADAL" clId="{B0C27D80-8AFD-054E-97C0-3AB508462A30}" dt="2024-12-02T08:02:01.082" v="1763" actId="1076"/>
          <ac:picMkLst>
            <pc:docMk/>
            <pc:sldMk cId="184572167" sldId="486"/>
            <ac:picMk id="6146" creationId="{8C5AE99B-3AF8-C9A8-BADF-FEAC4F9261F7}"/>
          </ac:picMkLst>
        </pc:picChg>
      </pc:sldChg>
      <pc:sldChg chg="modSp new mod">
        <pc:chgData name="林俊杰" userId="dcfdc803-95d8-409b-8404-351632be86e2" providerId="ADAL" clId="{B0C27D80-8AFD-054E-97C0-3AB508462A30}" dt="2024-12-02T08:02:32.610" v="1789" actId="20577"/>
        <pc:sldMkLst>
          <pc:docMk/>
          <pc:sldMk cId="3256362259" sldId="487"/>
        </pc:sldMkLst>
        <pc:spChg chg="mod">
          <ac:chgData name="林俊杰" userId="dcfdc803-95d8-409b-8404-351632be86e2" providerId="ADAL" clId="{B0C27D80-8AFD-054E-97C0-3AB508462A30}" dt="2024-12-02T08:02:14.332" v="1780" actId="20577"/>
          <ac:spMkLst>
            <pc:docMk/>
            <pc:sldMk cId="3256362259" sldId="487"/>
            <ac:spMk id="2" creationId="{FEA5CEB0-089D-3D79-6613-83855FDE9C4B}"/>
          </ac:spMkLst>
        </pc:spChg>
        <pc:spChg chg="mod">
          <ac:chgData name="林俊杰" userId="dcfdc803-95d8-409b-8404-351632be86e2" providerId="ADAL" clId="{B0C27D80-8AFD-054E-97C0-3AB508462A30}" dt="2024-12-02T08:02:32.610" v="1789" actId="20577"/>
          <ac:spMkLst>
            <pc:docMk/>
            <pc:sldMk cId="3256362259" sldId="487"/>
            <ac:spMk id="3" creationId="{4A7D6F13-1B08-8ED2-D774-16BA875047BE}"/>
          </ac:spMkLst>
        </pc:spChg>
      </pc:sldChg>
      <pc:sldChg chg="addSp delSp modSp new mod modClrScheme chgLayout">
        <pc:chgData name="林俊杰" userId="dcfdc803-95d8-409b-8404-351632be86e2" providerId="ADAL" clId="{B0C27D80-8AFD-054E-97C0-3AB508462A30}" dt="2024-12-02T08:03:57.656" v="1803" actId="1076"/>
        <pc:sldMkLst>
          <pc:docMk/>
          <pc:sldMk cId="3518554111" sldId="488"/>
        </pc:sldMkLst>
        <pc:spChg chg="add mod ord">
          <ac:chgData name="林俊杰" userId="dcfdc803-95d8-409b-8404-351632be86e2" providerId="ADAL" clId="{B0C27D80-8AFD-054E-97C0-3AB508462A30}" dt="2024-12-02T08:03:31.076" v="1796"/>
          <ac:spMkLst>
            <pc:docMk/>
            <pc:sldMk cId="3518554111" sldId="488"/>
            <ac:spMk id="4" creationId="{D57E6C31-9605-51FB-6655-56A078C53F3F}"/>
          </ac:spMkLst>
        </pc:spChg>
        <pc:spChg chg="add mod ord">
          <ac:chgData name="林俊杰" userId="dcfdc803-95d8-409b-8404-351632be86e2" providerId="ADAL" clId="{B0C27D80-8AFD-054E-97C0-3AB508462A30}" dt="2024-12-02T08:03:43.220" v="1799" actId="5793"/>
          <ac:spMkLst>
            <pc:docMk/>
            <pc:sldMk cId="3518554111" sldId="488"/>
            <ac:spMk id="5" creationId="{DCCA1747-AD53-44FB-44B5-CA19594AF2FA}"/>
          </ac:spMkLst>
        </pc:spChg>
        <pc:picChg chg="add mod">
          <ac:chgData name="林俊杰" userId="dcfdc803-95d8-409b-8404-351632be86e2" providerId="ADAL" clId="{B0C27D80-8AFD-054E-97C0-3AB508462A30}" dt="2024-12-02T08:03:57.656" v="1803" actId="1076"/>
          <ac:picMkLst>
            <pc:docMk/>
            <pc:sldMk cId="3518554111" sldId="488"/>
            <ac:picMk id="7170" creationId="{260C7B25-9CF7-446D-C007-3C0E14101A56}"/>
          </ac:picMkLst>
        </pc:picChg>
      </pc:sldChg>
      <pc:sldChg chg="modSp new mod">
        <pc:chgData name="林俊杰" userId="dcfdc803-95d8-409b-8404-351632be86e2" providerId="ADAL" clId="{B0C27D80-8AFD-054E-97C0-3AB508462A30}" dt="2024-12-02T08:23:25.931" v="2004" actId="27636"/>
        <pc:sldMkLst>
          <pc:docMk/>
          <pc:sldMk cId="3457227834" sldId="489"/>
        </pc:sldMkLst>
        <pc:spChg chg="mod">
          <ac:chgData name="林俊杰" userId="dcfdc803-95d8-409b-8404-351632be86e2" providerId="ADAL" clId="{B0C27D80-8AFD-054E-97C0-3AB508462A30}" dt="2024-12-02T08:07:54.785" v="1806"/>
          <ac:spMkLst>
            <pc:docMk/>
            <pc:sldMk cId="3457227834" sldId="489"/>
            <ac:spMk id="2" creationId="{2FF96BA2-7685-4006-8E8E-72124280AF95}"/>
          </ac:spMkLst>
        </pc:spChg>
        <pc:spChg chg="mod">
          <ac:chgData name="林俊杰" userId="dcfdc803-95d8-409b-8404-351632be86e2" providerId="ADAL" clId="{B0C27D80-8AFD-054E-97C0-3AB508462A30}" dt="2024-12-02T08:23:25.931" v="2004" actId="27636"/>
          <ac:spMkLst>
            <pc:docMk/>
            <pc:sldMk cId="3457227834" sldId="489"/>
            <ac:spMk id="3" creationId="{4AADEBD5-92BD-3772-5AA0-4AA669199FE8}"/>
          </ac:spMkLst>
        </pc:spChg>
      </pc:sldChg>
      <pc:sldChg chg="modSp new mod">
        <pc:chgData name="林俊杰" userId="dcfdc803-95d8-409b-8404-351632be86e2" providerId="ADAL" clId="{B0C27D80-8AFD-054E-97C0-3AB508462A30}" dt="2024-12-02T08:13:09.031" v="1905" actId="20577"/>
        <pc:sldMkLst>
          <pc:docMk/>
          <pc:sldMk cId="3129317944" sldId="490"/>
        </pc:sldMkLst>
        <pc:spChg chg="mod">
          <ac:chgData name="林俊杰" userId="dcfdc803-95d8-409b-8404-351632be86e2" providerId="ADAL" clId="{B0C27D80-8AFD-054E-97C0-3AB508462A30}" dt="2024-12-02T08:12:31.192" v="1897"/>
          <ac:spMkLst>
            <pc:docMk/>
            <pc:sldMk cId="3129317944" sldId="490"/>
            <ac:spMk id="2" creationId="{AA7EDD0A-7DAE-A1BD-EBEF-F7947D8FB0D0}"/>
          </ac:spMkLst>
        </pc:spChg>
        <pc:spChg chg="mod">
          <ac:chgData name="林俊杰" userId="dcfdc803-95d8-409b-8404-351632be86e2" providerId="ADAL" clId="{B0C27D80-8AFD-054E-97C0-3AB508462A30}" dt="2024-12-02T08:13:09.031" v="1905" actId="20577"/>
          <ac:spMkLst>
            <pc:docMk/>
            <pc:sldMk cId="3129317944" sldId="490"/>
            <ac:spMk id="3" creationId="{030BBB14-D828-335E-8735-176EF9215353}"/>
          </ac:spMkLst>
        </pc:spChg>
      </pc:sldChg>
      <pc:sldChg chg="new del">
        <pc:chgData name="林俊杰" userId="dcfdc803-95d8-409b-8404-351632be86e2" providerId="ADAL" clId="{B0C27D80-8AFD-054E-97C0-3AB508462A30}" dt="2024-12-02T08:13:50.187" v="1909" actId="2696"/>
        <pc:sldMkLst>
          <pc:docMk/>
          <pc:sldMk cId="367297149" sldId="491"/>
        </pc:sldMkLst>
      </pc:sldChg>
      <pc:sldChg chg="addSp delSp modSp new mod modClrScheme chgLayout">
        <pc:chgData name="林俊杰" userId="dcfdc803-95d8-409b-8404-351632be86e2" providerId="ADAL" clId="{B0C27D80-8AFD-054E-97C0-3AB508462A30}" dt="2024-12-02T08:34:23.669" v="2120" actId="20577"/>
        <pc:sldMkLst>
          <pc:docMk/>
          <pc:sldMk cId="4270455364" sldId="491"/>
        </pc:sldMkLst>
        <pc:spChg chg="add mod ord">
          <ac:chgData name="林俊杰" userId="dcfdc803-95d8-409b-8404-351632be86e2" providerId="ADAL" clId="{B0C27D80-8AFD-054E-97C0-3AB508462A30}" dt="2024-12-02T08:34:23.669" v="2120" actId="20577"/>
          <ac:spMkLst>
            <pc:docMk/>
            <pc:sldMk cId="4270455364" sldId="491"/>
            <ac:spMk id="7" creationId="{20E749CF-B86D-AC9D-F1DC-92E22C800F3C}"/>
          </ac:spMkLst>
        </pc:spChg>
        <pc:spChg chg="add mod ord">
          <ac:chgData name="林俊杰" userId="dcfdc803-95d8-409b-8404-351632be86e2" providerId="ADAL" clId="{B0C27D80-8AFD-054E-97C0-3AB508462A30}" dt="2024-12-02T08:33:53.441" v="2099" actId="21"/>
          <ac:spMkLst>
            <pc:docMk/>
            <pc:sldMk cId="4270455364" sldId="491"/>
            <ac:spMk id="8" creationId="{97565EE4-FAAC-5527-BD18-1CB7FCAA2267}"/>
          </ac:spMkLst>
        </pc:spChg>
        <pc:picChg chg="add mod">
          <ac:chgData name="林俊杰" userId="dcfdc803-95d8-409b-8404-351632be86e2" providerId="ADAL" clId="{B0C27D80-8AFD-054E-97C0-3AB508462A30}" dt="2024-12-02T08:34:14.410" v="2113" actId="14100"/>
          <ac:picMkLst>
            <pc:docMk/>
            <pc:sldMk cId="4270455364" sldId="491"/>
            <ac:picMk id="9" creationId="{9E3CB9CE-824E-13F8-43D2-A5A51836DD59}"/>
          </ac:picMkLst>
        </pc:picChg>
      </pc:sldChg>
      <pc:sldChg chg="modSp add mod ord">
        <pc:chgData name="林俊杰" userId="dcfdc803-95d8-409b-8404-351632be86e2" providerId="ADAL" clId="{B0C27D80-8AFD-054E-97C0-3AB508462A30}" dt="2024-12-02T08:22:49.731" v="1987"/>
        <pc:sldMkLst>
          <pc:docMk/>
          <pc:sldMk cId="4262386898" sldId="492"/>
        </pc:sldMkLst>
        <pc:spChg chg="mod">
          <ac:chgData name="林俊杰" userId="dcfdc803-95d8-409b-8404-351632be86e2" providerId="ADAL" clId="{B0C27D80-8AFD-054E-97C0-3AB508462A30}" dt="2024-12-02T08:22:49.731" v="1987"/>
          <ac:spMkLst>
            <pc:docMk/>
            <pc:sldMk cId="4262386898" sldId="492"/>
            <ac:spMk id="2" creationId="{8BA12E40-6C74-42BD-B812-8CA0BA410C06}"/>
          </ac:spMkLst>
        </pc:spChg>
      </pc:sldChg>
      <pc:sldChg chg="modSp add mod ord">
        <pc:chgData name="林俊杰" userId="dcfdc803-95d8-409b-8404-351632be86e2" providerId="ADAL" clId="{B0C27D80-8AFD-054E-97C0-3AB508462A30}" dt="2024-12-02T08:27:28.528" v="2043"/>
        <pc:sldMkLst>
          <pc:docMk/>
          <pc:sldMk cId="3213658247" sldId="493"/>
        </pc:sldMkLst>
        <pc:spChg chg="mod">
          <ac:chgData name="林俊杰" userId="dcfdc803-95d8-409b-8404-351632be86e2" providerId="ADAL" clId="{B0C27D80-8AFD-054E-97C0-3AB508462A30}" dt="2024-12-02T08:27:28.528" v="2043"/>
          <ac:spMkLst>
            <pc:docMk/>
            <pc:sldMk cId="3213658247" sldId="493"/>
            <ac:spMk id="2" creationId="{9AB0A19D-9720-4452-B6DB-A044746E0AE7}"/>
          </ac:spMkLst>
        </pc:spChg>
      </pc:sldChg>
      <pc:sldChg chg="addSp delSp modSp new mod modClrScheme chgLayout">
        <pc:chgData name="林俊杰" userId="dcfdc803-95d8-409b-8404-351632be86e2" providerId="ADAL" clId="{B0C27D80-8AFD-054E-97C0-3AB508462A30}" dt="2024-12-02T08:25:15.775" v="2040" actId="1076"/>
        <pc:sldMkLst>
          <pc:docMk/>
          <pc:sldMk cId="2243087572" sldId="494"/>
        </pc:sldMkLst>
        <pc:spChg chg="add mod ord">
          <ac:chgData name="林俊杰" userId="dcfdc803-95d8-409b-8404-351632be86e2" providerId="ADAL" clId="{B0C27D80-8AFD-054E-97C0-3AB508462A30}" dt="2024-12-02T08:24:46.695" v="2035" actId="20577"/>
          <ac:spMkLst>
            <pc:docMk/>
            <pc:sldMk cId="2243087572" sldId="494"/>
            <ac:spMk id="7" creationId="{E50D2826-74A1-FF1C-E7BA-EBD4460BFB19}"/>
          </ac:spMkLst>
        </pc:spChg>
        <pc:spChg chg="add mod ord">
          <ac:chgData name="林俊杰" userId="dcfdc803-95d8-409b-8404-351632be86e2" providerId="ADAL" clId="{B0C27D80-8AFD-054E-97C0-3AB508462A30}" dt="2024-12-02T08:24:58.786" v="2036"/>
          <ac:spMkLst>
            <pc:docMk/>
            <pc:sldMk cId="2243087572" sldId="494"/>
            <ac:spMk id="8" creationId="{41B4D9AB-C944-B6FE-BFCA-C1C22FF8A673}"/>
          </ac:spMkLst>
        </pc:spChg>
        <pc:picChg chg="add mod">
          <ac:chgData name="林俊杰" userId="dcfdc803-95d8-409b-8404-351632be86e2" providerId="ADAL" clId="{B0C27D80-8AFD-054E-97C0-3AB508462A30}" dt="2024-12-02T08:25:15.775" v="2040" actId="1076"/>
          <ac:picMkLst>
            <pc:docMk/>
            <pc:sldMk cId="2243087572" sldId="494"/>
            <ac:picMk id="9" creationId="{7D49B06D-325A-4128-E4B4-ACEB87B4041B}"/>
          </ac:picMkLst>
        </pc:picChg>
      </pc:sldChg>
      <pc:sldChg chg="addSp modSp new mod ord">
        <pc:chgData name="林俊杰" userId="dcfdc803-95d8-409b-8404-351632be86e2" providerId="ADAL" clId="{B0C27D80-8AFD-054E-97C0-3AB508462A30}" dt="2024-12-03T13:17:08.747" v="2269" actId="20577"/>
        <pc:sldMkLst>
          <pc:docMk/>
          <pc:sldMk cId="1025117242" sldId="495"/>
        </pc:sldMkLst>
        <pc:spChg chg="mod">
          <ac:chgData name="林俊杰" userId="dcfdc803-95d8-409b-8404-351632be86e2" providerId="ADAL" clId="{B0C27D80-8AFD-054E-97C0-3AB508462A30}" dt="2024-12-02T08:33:43.925" v="2098" actId="20577"/>
          <ac:spMkLst>
            <pc:docMk/>
            <pc:sldMk cId="1025117242" sldId="495"/>
            <ac:spMk id="2" creationId="{B2A6F245-FCC6-208B-F77B-D37BCD681267}"/>
          </ac:spMkLst>
        </pc:spChg>
        <pc:spChg chg="mod">
          <ac:chgData name="林俊杰" userId="dcfdc803-95d8-409b-8404-351632be86e2" providerId="ADAL" clId="{B0C27D80-8AFD-054E-97C0-3AB508462A30}" dt="2024-12-03T13:17:08.747" v="2269" actId="20577"/>
          <ac:spMkLst>
            <pc:docMk/>
            <pc:sldMk cId="1025117242" sldId="495"/>
            <ac:spMk id="3" creationId="{09C24D93-3C3B-CDE9-8D03-7C361F41EEDE}"/>
          </ac:spMkLst>
        </pc:spChg>
        <pc:picChg chg="add mod">
          <ac:chgData name="林俊杰" userId="dcfdc803-95d8-409b-8404-351632be86e2" providerId="ADAL" clId="{B0C27D80-8AFD-054E-97C0-3AB508462A30}" dt="2024-12-02T08:34:08.739" v="2111" actId="1076"/>
          <ac:picMkLst>
            <pc:docMk/>
            <pc:sldMk cId="1025117242" sldId="495"/>
            <ac:picMk id="8194" creationId="{C68EE4D6-893E-5A43-F1D2-20AB83F17C37}"/>
          </ac:picMkLst>
        </pc:picChg>
      </pc:sldChg>
      <pc:sldChg chg="addSp modSp new mod">
        <pc:chgData name="林俊杰" userId="dcfdc803-95d8-409b-8404-351632be86e2" providerId="ADAL" clId="{B0C27D80-8AFD-054E-97C0-3AB508462A30}" dt="2024-12-02T08:38:59.259" v="2167" actId="14100"/>
        <pc:sldMkLst>
          <pc:docMk/>
          <pc:sldMk cId="142239908" sldId="496"/>
        </pc:sldMkLst>
        <pc:spChg chg="mod">
          <ac:chgData name="林俊杰" userId="dcfdc803-95d8-409b-8404-351632be86e2" providerId="ADAL" clId="{B0C27D80-8AFD-054E-97C0-3AB508462A30}" dt="2024-12-02T08:34:20.162" v="2118" actId="20577"/>
          <ac:spMkLst>
            <pc:docMk/>
            <pc:sldMk cId="142239908" sldId="496"/>
            <ac:spMk id="2" creationId="{7D41963A-7931-7849-7514-4C8331D3352A}"/>
          </ac:spMkLst>
        </pc:spChg>
        <pc:spChg chg="mod">
          <ac:chgData name="林俊杰" userId="dcfdc803-95d8-409b-8404-351632be86e2" providerId="ADAL" clId="{B0C27D80-8AFD-054E-97C0-3AB508462A30}" dt="2024-12-02T08:38:01.967" v="2152" actId="14100"/>
          <ac:spMkLst>
            <pc:docMk/>
            <pc:sldMk cId="142239908" sldId="496"/>
            <ac:spMk id="3" creationId="{1500350D-8E2D-DBC0-895E-C1DC4491E931}"/>
          </ac:spMkLst>
        </pc:spChg>
        <pc:spChg chg="add mod">
          <ac:chgData name="林俊杰" userId="dcfdc803-95d8-409b-8404-351632be86e2" providerId="ADAL" clId="{B0C27D80-8AFD-054E-97C0-3AB508462A30}" dt="2024-12-02T08:38:59.259" v="2167" actId="14100"/>
          <ac:spMkLst>
            <pc:docMk/>
            <pc:sldMk cId="142239908" sldId="496"/>
            <ac:spMk id="5" creationId="{D2170472-BC85-DB7E-0A35-C8F3C8E8B070}"/>
          </ac:spMkLst>
        </pc:spChg>
        <pc:picChg chg="add mod">
          <ac:chgData name="林俊杰" userId="dcfdc803-95d8-409b-8404-351632be86e2" providerId="ADAL" clId="{B0C27D80-8AFD-054E-97C0-3AB508462A30}" dt="2024-12-02T08:38:11.423" v="2155" actId="208"/>
          <ac:picMkLst>
            <pc:docMk/>
            <pc:sldMk cId="142239908" sldId="496"/>
            <ac:picMk id="9218" creationId="{305A695B-9DBA-AEE2-773B-61546D0EABD0}"/>
          </ac:picMkLst>
        </pc:picChg>
      </pc:sldChg>
      <pc:sldChg chg="addSp modSp new mod">
        <pc:chgData name="林俊杰" userId="dcfdc803-95d8-409b-8404-351632be86e2" providerId="ADAL" clId="{B0C27D80-8AFD-054E-97C0-3AB508462A30}" dt="2024-12-02T08:46:36.744" v="2251" actId="1076"/>
        <pc:sldMkLst>
          <pc:docMk/>
          <pc:sldMk cId="1459718340" sldId="497"/>
        </pc:sldMkLst>
        <pc:spChg chg="mod">
          <ac:chgData name="林俊杰" userId="dcfdc803-95d8-409b-8404-351632be86e2" providerId="ADAL" clId="{B0C27D80-8AFD-054E-97C0-3AB508462A30}" dt="2024-12-02T08:45:53.455" v="2247" actId="20577"/>
          <ac:spMkLst>
            <pc:docMk/>
            <pc:sldMk cId="1459718340" sldId="497"/>
            <ac:spMk id="2" creationId="{EECF95D6-D8F0-8859-E85A-0C5AE0B0241F}"/>
          </ac:spMkLst>
        </pc:spChg>
        <pc:spChg chg="mod">
          <ac:chgData name="林俊杰" userId="dcfdc803-95d8-409b-8404-351632be86e2" providerId="ADAL" clId="{B0C27D80-8AFD-054E-97C0-3AB508462A30}" dt="2024-12-02T08:44:08.966" v="2215" actId="27636"/>
          <ac:spMkLst>
            <pc:docMk/>
            <pc:sldMk cId="1459718340" sldId="497"/>
            <ac:spMk id="3" creationId="{EB51DC4E-3372-0CC4-CF25-009183DD8540}"/>
          </ac:spMkLst>
        </pc:spChg>
        <pc:spChg chg="add mod">
          <ac:chgData name="林俊杰" userId="dcfdc803-95d8-409b-8404-351632be86e2" providerId="ADAL" clId="{B0C27D80-8AFD-054E-97C0-3AB508462A30}" dt="2024-12-02T08:46:36.744" v="2251" actId="1076"/>
          <ac:spMkLst>
            <pc:docMk/>
            <pc:sldMk cId="1459718340" sldId="497"/>
            <ac:spMk id="5" creationId="{01C2D244-A920-2C30-348D-63E59145B5BA}"/>
          </ac:spMkLst>
        </pc:spChg>
      </pc:sldChg>
      <pc:sldChg chg="new del">
        <pc:chgData name="林俊杰" userId="dcfdc803-95d8-409b-8404-351632be86e2" providerId="ADAL" clId="{B0C27D80-8AFD-054E-97C0-3AB508462A30}" dt="2024-12-02T08:42:10.333" v="2168" actId="2696"/>
        <pc:sldMkLst>
          <pc:docMk/>
          <pc:sldMk cId="3806225486" sldId="497"/>
        </pc:sldMkLst>
      </pc:sldChg>
      <pc:sldChg chg="addSp delSp modSp new mod chgLayout">
        <pc:chgData name="林俊杰" userId="dcfdc803-95d8-409b-8404-351632be86e2" providerId="ADAL" clId="{B0C27D80-8AFD-054E-97C0-3AB508462A30}" dt="2024-12-02T08:45:04.185" v="2229" actId="700"/>
        <pc:sldMkLst>
          <pc:docMk/>
          <pc:sldMk cId="1994687321" sldId="498"/>
        </pc:sldMkLst>
        <pc:spChg chg="mod ord">
          <ac:chgData name="林俊杰" userId="dcfdc803-95d8-409b-8404-351632be86e2" providerId="ADAL" clId="{B0C27D80-8AFD-054E-97C0-3AB508462A30}" dt="2024-12-02T08:45:04.185" v="2229" actId="700"/>
          <ac:spMkLst>
            <pc:docMk/>
            <pc:sldMk cId="1994687321" sldId="498"/>
            <ac:spMk id="2" creationId="{A180862C-BDD3-2294-7FB6-C1697406D9C4}"/>
          </ac:spMkLst>
        </pc:spChg>
        <pc:spChg chg="add mod ord">
          <ac:chgData name="林俊杰" userId="dcfdc803-95d8-409b-8404-351632be86e2" providerId="ADAL" clId="{B0C27D80-8AFD-054E-97C0-3AB508462A30}" dt="2024-12-02T08:45:04.185" v="2229" actId="700"/>
          <ac:spMkLst>
            <pc:docMk/>
            <pc:sldMk cId="1994687321" sldId="498"/>
            <ac:spMk id="4" creationId="{A1984F0F-145F-48B7-AA90-E476189E3726}"/>
          </ac:spMkLst>
        </pc:spChg>
      </pc:sldChg>
      <pc:sldChg chg="modSp new del mod">
        <pc:chgData name="林俊杰" userId="dcfdc803-95d8-409b-8404-351632be86e2" providerId="ADAL" clId="{B0C27D80-8AFD-054E-97C0-3AB508462A30}" dt="2024-12-02T08:44:56.349" v="2226" actId="680"/>
        <pc:sldMkLst>
          <pc:docMk/>
          <pc:sldMk cId="1886998065" sldId="499"/>
        </pc:sldMkLst>
      </pc:sldChg>
      <pc:sldChg chg="modSp new mod">
        <pc:chgData name="林俊杰" userId="dcfdc803-95d8-409b-8404-351632be86e2" providerId="ADAL" clId="{B0C27D80-8AFD-054E-97C0-3AB508462A30}" dt="2024-12-02T08:45:00.596" v="2228"/>
        <pc:sldMkLst>
          <pc:docMk/>
          <pc:sldMk cId="2717436344" sldId="499"/>
        </pc:sldMkLst>
        <pc:spChg chg="mod">
          <ac:chgData name="林俊杰" userId="dcfdc803-95d8-409b-8404-351632be86e2" providerId="ADAL" clId="{B0C27D80-8AFD-054E-97C0-3AB508462A30}" dt="2024-12-02T08:45:00.596" v="2228"/>
          <ac:spMkLst>
            <pc:docMk/>
            <pc:sldMk cId="2717436344" sldId="499"/>
            <ac:spMk id="2" creationId="{7744FF43-5DAB-76A3-1C45-093EBA06F771}"/>
          </ac:spMkLst>
        </pc:spChg>
      </pc:sldChg>
      <pc:sldChg chg="addSp modSp new del mod modClrScheme chgLayout">
        <pc:chgData name="林俊杰" userId="dcfdc803-95d8-409b-8404-351632be86e2" providerId="ADAL" clId="{B0C27D80-8AFD-054E-97C0-3AB508462A30}" dt="2024-12-10T13:51:11.057" v="2285" actId="2696"/>
        <pc:sldMkLst>
          <pc:docMk/>
          <pc:sldMk cId="1416955461" sldId="500"/>
        </pc:sldMkLst>
      </pc:sldChg>
      <pc:sldChg chg="modSp mod">
        <pc:chgData name="林俊杰" userId="dcfdc803-95d8-409b-8404-351632be86e2" providerId="ADAL" clId="{B0C27D80-8AFD-054E-97C0-3AB508462A30}" dt="2024-12-03T13:49:23.443" v="2284"/>
        <pc:sldMkLst>
          <pc:docMk/>
          <pc:sldMk cId="1838919697" sldId="503"/>
        </pc:sldMkLst>
        <pc:spChg chg="mod">
          <ac:chgData name="林俊杰" userId="dcfdc803-95d8-409b-8404-351632be86e2" providerId="ADAL" clId="{B0C27D80-8AFD-054E-97C0-3AB508462A30}" dt="2024-12-03T13:49:23.443" v="2284"/>
          <ac:spMkLst>
            <pc:docMk/>
            <pc:sldMk cId="1838919697" sldId="503"/>
            <ac:spMk id="3" creationId="{9659D90F-26C8-4320-B7C1-B43D6694C34F}"/>
          </ac:spMkLst>
        </pc:spChg>
      </pc:sldChg>
      <pc:sldChg chg="modSp mod">
        <pc:chgData name="林俊杰" userId="dcfdc803-95d8-409b-8404-351632be86e2" providerId="ADAL" clId="{B0C27D80-8AFD-054E-97C0-3AB508462A30}" dt="2024-12-03T13:20:59.688" v="2283" actId="14100"/>
        <pc:sldMkLst>
          <pc:docMk/>
          <pc:sldMk cId="830955751" sldId="504"/>
        </pc:sldMkLst>
        <pc:spChg chg="mod">
          <ac:chgData name="林俊杰" userId="dcfdc803-95d8-409b-8404-351632be86e2" providerId="ADAL" clId="{B0C27D80-8AFD-054E-97C0-3AB508462A30}" dt="2024-12-03T13:20:59.688" v="2283" actId="14100"/>
          <ac:spMkLst>
            <pc:docMk/>
            <pc:sldMk cId="830955751" sldId="504"/>
            <ac:spMk id="5" creationId="{180F1F37-A33C-48F3-9F28-D7BE3715199B}"/>
          </ac:spMkLst>
        </pc:spChg>
      </pc:sldChg>
      <pc:sldChg chg="addSp modSp new mod">
        <pc:chgData name="林俊杰" userId="dcfdc803-95d8-409b-8404-351632be86e2" providerId="ADAL" clId="{B0C27D80-8AFD-054E-97C0-3AB508462A30}" dt="2024-12-03T13:18:45.427" v="2281" actId="207"/>
        <pc:sldMkLst>
          <pc:docMk/>
          <pc:sldMk cId="3799553658" sldId="507"/>
        </pc:sldMkLst>
        <pc:spChg chg="mod">
          <ac:chgData name="林俊杰" userId="dcfdc803-95d8-409b-8404-351632be86e2" providerId="ADAL" clId="{B0C27D80-8AFD-054E-97C0-3AB508462A30}" dt="2024-12-03T13:18:21.838" v="2273"/>
          <ac:spMkLst>
            <pc:docMk/>
            <pc:sldMk cId="3799553658" sldId="507"/>
            <ac:spMk id="2" creationId="{DC0FA0AC-89FD-499E-AE44-9C6BC5B7F9F1}"/>
          </ac:spMkLst>
        </pc:spChg>
        <pc:spChg chg="add mod">
          <ac:chgData name="林俊杰" userId="dcfdc803-95d8-409b-8404-351632be86e2" providerId="ADAL" clId="{B0C27D80-8AFD-054E-97C0-3AB508462A30}" dt="2024-12-03T13:18:45.427" v="2281" actId="207"/>
          <ac:spMkLst>
            <pc:docMk/>
            <pc:sldMk cId="3799553658" sldId="507"/>
            <ac:spMk id="5" creationId="{70A8C27B-2653-F928-C773-593EC43B320C}"/>
          </ac:spMkLst>
        </pc:spChg>
        <pc:picChg chg="add mod">
          <ac:chgData name="林俊杰" userId="dcfdc803-95d8-409b-8404-351632be86e2" providerId="ADAL" clId="{B0C27D80-8AFD-054E-97C0-3AB508462A30}" dt="2024-12-03T13:18:38.544" v="2279" actId="1076"/>
          <ac:picMkLst>
            <pc:docMk/>
            <pc:sldMk cId="3799553658" sldId="507"/>
            <ac:picMk id="2050" creationId="{77554C40-D181-C26C-ABA7-6982AE28E8F1}"/>
          </ac:picMkLst>
        </pc:picChg>
      </pc:sldChg>
      <pc:sldChg chg="addSp delSp modSp new mod modClrScheme chgLayout">
        <pc:chgData name="林俊杰" userId="dcfdc803-95d8-409b-8404-351632be86e2" providerId="ADAL" clId="{B0C27D80-8AFD-054E-97C0-3AB508462A30}" dt="2024-12-10T13:53:19.019" v="2342" actId="20577"/>
        <pc:sldMkLst>
          <pc:docMk/>
          <pc:sldMk cId="1228567610" sldId="508"/>
        </pc:sldMkLst>
        <pc:spChg chg="add mod ord">
          <ac:chgData name="林俊杰" userId="dcfdc803-95d8-409b-8404-351632be86e2" providerId="ADAL" clId="{B0C27D80-8AFD-054E-97C0-3AB508462A30}" dt="2024-12-10T13:53:19.019" v="2342" actId="20577"/>
          <ac:spMkLst>
            <pc:docMk/>
            <pc:sldMk cId="1228567610" sldId="508"/>
            <ac:spMk id="4" creationId="{C2B2AEDD-411A-6EAC-3099-6D3343D20D3E}"/>
          </ac:spMkLst>
        </pc:spChg>
        <pc:spChg chg="add mod ord">
          <ac:chgData name="林俊杰" userId="dcfdc803-95d8-409b-8404-351632be86e2" providerId="ADAL" clId="{B0C27D80-8AFD-054E-97C0-3AB508462A30}" dt="2024-12-10T13:52:06.196" v="2288" actId="700"/>
          <ac:spMkLst>
            <pc:docMk/>
            <pc:sldMk cId="1228567610" sldId="508"/>
            <ac:spMk id="5" creationId="{7145FBF2-C995-3A45-66DD-C74916FA9FC0}"/>
          </ac:spMkLst>
        </pc:spChg>
      </pc:sldChg>
      <pc:sldChg chg="add">
        <pc:chgData name="林俊杰" userId="dcfdc803-95d8-409b-8404-351632be86e2" providerId="ADAL" clId="{B0C27D80-8AFD-054E-97C0-3AB508462A30}" dt="2024-12-10T13:52:01.533" v="2287"/>
        <pc:sldMkLst>
          <pc:docMk/>
          <pc:sldMk cId="613232461" sldId="509"/>
        </pc:sldMkLst>
      </pc:sldChg>
      <pc:sldChg chg="add">
        <pc:chgData name="林俊杰" userId="dcfdc803-95d8-409b-8404-351632be86e2" providerId="ADAL" clId="{B0C27D80-8AFD-054E-97C0-3AB508462A30}" dt="2024-12-10T13:52:01.533" v="2287"/>
        <pc:sldMkLst>
          <pc:docMk/>
          <pc:sldMk cId="1321680623" sldId="510"/>
        </pc:sldMkLst>
      </pc:sldChg>
      <pc:sldChg chg="add">
        <pc:chgData name="林俊杰" userId="dcfdc803-95d8-409b-8404-351632be86e2" providerId="ADAL" clId="{B0C27D80-8AFD-054E-97C0-3AB508462A30}" dt="2024-12-10T13:52:01.533" v="2287"/>
        <pc:sldMkLst>
          <pc:docMk/>
          <pc:sldMk cId="3814490260" sldId="511"/>
        </pc:sldMkLst>
      </pc:sldChg>
      <pc:sldChg chg="addSp delSp modSp new mod modClrScheme chgLayout">
        <pc:chgData name="林俊杰" userId="dcfdc803-95d8-409b-8404-351632be86e2" providerId="ADAL" clId="{B0C27D80-8AFD-054E-97C0-3AB508462A30}" dt="2024-12-10T14:09:26.923" v="2390" actId="20577"/>
        <pc:sldMkLst>
          <pc:docMk/>
          <pc:sldMk cId="3667490453" sldId="512"/>
        </pc:sldMkLst>
        <pc:spChg chg="add mod ord">
          <ac:chgData name="林俊杰" userId="dcfdc803-95d8-409b-8404-351632be86e2" providerId="ADAL" clId="{B0C27D80-8AFD-054E-97C0-3AB508462A30}" dt="2024-12-10T14:09:26.923" v="2390" actId="20577"/>
          <ac:spMkLst>
            <pc:docMk/>
            <pc:sldMk cId="3667490453" sldId="512"/>
            <ac:spMk id="4" creationId="{54ABD38A-2BD2-401B-CABB-E8FD2231487C}"/>
          </ac:spMkLst>
        </pc:spChg>
        <pc:spChg chg="add mod ord">
          <ac:chgData name="林俊杰" userId="dcfdc803-95d8-409b-8404-351632be86e2" providerId="ADAL" clId="{B0C27D80-8AFD-054E-97C0-3AB508462A30}" dt="2024-12-10T14:09:22.757" v="2389" actId="20577"/>
          <ac:spMkLst>
            <pc:docMk/>
            <pc:sldMk cId="3667490453" sldId="512"/>
            <ac:spMk id="5" creationId="{F0D631C8-7F55-469F-40A4-D6A75A8CBF71}"/>
          </ac:spMkLst>
        </pc:spChg>
      </pc:sldChg>
      <pc:sldChg chg="addSp delSp modSp new mod modClrScheme chgLayout">
        <pc:chgData name="林俊杰" userId="dcfdc803-95d8-409b-8404-351632be86e2" providerId="ADAL" clId="{B0C27D80-8AFD-054E-97C0-3AB508462A30}" dt="2024-12-10T14:23:59.626" v="2398" actId="208"/>
        <pc:sldMkLst>
          <pc:docMk/>
          <pc:sldMk cId="1102312564" sldId="513"/>
        </pc:sldMkLst>
        <pc:spChg chg="add mod ord">
          <ac:chgData name="林俊杰" userId="dcfdc803-95d8-409b-8404-351632be86e2" providerId="ADAL" clId="{B0C27D80-8AFD-054E-97C0-3AB508462A30}" dt="2024-12-10T14:09:35.048" v="2391"/>
          <ac:spMkLst>
            <pc:docMk/>
            <pc:sldMk cId="1102312564" sldId="513"/>
            <ac:spMk id="4" creationId="{804615B0-2186-2EA7-4C90-AF497526474F}"/>
          </ac:spMkLst>
        </pc:spChg>
        <pc:spChg chg="add mod ord">
          <ac:chgData name="林俊杰" userId="dcfdc803-95d8-409b-8404-351632be86e2" providerId="ADAL" clId="{B0C27D80-8AFD-054E-97C0-3AB508462A30}" dt="2024-12-10T14:09:08.339" v="2380" actId="20577"/>
          <ac:spMkLst>
            <pc:docMk/>
            <pc:sldMk cId="1102312564" sldId="513"/>
            <ac:spMk id="5" creationId="{6F305257-1C10-4E62-FD6C-F1D0AE47E743}"/>
          </ac:spMkLst>
        </pc:spChg>
        <pc:picChg chg="add mod">
          <ac:chgData name="林俊杰" userId="dcfdc803-95d8-409b-8404-351632be86e2" providerId="ADAL" clId="{B0C27D80-8AFD-054E-97C0-3AB508462A30}" dt="2024-12-10T14:23:59.626" v="2398" actId="208"/>
          <ac:picMkLst>
            <pc:docMk/>
            <pc:sldMk cId="1102312564" sldId="513"/>
            <ac:picMk id="1026" creationId="{1E27907B-1686-26D3-5622-CE74343C7D65}"/>
          </ac:picMkLst>
        </pc:picChg>
      </pc:sldChg>
      <pc:sldChg chg="modSp new mod">
        <pc:chgData name="林俊杰" userId="dcfdc803-95d8-409b-8404-351632be86e2" providerId="ADAL" clId="{B0C27D80-8AFD-054E-97C0-3AB508462A30}" dt="2024-12-10T14:25:47.840" v="2449" actId="20577"/>
        <pc:sldMkLst>
          <pc:docMk/>
          <pc:sldMk cId="2984936389" sldId="514"/>
        </pc:sldMkLst>
        <pc:spChg chg="mod">
          <ac:chgData name="林俊杰" userId="dcfdc803-95d8-409b-8404-351632be86e2" providerId="ADAL" clId="{B0C27D80-8AFD-054E-97C0-3AB508462A30}" dt="2024-12-10T14:24:07.599" v="2400"/>
          <ac:spMkLst>
            <pc:docMk/>
            <pc:sldMk cId="2984936389" sldId="514"/>
            <ac:spMk id="2" creationId="{E16F33F3-414C-4D66-4643-E047647288B3}"/>
          </ac:spMkLst>
        </pc:spChg>
        <pc:spChg chg="mod">
          <ac:chgData name="林俊杰" userId="dcfdc803-95d8-409b-8404-351632be86e2" providerId="ADAL" clId="{B0C27D80-8AFD-054E-97C0-3AB508462A30}" dt="2024-12-10T14:25:47.840" v="2449" actId="20577"/>
          <ac:spMkLst>
            <pc:docMk/>
            <pc:sldMk cId="2984936389" sldId="514"/>
            <ac:spMk id="3" creationId="{06837C0B-F9A1-36E7-67C3-C767254BE9A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F20F0B-621B-4025-90E2-39FE2E9A60E8}"/>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2FA7364-789B-4EF1-A151-73FBE61427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F75734F-377A-443E-A849-0A66CDF562B9}"/>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5" name="頁尾版面配置區 4">
            <a:extLst>
              <a:ext uri="{FF2B5EF4-FFF2-40B4-BE49-F238E27FC236}">
                <a16:creationId xmlns:a16="http://schemas.microsoft.com/office/drawing/2014/main" id="{3833C77C-9463-4CB6-9EB2-4D899FE0CD5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E3B7078-98F9-4089-A626-56602BCFEC9C}"/>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4105535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F711F1-FA99-4808-A14E-85E3B04D94C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5BE5EFB-0CF6-458F-83CE-A4097093731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C1162E-DEB3-4EA0-94E6-0AA7D551CC6C}"/>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5" name="頁尾版面配置區 4">
            <a:extLst>
              <a:ext uri="{FF2B5EF4-FFF2-40B4-BE49-F238E27FC236}">
                <a16:creationId xmlns:a16="http://schemas.microsoft.com/office/drawing/2014/main" id="{7FB59996-22E8-4609-A944-6AD198CFC06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C59CF96-0231-452F-8590-AECA4BA8D689}"/>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3896650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98164B-8E41-477A-8D0F-B8693A310CE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22386C55-BCD7-4C3B-B7DE-DABCC1C9F2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944A258F-E967-4E2E-9F45-2E60B42CBCEF}"/>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5" name="頁尾版面配置區 4">
            <a:extLst>
              <a:ext uri="{FF2B5EF4-FFF2-40B4-BE49-F238E27FC236}">
                <a16:creationId xmlns:a16="http://schemas.microsoft.com/office/drawing/2014/main" id="{1132BACC-F4AB-4DCF-AE7F-40E4D544056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2A52497-05FA-483A-9202-9BCF4B5B2140}"/>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2385764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55CAF7-21B6-408F-81DD-670FF5FB80B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2919B81-A3D0-4FE5-B279-39B82B50ED6D}"/>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A3F937A-161F-4260-9AC9-392621DC027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85B0EA4B-79C1-470F-8760-88D136634972}"/>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6" name="頁尾版面配置區 5">
            <a:extLst>
              <a:ext uri="{FF2B5EF4-FFF2-40B4-BE49-F238E27FC236}">
                <a16:creationId xmlns:a16="http://schemas.microsoft.com/office/drawing/2014/main" id="{C6BE1ACD-B832-4400-839D-055010B4C14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44C4AB5-A102-4B02-83D3-8133B381D396}"/>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2756105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6F1C95-0FFB-44CA-BE6F-FDB6881A4EA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D38B83A-0C24-474E-BF0A-2FE5CCC034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741637E-5989-42C7-99B2-61EF03E5C83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989BBB4-2290-4AAB-92F6-B2BD5EFCBF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AB421A4-58D4-42D4-B40C-C9F746DEDEAA}"/>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BC5BE03-DAFD-4B18-A33F-A06D7957C46F}"/>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8" name="頁尾版面配置區 7">
            <a:extLst>
              <a:ext uri="{FF2B5EF4-FFF2-40B4-BE49-F238E27FC236}">
                <a16:creationId xmlns:a16="http://schemas.microsoft.com/office/drawing/2014/main" id="{E442D07F-03E6-4F6F-9141-113EFB823764}"/>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8E55A6A-4720-46B7-A129-8E3ED7A7C158}"/>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141961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0300D1-C1BB-4F84-BF58-937CFE5867F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2B5184D-E1FE-4C61-8CDE-5FCE2830C49F}"/>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4" name="頁尾版面配置區 3">
            <a:extLst>
              <a:ext uri="{FF2B5EF4-FFF2-40B4-BE49-F238E27FC236}">
                <a16:creationId xmlns:a16="http://schemas.microsoft.com/office/drawing/2014/main" id="{634712DF-0691-45C8-AB4C-5242BB98CE5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B896A6C-72BA-4D34-B4F7-0FD8596560F7}"/>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3845640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944BCCA-9F9A-476F-B793-24874B4DC1F1}"/>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3" name="頁尾版面配置區 2">
            <a:extLst>
              <a:ext uri="{FF2B5EF4-FFF2-40B4-BE49-F238E27FC236}">
                <a16:creationId xmlns:a16="http://schemas.microsoft.com/office/drawing/2014/main" id="{BADB186D-2B59-4D04-9551-E277253CAB6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4BC5FB3-D471-4996-A40D-F8E97A19234C}"/>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447803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8ACDBF-1B2B-4E3C-9EDA-78883858091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9177F02-18F2-4543-8758-742C54BF8E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152FC74-FC02-489F-BD7E-2639D1D7F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F86D905-30E5-4AEA-B52A-190BDE6700B0}"/>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6" name="頁尾版面配置區 5">
            <a:extLst>
              <a:ext uri="{FF2B5EF4-FFF2-40B4-BE49-F238E27FC236}">
                <a16:creationId xmlns:a16="http://schemas.microsoft.com/office/drawing/2014/main" id="{CEE15736-54B4-4D1B-B4E9-5A1D57D5894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866E890-2DE6-44B9-9106-816400620387}"/>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4022292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89D41D-0509-4300-9292-E6382CA99CC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D93A351-D91C-49F8-AE61-AFC4F2772E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0AE70F43-08AC-4D0A-946F-9F9AB1193A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10FC6DD-7546-4616-9F7C-746D4E55F040}"/>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6" name="頁尾版面配置區 5">
            <a:extLst>
              <a:ext uri="{FF2B5EF4-FFF2-40B4-BE49-F238E27FC236}">
                <a16:creationId xmlns:a16="http://schemas.microsoft.com/office/drawing/2014/main" id="{C2DAD253-8BA9-4A0C-B5C9-1EEC12334C0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729F213-AF39-493E-BC0A-43D4E4D91795}"/>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3390993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D34EE3-84CF-4A25-B406-11B47E1E59B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2566FB1-4340-4413-B3B1-DF5C22D1413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C28785-8303-403F-B7DE-6DF72B1AD765}"/>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5" name="頁尾版面配置區 4">
            <a:extLst>
              <a:ext uri="{FF2B5EF4-FFF2-40B4-BE49-F238E27FC236}">
                <a16:creationId xmlns:a16="http://schemas.microsoft.com/office/drawing/2014/main" id="{9973B86F-9D2E-47C6-BFBC-ADDAC4227FF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77F773B-3856-410D-834F-FD7801ADDC44}"/>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2517050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ED32730-2B9C-4782-B214-B6A66DB3C39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47E4B25-0722-4711-B422-5FC68D00ECE3}"/>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DA24866-D6A4-4923-B823-B585EB60B78B}"/>
              </a:ext>
            </a:extLst>
          </p:cNvPr>
          <p:cNvSpPr>
            <a:spLocks noGrp="1"/>
          </p:cNvSpPr>
          <p:nvPr>
            <p:ph type="dt" sz="half" idx="10"/>
          </p:nvPr>
        </p:nvSpPr>
        <p:spPr/>
        <p:txBody>
          <a:bodyPr/>
          <a:lstStyle/>
          <a:p>
            <a:fld id="{C4A63B48-D7FA-4BC5-80DD-A9C72B4967DC}" type="datetimeFigureOut">
              <a:rPr lang="zh-TW" altLang="en-US" smtClean="0"/>
              <a:t>2024/12/23</a:t>
            </a:fld>
            <a:endParaRPr lang="zh-TW" altLang="en-US"/>
          </a:p>
        </p:txBody>
      </p:sp>
      <p:sp>
        <p:nvSpPr>
          <p:cNvPr id="5" name="頁尾版面配置區 4">
            <a:extLst>
              <a:ext uri="{FF2B5EF4-FFF2-40B4-BE49-F238E27FC236}">
                <a16:creationId xmlns:a16="http://schemas.microsoft.com/office/drawing/2014/main" id="{CFD98E09-0851-47C9-97BD-D7A409DA611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164557B-4A51-4426-81B2-F9A391CFF7EE}"/>
              </a:ext>
            </a:extLst>
          </p:cNvPr>
          <p:cNvSpPr>
            <a:spLocks noGrp="1"/>
          </p:cNvSpPr>
          <p:nvPr>
            <p:ph type="sldNum" sz="quarter" idx="12"/>
          </p:nvPr>
        </p:nvSpPr>
        <p:spPr/>
        <p:txBody>
          <a:body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604394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EE44533-2B48-40FF-A7AB-30B9EBC2E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2BA17D-021C-4F7D-8F2D-33FFADDF01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9B7F75E-08E5-4358-8D5D-1103EF0225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A63B48-D7FA-4BC5-80DD-A9C72B4967DC}" type="datetimeFigureOut">
              <a:rPr lang="zh-TW" altLang="en-US" smtClean="0"/>
              <a:t>2024/12/23</a:t>
            </a:fld>
            <a:endParaRPr lang="zh-TW" altLang="en-US"/>
          </a:p>
        </p:txBody>
      </p:sp>
      <p:sp>
        <p:nvSpPr>
          <p:cNvPr id="5" name="頁尾版面配置區 4">
            <a:extLst>
              <a:ext uri="{FF2B5EF4-FFF2-40B4-BE49-F238E27FC236}">
                <a16:creationId xmlns:a16="http://schemas.microsoft.com/office/drawing/2014/main" id="{F706F295-3020-4E96-98AF-48C739D786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7283E67-8ED1-40B1-8C41-0DF28BB770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49BD1B-7F3E-4357-B0D4-925C6B526FC7}" type="slidenum">
              <a:rPr lang="zh-TW" altLang="en-US" smtClean="0"/>
              <a:t>‹#›</a:t>
            </a:fld>
            <a:endParaRPr lang="zh-TW" altLang="en-US"/>
          </a:p>
        </p:txBody>
      </p:sp>
    </p:spTree>
    <p:extLst>
      <p:ext uri="{BB962C8B-B14F-4D97-AF65-F5344CB8AC3E}">
        <p14:creationId xmlns:p14="http://schemas.microsoft.com/office/powerpoint/2010/main" val="589022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owardsdatascience.com/a-comprehensive-guide-to-convolutional-neural-networks-the-eli5-way-3bd2b1164a53"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setosa.io/ev/image-kernels/"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kaggle.com/code/leonjye/mnist-ann-cnn"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hyperlink" Target="https://yann.lecun.com/exdb/publis/pdf/lecun-98.pdf" TargetMode="External"/><Relationship Id="rId2" Type="http://schemas.openxmlformats.org/officeDocument/2006/relationships/hyperlink" Target="https://ieeexplore.ieee.org/document/726791" TargetMode="External"/><Relationship Id="rId1" Type="http://schemas.openxmlformats.org/officeDocument/2006/relationships/slideLayout" Target="../slideLayouts/slideLayout4.xml"/><Relationship Id="rId4" Type="http://schemas.openxmlformats.org/officeDocument/2006/relationships/hyperlink" Target="http://yann.lecun.com/exdb/lenet/index.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proceedings.neurips.cc/paper_files/paper/2012/file/c399862d3b9d6b76c8436e924a68c45b-Paper.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arxiv.org/abs/1602.07261" TargetMode="External"/><Relationship Id="rId2" Type="http://schemas.openxmlformats.org/officeDocument/2006/relationships/hyperlink" Target="http://arxiv.org/abs/1409.4842"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paperswithcode.com/method/googlenet"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paperswithcode.com/method/resnet" TargetMode="External"/><Relationship Id="rId2" Type="http://schemas.openxmlformats.org/officeDocument/2006/relationships/hyperlink" Target="https://arxiv.org/pdf/1409.1556.pdf" TargetMode="External"/><Relationship Id="rId1" Type="http://schemas.openxmlformats.org/officeDocument/2006/relationships/slideLayout" Target="../slideLayouts/slideLayout2.xml"/><Relationship Id="rId6" Type="http://schemas.openxmlformats.org/officeDocument/2006/relationships/hyperlink" Target="https://medium.com/@ilaslanduzgun/create-vgg-from-scratch-in-pytorch-aa194c269b55" TargetMode="External"/><Relationship Id="rId5" Type="http://schemas.openxmlformats.org/officeDocument/2006/relationships/image" Target="../media/image30.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paperswithcode.com/method/resnet"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pytorch.org/vision/stable/models.html#classification" TargetMode="Externa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ravivaishnav20.medium.com/visualizing-feature-maps-using-pytorch-12a48cd1e573" TargetMode="External"/><Relationship Id="rId2" Type="http://schemas.openxmlformats.org/officeDocument/2006/relationships/hyperlink" Target="https://colab.research.google.com/drive/1kyrRh3_wJnNoINdDDsJBuxDDOsTW-i_V?usp=sharing" TargetMode="External"/><Relationship Id="rId1" Type="http://schemas.openxmlformats.org/officeDocument/2006/relationships/slideLayout" Target="../slideLayouts/slideLayout2.xml"/><Relationship Id="rId5" Type="http://schemas.openxmlformats.org/officeDocument/2006/relationships/hyperlink" Target="https://distill.pub/2017/feature-visualization/" TargetMode="External"/><Relationship Id="rId4" Type="http://schemas.openxmlformats.org/officeDocument/2006/relationships/hyperlink" Target="https://cs.nyu.edu/~fergus/papers/zeilerECCV2014.pdf"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arxiv.org/abs/1512.04150"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kaggle.com/code/leonjye/autoencoder-mnist" TargetMode="External"/><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arxiv.org/abs/1312.6114"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hyperlink" Target="https://avandekleut.github.io/vae/" TargetMode="External"/><Relationship Id="rId3" Type="http://schemas.openxmlformats.org/officeDocument/2006/relationships/hyperlink" Target="https://medium.com/@sofeikov/implementing-variational-autoencoders-from-scratch-533782d8eb95" TargetMode="External"/><Relationship Id="rId7" Type="http://schemas.openxmlformats.org/officeDocument/2006/relationships/hyperlink" Target="https://medium.com/@rekalantar/variational-auto-encoder-vae-pytorch-tutorial-dce2d2fe0f5f" TargetMode="External"/><Relationship Id="rId2" Type="http://schemas.openxmlformats.org/officeDocument/2006/relationships/hyperlink" Target="https://blog.csdn.net/NBDwo/article/details/119743450" TargetMode="External"/><Relationship Id="rId1" Type="http://schemas.openxmlformats.org/officeDocument/2006/relationships/slideLayout" Target="../slideLayouts/slideLayout2.xml"/><Relationship Id="rId6" Type="http://schemas.openxmlformats.org/officeDocument/2006/relationships/hyperlink" Target="https://alu2019.home.blog/2021/05/07/math-ai-variational-autoencoder-vae-bian-fen-zi-b/?source=post_page-----6ec2342e7ad4--------------------------------" TargetMode="External"/><Relationship Id="rId5" Type="http://schemas.openxmlformats.org/officeDocument/2006/relationships/hyperlink" Target="https://tomohiroliu22.medium.com/%E6%B7%B1%E5%BA%A6%E5%AD%B8%E7%BF%92paper%E7%B3%BB%E5%88%97-04-variational-autoencoder-vae-a7fbc67f0a2" TargetMode="External"/><Relationship Id="rId4" Type="http://schemas.openxmlformats.org/officeDocument/2006/relationships/hyperlink" Target="https://towardsdatascience.com/understanding-variational-autoencoders-vaes-f70510919f73" TargetMode="External"/><Relationship Id="rId9" Type="http://schemas.openxmlformats.org/officeDocument/2006/relationships/hyperlink" Target="https://jianjiesun.medium.com/dl-ml%E7%AD%86%E8%A8%98-%E4%B8%89-kl-divergence-cross-entropy-4b48810e0e90"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colab.research.google.com/github/tensorflow/docs/blob/master/site/en/tutorials/generative/dcgan.ipynb" TargetMode="External"/><Relationship Id="rId7" Type="http://schemas.openxmlformats.org/officeDocument/2006/relationships/image" Target="../media/image60.jpeg"/><Relationship Id="rId2" Type="http://schemas.openxmlformats.org/officeDocument/2006/relationships/hyperlink" Target="https://machinelearningmastery.com/generative_adversarial_networks/" TargetMode="External"/><Relationship Id="rId1" Type="http://schemas.openxmlformats.org/officeDocument/2006/relationships/slideLayout" Target="../slideLayouts/slideLayout3.xml"/><Relationship Id="rId6" Type="http://schemas.openxmlformats.org/officeDocument/2006/relationships/image" Target="../media/image59.jpeg"/><Relationship Id="rId5" Type="http://schemas.openxmlformats.org/officeDocument/2006/relationships/image" Target="../media/image58.jpeg"/><Relationship Id="rId4" Type="http://schemas.openxmlformats.org/officeDocument/2006/relationships/image" Target="../media/image57.jpeg"/></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colab.research.google.com/drive/1FHPZK3036m4zuHSM24p9kw9LaoG4H0gC?usp=sharing" TargetMode="Externa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60.xml.rels><?xml version="1.0" encoding="UTF-8" standalone="yes"?>
<Relationships xmlns="http://schemas.openxmlformats.org/package/2006/relationships"><Relationship Id="rId3" Type="http://schemas.openxmlformats.org/officeDocument/2006/relationships/hyperlink" Target="https://arxiv.org/abs/1511.06434" TargetMode="External"/><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C5C94A-2C94-427E-977C-9355E52A5A89}"/>
              </a:ext>
            </a:extLst>
          </p:cNvPr>
          <p:cNvSpPr>
            <a:spLocks noGrp="1"/>
          </p:cNvSpPr>
          <p:nvPr>
            <p:ph type="ctrTitle"/>
          </p:nvPr>
        </p:nvSpPr>
        <p:spPr/>
        <p:txBody>
          <a:bodyPr/>
          <a:lstStyle/>
          <a:p>
            <a:r>
              <a:rPr kumimoji="1" lang="en" altLang="zh-TW" sz="6000" dirty="0"/>
              <a:t>Convolutional Neural Network Model (CNN)</a:t>
            </a:r>
            <a:endParaRPr lang="zh-TW" altLang="en-US" dirty="0"/>
          </a:p>
        </p:txBody>
      </p:sp>
      <p:sp>
        <p:nvSpPr>
          <p:cNvPr id="3" name="副標題 2">
            <a:extLst>
              <a:ext uri="{FF2B5EF4-FFF2-40B4-BE49-F238E27FC236}">
                <a16:creationId xmlns:a16="http://schemas.microsoft.com/office/drawing/2014/main" id="{8B92FD38-935F-4E72-976F-CD71484DF131}"/>
              </a:ext>
            </a:extLst>
          </p:cNvPr>
          <p:cNvSpPr>
            <a:spLocks noGrp="1"/>
          </p:cNvSpPr>
          <p:nvPr>
            <p:ph type="subTitle" idx="1"/>
          </p:nvPr>
        </p:nvSpPr>
        <p:spPr/>
        <p:txBody>
          <a:bodyPr/>
          <a:lstStyle/>
          <a:p>
            <a:r>
              <a:rPr lang="zh-TW" altLang="en-US" dirty="0"/>
              <a:t>卷積神經網路</a:t>
            </a:r>
          </a:p>
        </p:txBody>
      </p:sp>
      <p:sp>
        <p:nvSpPr>
          <p:cNvPr id="5" name="文字方塊 4">
            <a:extLst>
              <a:ext uri="{FF2B5EF4-FFF2-40B4-BE49-F238E27FC236}">
                <a16:creationId xmlns:a16="http://schemas.microsoft.com/office/drawing/2014/main" id="{1E003A58-3D83-2E83-FCBC-4FA619BE263F}"/>
              </a:ext>
            </a:extLst>
          </p:cNvPr>
          <p:cNvSpPr txBox="1"/>
          <p:nvPr/>
        </p:nvSpPr>
        <p:spPr>
          <a:xfrm>
            <a:off x="0" y="6513750"/>
            <a:ext cx="6096000" cy="369332"/>
          </a:xfrm>
          <a:prstGeom prst="rect">
            <a:avLst/>
          </a:prstGeom>
          <a:noFill/>
        </p:spPr>
        <p:txBody>
          <a:bodyPr wrap="square">
            <a:spAutoFit/>
          </a:bodyPr>
          <a:lstStyle/>
          <a:p>
            <a:r>
              <a:rPr lang="zh-TW" altLang="en-US" dirty="0"/>
              <a:t>https://cs231n.github.io/convolutional-networks/</a:t>
            </a:r>
          </a:p>
        </p:txBody>
      </p:sp>
    </p:spTree>
    <p:extLst>
      <p:ext uri="{BB962C8B-B14F-4D97-AF65-F5344CB8AC3E}">
        <p14:creationId xmlns:p14="http://schemas.microsoft.com/office/powerpoint/2010/main" val="2535223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D57F79-CA86-4208-BFEC-DDF4F01E71FF}"/>
              </a:ext>
            </a:extLst>
          </p:cNvPr>
          <p:cNvSpPr>
            <a:spLocks noGrp="1"/>
          </p:cNvSpPr>
          <p:nvPr>
            <p:ph type="title"/>
          </p:nvPr>
        </p:nvSpPr>
        <p:spPr/>
        <p:txBody>
          <a:bodyPr/>
          <a:lstStyle/>
          <a:p>
            <a:r>
              <a:rPr lang="en-US" altLang="zh-TW" dirty="0"/>
              <a:t> convolutional neural network</a:t>
            </a:r>
            <a:r>
              <a:rPr lang="en-US" altLang="zh-TW" sz="3200" dirty="0"/>
              <a:t>-CNN</a:t>
            </a:r>
            <a:r>
              <a:rPr lang="zh-TW" altLang="en-US" sz="3200" dirty="0"/>
              <a:t>和特徵層次</a:t>
            </a:r>
            <a:endParaRPr lang="zh-TW" altLang="en-US" dirty="0"/>
          </a:p>
        </p:txBody>
      </p:sp>
      <p:sp>
        <p:nvSpPr>
          <p:cNvPr id="3" name="內容版面配置區 2">
            <a:extLst>
              <a:ext uri="{FF2B5EF4-FFF2-40B4-BE49-F238E27FC236}">
                <a16:creationId xmlns:a16="http://schemas.microsoft.com/office/drawing/2014/main" id="{C1F6119E-4E9C-409D-9E46-55073D855BF7}"/>
              </a:ext>
            </a:extLst>
          </p:cNvPr>
          <p:cNvSpPr>
            <a:spLocks noGrp="1"/>
          </p:cNvSpPr>
          <p:nvPr>
            <p:ph idx="1"/>
          </p:nvPr>
        </p:nvSpPr>
        <p:spPr/>
        <p:txBody>
          <a:bodyPr/>
          <a:lstStyle/>
          <a:p>
            <a:endParaRPr lang="zh-TW" altLang="en-US"/>
          </a:p>
        </p:txBody>
      </p:sp>
      <p:pic>
        <p:nvPicPr>
          <p:cNvPr id="5" name="Picture 2">
            <a:extLst>
              <a:ext uri="{FF2B5EF4-FFF2-40B4-BE49-F238E27FC236}">
                <a16:creationId xmlns:a16="http://schemas.microsoft.com/office/drawing/2014/main" id="{554971A9-D5CA-46C2-84F1-24C8DF52B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777" y="1825625"/>
            <a:ext cx="9383776" cy="3170690"/>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B04A3735-08F4-4CF5-B770-1C2B64D744DF}"/>
              </a:ext>
            </a:extLst>
          </p:cNvPr>
          <p:cNvSpPr txBox="1"/>
          <p:nvPr/>
        </p:nvSpPr>
        <p:spPr>
          <a:xfrm>
            <a:off x="838199" y="6176963"/>
            <a:ext cx="10515599" cy="338554"/>
          </a:xfrm>
          <a:prstGeom prst="rect">
            <a:avLst/>
          </a:prstGeom>
          <a:noFill/>
        </p:spPr>
        <p:txBody>
          <a:bodyPr wrap="square">
            <a:spAutoFit/>
          </a:bodyPr>
          <a:lstStyle/>
          <a:p>
            <a:r>
              <a:rPr lang="zh-TW" altLang="en-US" sz="1600" dirty="0">
                <a:hlinkClick r:id="rId3"/>
              </a:rPr>
              <a:t>https://towardsdatascience.com/a-comprehensive-guide-to-convolutional-neural-networks-the-eli5-way-3bd2b1164a53</a:t>
            </a:r>
            <a:endParaRPr lang="en-US" altLang="zh-TW" sz="1600" dirty="0"/>
          </a:p>
        </p:txBody>
      </p:sp>
    </p:spTree>
    <p:extLst>
      <p:ext uri="{BB962C8B-B14F-4D97-AF65-F5344CB8AC3E}">
        <p14:creationId xmlns:p14="http://schemas.microsoft.com/office/powerpoint/2010/main" val="1098956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498F7-38B2-4243-B4B6-C2406AE98E98}"/>
              </a:ext>
            </a:extLst>
          </p:cNvPr>
          <p:cNvSpPr>
            <a:spLocks noGrp="1"/>
          </p:cNvSpPr>
          <p:nvPr>
            <p:ph type="title"/>
          </p:nvPr>
        </p:nvSpPr>
        <p:spPr>
          <a:xfrm>
            <a:off x="838200" y="365125"/>
            <a:ext cx="10515600" cy="1325563"/>
          </a:xfrm>
        </p:spPr>
        <p:txBody>
          <a:bodyPr/>
          <a:lstStyle/>
          <a:p>
            <a:r>
              <a:rPr lang="en" altLang="zh-TW" dirty="0"/>
              <a:t>Convolutional Neural Network Model</a:t>
            </a:r>
            <a:endParaRPr lang="zh-TW" altLang="en-US" dirty="0"/>
          </a:p>
        </p:txBody>
      </p:sp>
      <p:sp>
        <p:nvSpPr>
          <p:cNvPr id="3" name="內容版面配置區 2">
            <a:extLst>
              <a:ext uri="{FF2B5EF4-FFF2-40B4-BE49-F238E27FC236}">
                <a16:creationId xmlns:a16="http://schemas.microsoft.com/office/drawing/2014/main" id="{2FDAC063-4642-4CB8-A06B-7AFF8B2EABE0}"/>
              </a:ext>
            </a:extLst>
          </p:cNvPr>
          <p:cNvSpPr>
            <a:spLocks noGrp="1"/>
          </p:cNvSpPr>
          <p:nvPr>
            <p:ph idx="1"/>
          </p:nvPr>
        </p:nvSpPr>
        <p:spPr>
          <a:xfrm>
            <a:off x="838200" y="1825625"/>
            <a:ext cx="10515600" cy="4351338"/>
          </a:xfrm>
        </p:spPr>
        <p:txBody>
          <a:bodyPr/>
          <a:lstStyle/>
          <a:p>
            <a:r>
              <a:rPr lang="en" altLang="zh-TW" dirty="0">
                <a:hlinkClick r:id="rId2"/>
              </a:rPr>
              <a:t>https://setosa.io/ev/image-kernels/</a:t>
            </a:r>
            <a:endParaRPr lang="en" altLang="zh-TW" dirty="0"/>
          </a:p>
        </p:txBody>
      </p:sp>
      <p:pic>
        <p:nvPicPr>
          <p:cNvPr id="5" name="圖片 4">
            <a:extLst>
              <a:ext uri="{FF2B5EF4-FFF2-40B4-BE49-F238E27FC236}">
                <a16:creationId xmlns:a16="http://schemas.microsoft.com/office/drawing/2014/main" id="{30627642-6395-4CC0-A915-54D0C2F23856}"/>
              </a:ext>
            </a:extLst>
          </p:cNvPr>
          <p:cNvPicPr>
            <a:picLocks noChangeAspect="1"/>
          </p:cNvPicPr>
          <p:nvPr/>
        </p:nvPicPr>
        <p:blipFill>
          <a:blip r:embed="rId3"/>
          <a:stretch>
            <a:fillRect/>
          </a:stretch>
        </p:blipFill>
        <p:spPr>
          <a:xfrm>
            <a:off x="1718139" y="2825896"/>
            <a:ext cx="8056054" cy="3351067"/>
          </a:xfrm>
          <a:prstGeom prst="rect">
            <a:avLst/>
          </a:prstGeom>
        </p:spPr>
      </p:pic>
      <p:pic>
        <p:nvPicPr>
          <p:cNvPr id="7" name="圖片 6">
            <a:extLst>
              <a:ext uri="{FF2B5EF4-FFF2-40B4-BE49-F238E27FC236}">
                <a16:creationId xmlns:a16="http://schemas.microsoft.com/office/drawing/2014/main" id="{DCF9FF82-D5C2-4BD0-84CA-33F086B59DAC}"/>
              </a:ext>
            </a:extLst>
          </p:cNvPr>
          <p:cNvPicPr>
            <a:picLocks noChangeAspect="1"/>
          </p:cNvPicPr>
          <p:nvPr/>
        </p:nvPicPr>
        <p:blipFill>
          <a:blip r:embed="rId4"/>
          <a:stretch>
            <a:fillRect/>
          </a:stretch>
        </p:blipFill>
        <p:spPr>
          <a:xfrm>
            <a:off x="6761902" y="1254682"/>
            <a:ext cx="2632540" cy="1503745"/>
          </a:xfrm>
          <a:prstGeom prst="rect">
            <a:avLst/>
          </a:prstGeom>
        </p:spPr>
      </p:pic>
      <p:grpSp>
        <p:nvGrpSpPr>
          <p:cNvPr id="13" name="群組 12">
            <a:extLst>
              <a:ext uri="{FF2B5EF4-FFF2-40B4-BE49-F238E27FC236}">
                <a16:creationId xmlns:a16="http://schemas.microsoft.com/office/drawing/2014/main" id="{0B07462E-0F11-40FA-95AE-B62D7F25E525}"/>
              </a:ext>
            </a:extLst>
          </p:cNvPr>
          <p:cNvGrpSpPr/>
          <p:nvPr/>
        </p:nvGrpSpPr>
        <p:grpSpPr>
          <a:xfrm>
            <a:off x="4047822" y="4001294"/>
            <a:ext cx="4810792" cy="366859"/>
            <a:chOff x="4047822" y="4001294"/>
            <a:chExt cx="4810792" cy="366859"/>
          </a:xfrm>
        </p:grpSpPr>
        <p:cxnSp>
          <p:nvCxnSpPr>
            <p:cNvPr id="9" name="直線接點 8">
              <a:extLst>
                <a:ext uri="{FF2B5EF4-FFF2-40B4-BE49-F238E27FC236}">
                  <a16:creationId xmlns:a16="http://schemas.microsoft.com/office/drawing/2014/main" id="{9CC26221-6B2B-45A7-B0FA-6BAD5142FA7D}"/>
                </a:ext>
              </a:extLst>
            </p:cNvPr>
            <p:cNvCxnSpPr/>
            <p:nvPr/>
          </p:nvCxnSpPr>
          <p:spPr>
            <a:xfrm>
              <a:off x="4047822" y="4001294"/>
              <a:ext cx="4810792" cy="14553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EC2EFD71-7594-483B-AEB3-4309D0472305}"/>
                </a:ext>
              </a:extLst>
            </p:cNvPr>
            <p:cNvCxnSpPr>
              <a:cxnSpLocks/>
            </p:cNvCxnSpPr>
            <p:nvPr/>
          </p:nvCxnSpPr>
          <p:spPr>
            <a:xfrm flipV="1">
              <a:off x="4047822" y="4281770"/>
              <a:ext cx="4810792" cy="863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094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13"/>
                                        </p:tgtEl>
                                        <p:attrNameLst>
                                          <p:attrName>ppt_x</p:attrName>
                                        </p:attrNameLst>
                                      </p:cBhvr>
                                      <p:tavLst>
                                        <p:tav tm="0">
                                          <p:val>
                                            <p:strVal val="ppt_x"/>
                                          </p:val>
                                        </p:tav>
                                        <p:tav tm="100000">
                                          <p:val>
                                            <p:strVal val="ppt_x"/>
                                          </p:val>
                                        </p:tav>
                                      </p:tavLst>
                                    </p:anim>
                                    <p:anim calcmode="lin" valueType="num">
                                      <p:cBhvr additive="base">
                                        <p:cTn id="12" dur="500"/>
                                        <p:tgtEl>
                                          <p:spTgt spid="13"/>
                                        </p:tgtEl>
                                        <p:attrNameLst>
                                          <p:attrName>ppt_y</p:attrName>
                                        </p:attrNameLst>
                                      </p:cBhvr>
                                      <p:tavLst>
                                        <p:tav tm="0">
                                          <p:val>
                                            <p:strVal val="ppt_y"/>
                                          </p:val>
                                        </p:tav>
                                        <p:tav tm="100000">
                                          <p:val>
                                            <p:strVal val="1+ppt_h/2"/>
                                          </p:val>
                                        </p:tav>
                                      </p:tavLst>
                                    </p:anim>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4BD2D3-C0A6-4D8A-971A-60194105F4AD}"/>
              </a:ext>
            </a:extLst>
          </p:cNvPr>
          <p:cNvSpPr>
            <a:spLocks noGrp="1"/>
          </p:cNvSpPr>
          <p:nvPr>
            <p:ph type="title"/>
          </p:nvPr>
        </p:nvSpPr>
        <p:spPr/>
        <p:txBody>
          <a:bodyPr/>
          <a:lstStyle/>
          <a:p>
            <a:r>
              <a:rPr lang="en" altLang="zh-TW" dirty="0"/>
              <a:t>Convolutional Neural Network Model</a:t>
            </a:r>
            <a:endParaRPr lang="zh-TW" altLang="en-US" dirty="0"/>
          </a:p>
        </p:txBody>
      </p:sp>
      <p:sp>
        <p:nvSpPr>
          <p:cNvPr id="3" name="內容版面配置區 2">
            <a:extLst>
              <a:ext uri="{FF2B5EF4-FFF2-40B4-BE49-F238E27FC236}">
                <a16:creationId xmlns:a16="http://schemas.microsoft.com/office/drawing/2014/main" id="{67682900-8F4C-44B2-B27C-5D6B238DD70E}"/>
              </a:ext>
            </a:extLst>
          </p:cNvPr>
          <p:cNvSpPr>
            <a:spLocks noGrp="1"/>
          </p:cNvSpPr>
          <p:nvPr>
            <p:ph idx="1"/>
          </p:nvPr>
        </p:nvSpPr>
        <p:spPr>
          <a:xfrm>
            <a:off x="838200" y="1825625"/>
            <a:ext cx="7594600" cy="4351338"/>
          </a:xfrm>
        </p:spPr>
        <p:txBody>
          <a:bodyPr/>
          <a:lstStyle/>
          <a:p>
            <a:r>
              <a:rPr lang="zh-TW" altLang="en-US" dirty="0"/>
              <a:t>卷積層</a:t>
            </a:r>
            <a:endParaRPr lang="en-US" altLang="zh-TW" dirty="0"/>
          </a:p>
          <a:p>
            <a:pPr lvl="1"/>
            <a:r>
              <a:rPr lang="zh-TW" altLang="en-US" dirty="0"/>
              <a:t>卷積運算就是將原始圖片的與特定的</a:t>
            </a:r>
            <a:r>
              <a:rPr lang="en-US" altLang="zh-TW" dirty="0"/>
              <a:t>Feature Detector(filter</a:t>
            </a:r>
            <a:r>
              <a:rPr lang="zh-TW" altLang="en-US" dirty="0"/>
              <a:t>，或稱</a:t>
            </a:r>
            <a:r>
              <a:rPr lang="en-US" altLang="zh-TW" dirty="0"/>
              <a:t>kernel)</a:t>
            </a:r>
            <a:r>
              <a:rPr lang="zh-TW" altLang="en-US" dirty="0"/>
              <a:t>做卷積運算</a:t>
            </a:r>
            <a:r>
              <a:rPr lang="en-US" altLang="zh-TW" dirty="0"/>
              <a:t>(</a:t>
            </a:r>
            <a:r>
              <a:rPr lang="zh-TW" altLang="en-US" dirty="0"/>
              <a:t>符號⊗</a:t>
            </a:r>
            <a:r>
              <a:rPr lang="en-US" altLang="zh-TW" dirty="0"/>
              <a:t>)</a:t>
            </a:r>
            <a:r>
              <a:rPr lang="zh-TW" altLang="en-US" dirty="0"/>
              <a:t>，卷積運算就是將下圖兩個</a:t>
            </a:r>
            <a:r>
              <a:rPr lang="en-US" altLang="zh-TW" dirty="0"/>
              <a:t>3x3</a:t>
            </a:r>
            <a:r>
              <a:rPr lang="zh-TW" altLang="en-US" dirty="0"/>
              <a:t>的矩陣作相乘後再相加</a:t>
            </a:r>
          </a:p>
        </p:txBody>
      </p:sp>
      <p:pic>
        <p:nvPicPr>
          <p:cNvPr id="1026" name="Picture 2">
            <a:extLst>
              <a:ext uri="{FF2B5EF4-FFF2-40B4-BE49-F238E27FC236}">
                <a16:creationId xmlns:a16="http://schemas.microsoft.com/office/drawing/2014/main" id="{CAD93002-46A4-48AF-B0C9-0D642AA436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6419" y="3635223"/>
            <a:ext cx="6564112" cy="2857652"/>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a:extLst>
              <a:ext uri="{FF2B5EF4-FFF2-40B4-BE49-F238E27FC236}">
                <a16:creationId xmlns:a16="http://schemas.microsoft.com/office/drawing/2014/main" id="{D404BB32-E433-4B71-A700-DA21CAA886C0}"/>
              </a:ext>
            </a:extLst>
          </p:cNvPr>
          <p:cNvPicPr>
            <a:picLocks noChangeAspect="1"/>
          </p:cNvPicPr>
          <p:nvPr/>
        </p:nvPicPr>
        <p:blipFill>
          <a:blip r:embed="rId3"/>
          <a:stretch>
            <a:fillRect/>
          </a:stretch>
        </p:blipFill>
        <p:spPr>
          <a:xfrm>
            <a:off x="9151019" y="3789681"/>
            <a:ext cx="1884260" cy="2733838"/>
          </a:xfrm>
          <a:prstGeom prst="rect">
            <a:avLst/>
          </a:prstGeom>
        </p:spPr>
      </p:pic>
      <p:sp>
        <p:nvSpPr>
          <p:cNvPr id="6" name="箭號: 向右 5">
            <a:extLst>
              <a:ext uri="{FF2B5EF4-FFF2-40B4-BE49-F238E27FC236}">
                <a16:creationId xmlns:a16="http://schemas.microsoft.com/office/drawing/2014/main" id="{8C9964EA-95F7-4785-8901-264DE6D7B29B}"/>
              </a:ext>
            </a:extLst>
          </p:cNvPr>
          <p:cNvSpPr/>
          <p:nvPr/>
        </p:nvSpPr>
        <p:spPr>
          <a:xfrm>
            <a:off x="8120531" y="4453932"/>
            <a:ext cx="714565" cy="5328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Picture 5" descr="A Beginner intro to Convolutional Neural Networks | ML Cheat Sheet">
            <a:extLst>
              <a:ext uri="{FF2B5EF4-FFF2-40B4-BE49-F238E27FC236}">
                <a16:creationId xmlns:a16="http://schemas.microsoft.com/office/drawing/2014/main" id="{D4EB398C-9DB0-11C7-1C81-B589305F63DA}"/>
              </a:ext>
            </a:extLst>
          </p:cNvPr>
          <p:cNvPicPr/>
          <p:nvPr/>
        </p:nvPicPr>
        <p:blipFill>
          <a:blip r:embed="rId4"/>
          <a:stretch/>
        </p:blipFill>
        <p:spPr>
          <a:xfrm>
            <a:off x="8686799" y="1447036"/>
            <a:ext cx="2827493" cy="1621284"/>
          </a:xfrm>
          <a:prstGeom prst="rect">
            <a:avLst/>
          </a:prstGeom>
          <a:ln w="0">
            <a:noFill/>
          </a:ln>
        </p:spPr>
      </p:pic>
    </p:spTree>
    <p:extLst>
      <p:ext uri="{BB962C8B-B14F-4D97-AF65-F5344CB8AC3E}">
        <p14:creationId xmlns:p14="http://schemas.microsoft.com/office/powerpoint/2010/main" val="1003914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352AF4-4E44-762A-0188-5F430D337B4F}"/>
              </a:ext>
            </a:extLst>
          </p:cNvPr>
          <p:cNvSpPr>
            <a:spLocks noGrp="1"/>
          </p:cNvSpPr>
          <p:nvPr>
            <p:ph type="title"/>
          </p:nvPr>
        </p:nvSpPr>
        <p:spPr/>
        <p:txBody>
          <a:bodyPr/>
          <a:lstStyle/>
          <a:p>
            <a:r>
              <a:rPr lang="en" altLang="zh-TW" dirty="0"/>
              <a:t>Convolutional Neural Network Model</a:t>
            </a:r>
            <a:endParaRPr kumimoji="1" lang="zh-TW" altLang="en-US" dirty="0"/>
          </a:p>
        </p:txBody>
      </p:sp>
      <p:sp>
        <p:nvSpPr>
          <p:cNvPr id="3" name="內容版面配置區 2">
            <a:extLst>
              <a:ext uri="{FF2B5EF4-FFF2-40B4-BE49-F238E27FC236}">
                <a16:creationId xmlns:a16="http://schemas.microsoft.com/office/drawing/2014/main" id="{8D27AE96-556D-1CD9-201B-09E8177FA980}"/>
              </a:ext>
            </a:extLst>
          </p:cNvPr>
          <p:cNvSpPr>
            <a:spLocks noGrp="1"/>
          </p:cNvSpPr>
          <p:nvPr>
            <p:ph idx="1"/>
          </p:nvPr>
        </p:nvSpPr>
        <p:spPr/>
        <p:txBody>
          <a:bodyPr/>
          <a:lstStyle/>
          <a:p>
            <a:r>
              <a:rPr kumimoji="1" lang="zh-TW" altLang="en-US" dirty="0"/>
              <a:t>透過神經網路的計算，一次可以產出很多不同的特徵圖</a:t>
            </a:r>
            <a:r>
              <a:rPr kumimoji="1" lang="en-US" altLang="zh-TW" dirty="0"/>
              <a:t>(</a:t>
            </a:r>
            <a:r>
              <a:rPr kumimoji="1" lang="zh-TW" altLang="en-US" dirty="0"/>
              <a:t>比如</a:t>
            </a:r>
            <a:r>
              <a:rPr kumimoji="1" lang="en-US" altLang="zh-TW" dirty="0"/>
              <a:t>16</a:t>
            </a:r>
            <a:r>
              <a:rPr kumimoji="1" lang="zh-TW" altLang="en-US" dirty="0"/>
              <a:t>個</a:t>
            </a:r>
            <a:r>
              <a:rPr kumimoji="1" lang="en-US" altLang="zh-TW" dirty="0"/>
              <a:t>)</a:t>
            </a:r>
            <a:r>
              <a:rPr kumimoji="1" lang="zh-TW" altLang="en-US" dirty="0"/>
              <a:t>，用來取得不同的特徵計算</a:t>
            </a:r>
          </a:p>
        </p:txBody>
      </p:sp>
      <p:pic>
        <p:nvPicPr>
          <p:cNvPr id="1026" name="Picture 2">
            <a:extLst>
              <a:ext uri="{FF2B5EF4-FFF2-40B4-BE49-F238E27FC236}">
                <a16:creationId xmlns:a16="http://schemas.microsoft.com/office/drawing/2014/main" id="{9166679D-97BF-E213-6490-F23488BF5D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360" y="2986315"/>
            <a:ext cx="7004050" cy="3190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301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5416ED-3E26-F26D-169F-6E67AD77C215}"/>
              </a:ext>
            </a:extLst>
          </p:cNvPr>
          <p:cNvSpPr>
            <a:spLocks noGrp="1"/>
          </p:cNvSpPr>
          <p:nvPr>
            <p:ph type="title"/>
          </p:nvPr>
        </p:nvSpPr>
        <p:spPr/>
        <p:txBody>
          <a:bodyPr/>
          <a:lstStyle/>
          <a:p>
            <a:r>
              <a:rPr lang="en" altLang="zh-TW" dirty="0"/>
              <a:t>Convolutional Neural Network Model</a:t>
            </a:r>
            <a:endParaRPr kumimoji="1" lang="zh-TW" altLang="en-US" dirty="0"/>
          </a:p>
        </p:txBody>
      </p:sp>
      <p:sp>
        <p:nvSpPr>
          <p:cNvPr id="3" name="內容版面配置區 2">
            <a:extLst>
              <a:ext uri="{FF2B5EF4-FFF2-40B4-BE49-F238E27FC236}">
                <a16:creationId xmlns:a16="http://schemas.microsoft.com/office/drawing/2014/main" id="{E2CF2ABD-8332-A490-C765-6DC5D58B2C1C}"/>
              </a:ext>
            </a:extLst>
          </p:cNvPr>
          <p:cNvSpPr>
            <a:spLocks noGrp="1"/>
          </p:cNvSpPr>
          <p:nvPr>
            <p:ph idx="1"/>
          </p:nvPr>
        </p:nvSpPr>
        <p:spPr>
          <a:xfrm>
            <a:off x="838200" y="1825625"/>
            <a:ext cx="10515600" cy="4667250"/>
          </a:xfrm>
        </p:spPr>
        <p:txBody>
          <a:bodyPr>
            <a:normAutofit/>
          </a:bodyPr>
          <a:lstStyle/>
          <a:p>
            <a:pPr>
              <a:lnSpc>
                <a:spcPct val="100000"/>
              </a:lnSpc>
            </a:pPr>
            <a:r>
              <a:rPr kumimoji="1" lang="zh-TW" altLang="en-US" dirty="0"/>
              <a:t>卷積層的特色</a:t>
            </a:r>
            <a:endParaRPr kumimoji="1" lang="en-US" altLang="zh-TW" dirty="0"/>
          </a:p>
          <a:p>
            <a:pPr lvl="1">
              <a:lnSpc>
                <a:spcPct val="100000"/>
              </a:lnSpc>
            </a:pPr>
            <a:r>
              <a:rPr kumimoji="1" lang="zh-TW" altLang="en-US" dirty="0"/>
              <a:t>權值共享</a:t>
            </a:r>
            <a:endParaRPr kumimoji="1" lang="en-US" altLang="zh-TW" dirty="0"/>
          </a:p>
          <a:p>
            <a:pPr lvl="2">
              <a:lnSpc>
                <a:spcPct val="100000"/>
              </a:lnSpc>
            </a:pPr>
            <a:r>
              <a:rPr kumimoji="1" lang="zh-TW" altLang="en-US" dirty="0"/>
              <a:t>今天假如是一般的</a:t>
            </a:r>
            <a:r>
              <a:rPr kumimoji="1" lang="en-US" altLang="zh-TW" dirty="0"/>
              <a:t>FC</a:t>
            </a:r>
            <a:r>
              <a:rPr kumimoji="1" lang="zh-TW" altLang="en-US" dirty="0"/>
              <a:t>架構，一張</a:t>
            </a:r>
            <a:r>
              <a:rPr kumimoji="1" lang="en-US" altLang="zh-TW" dirty="0"/>
              <a:t>28*28*1</a:t>
            </a:r>
            <a:r>
              <a:rPr kumimoji="1" lang="zh-TW" altLang="en-US" dirty="0"/>
              <a:t>的灰階照片</a:t>
            </a:r>
            <a:r>
              <a:rPr kumimoji="1" lang="en-US" altLang="zh-TW" dirty="0"/>
              <a:t>(784</a:t>
            </a:r>
            <a:r>
              <a:rPr kumimoji="1" lang="zh-TW" altLang="en-US" dirty="0"/>
              <a:t>個特徵</a:t>
            </a:r>
            <a:r>
              <a:rPr kumimoji="1" lang="en-US" altLang="zh-TW" dirty="0"/>
              <a:t>)</a:t>
            </a:r>
            <a:r>
              <a:rPr kumimoji="1" lang="zh-TW" altLang="en-US" dirty="0"/>
              <a:t>，隱藏層使用</a:t>
            </a:r>
            <a:r>
              <a:rPr kumimoji="1" lang="en-US" altLang="zh-TW" dirty="0"/>
              <a:t>100</a:t>
            </a:r>
            <a:r>
              <a:rPr kumimoji="1" lang="zh-TW" altLang="en-US" dirty="0"/>
              <a:t>個神經元，那麼需要多少個參數？</a:t>
            </a:r>
            <a:endParaRPr kumimoji="1" lang="en-US" altLang="zh-TW" dirty="0"/>
          </a:p>
          <a:p>
            <a:pPr lvl="3">
              <a:lnSpc>
                <a:spcPct val="100000"/>
              </a:lnSpc>
            </a:pPr>
            <a:r>
              <a:rPr kumimoji="1" lang="en-US" altLang="zh-TW" dirty="0"/>
              <a:t>28</a:t>
            </a:r>
            <a:r>
              <a:rPr kumimoji="1" lang="zh-TW" altLang="en-US" dirty="0"/>
              <a:t> </a:t>
            </a:r>
            <a:r>
              <a:rPr kumimoji="1" lang="en-US" altLang="zh-TW" dirty="0"/>
              <a:t>x</a:t>
            </a:r>
            <a:r>
              <a:rPr kumimoji="1" lang="zh-TW" altLang="en-US" dirty="0"/>
              <a:t> </a:t>
            </a:r>
            <a:r>
              <a:rPr kumimoji="1" lang="en-US" altLang="zh-TW" dirty="0"/>
              <a:t>28</a:t>
            </a:r>
            <a:r>
              <a:rPr kumimoji="1" lang="zh-TW" altLang="en-US" dirty="0"/>
              <a:t> </a:t>
            </a:r>
            <a:r>
              <a:rPr kumimoji="1" lang="en-US" altLang="zh-TW" dirty="0"/>
              <a:t>x</a:t>
            </a:r>
            <a:r>
              <a:rPr kumimoji="1" lang="zh-TW" altLang="en-US" dirty="0"/>
              <a:t> </a:t>
            </a:r>
            <a:r>
              <a:rPr kumimoji="1" lang="en-US" altLang="zh-TW" dirty="0"/>
              <a:t>100</a:t>
            </a:r>
            <a:r>
              <a:rPr kumimoji="1" lang="zh-TW" altLang="en-US" dirty="0"/>
              <a:t> </a:t>
            </a:r>
            <a:r>
              <a:rPr kumimoji="1" lang="en-US" altLang="zh-TW" dirty="0"/>
              <a:t>(</a:t>
            </a:r>
            <a:r>
              <a:rPr kumimoji="1" lang="zh-TW" altLang="en-US" dirty="0"/>
              <a:t>權重</a:t>
            </a:r>
            <a:r>
              <a:rPr kumimoji="1" lang="en-US" altLang="zh-TW" dirty="0"/>
              <a:t>)</a:t>
            </a:r>
            <a:r>
              <a:rPr kumimoji="1" lang="zh-TW" altLang="en-US" dirty="0"/>
              <a:t> </a:t>
            </a:r>
            <a:r>
              <a:rPr kumimoji="1" lang="en-US" altLang="zh-TW" dirty="0"/>
              <a:t>+</a:t>
            </a:r>
            <a:r>
              <a:rPr kumimoji="1" lang="zh-TW" altLang="en-US" dirty="0"/>
              <a:t> </a:t>
            </a:r>
            <a:r>
              <a:rPr kumimoji="1" lang="en-US" altLang="zh-TW" dirty="0"/>
              <a:t>100</a:t>
            </a:r>
            <a:r>
              <a:rPr kumimoji="1" lang="zh-TW" altLang="en-US" dirty="0"/>
              <a:t> </a:t>
            </a:r>
            <a:r>
              <a:rPr kumimoji="1" lang="en-US" altLang="zh-TW" dirty="0"/>
              <a:t>(bias)</a:t>
            </a:r>
            <a:r>
              <a:rPr kumimoji="1" lang="zh-TW" altLang="en-US" dirty="0"/>
              <a:t> </a:t>
            </a:r>
            <a:r>
              <a:rPr kumimoji="1" lang="en-US" altLang="zh-TW" dirty="0"/>
              <a:t>=</a:t>
            </a:r>
            <a:r>
              <a:rPr kumimoji="1" lang="zh-TW" altLang="en-US" dirty="0"/>
              <a:t> </a:t>
            </a:r>
            <a:r>
              <a:rPr kumimoji="1" lang="en-US" altLang="zh-TW" dirty="0"/>
              <a:t>78500</a:t>
            </a:r>
            <a:r>
              <a:rPr kumimoji="1" lang="zh-TW" altLang="en-US" dirty="0"/>
              <a:t>個參數要計算</a:t>
            </a:r>
            <a:endParaRPr kumimoji="1" lang="en-US" altLang="zh-TW" dirty="0"/>
          </a:p>
          <a:p>
            <a:pPr lvl="3">
              <a:lnSpc>
                <a:spcPct val="100000"/>
              </a:lnSpc>
            </a:pPr>
            <a:r>
              <a:rPr kumimoji="1" lang="en-US" altLang="zh-TW" dirty="0"/>
              <a:t>CNN</a:t>
            </a:r>
            <a:r>
              <a:rPr kumimoji="1" lang="zh-TW" altLang="en-US" dirty="0"/>
              <a:t>則是</a:t>
            </a:r>
            <a:r>
              <a:rPr kumimoji="1" lang="en-US" altLang="zh-TW" dirty="0"/>
              <a:t>3x3</a:t>
            </a:r>
            <a:r>
              <a:rPr kumimoji="1" lang="zh-TW" altLang="en-US" dirty="0"/>
              <a:t>的</a:t>
            </a:r>
            <a:r>
              <a:rPr kumimoji="1" lang="en-US" altLang="zh-TW" dirty="0"/>
              <a:t>filter</a:t>
            </a:r>
            <a:r>
              <a:rPr kumimoji="1" lang="zh-TW" altLang="en-US" dirty="0"/>
              <a:t>，假設要算有</a:t>
            </a:r>
            <a:r>
              <a:rPr kumimoji="1" lang="en-US" altLang="zh-TW" dirty="0"/>
              <a:t>16</a:t>
            </a:r>
            <a:r>
              <a:rPr kumimoji="1" lang="zh-TW" altLang="en-US" dirty="0"/>
              <a:t>個的話，就是 </a:t>
            </a:r>
            <a:r>
              <a:rPr kumimoji="1" lang="en-US" altLang="zh-TW" dirty="0"/>
              <a:t>(9</a:t>
            </a:r>
            <a:r>
              <a:rPr kumimoji="1" lang="zh-TW" altLang="en-US" dirty="0"/>
              <a:t> </a:t>
            </a:r>
            <a:r>
              <a:rPr kumimoji="1" lang="en-US" altLang="zh-TW" dirty="0"/>
              <a:t>+</a:t>
            </a:r>
            <a:r>
              <a:rPr kumimoji="1" lang="zh-TW" altLang="en-US" dirty="0"/>
              <a:t> </a:t>
            </a:r>
            <a:r>
              <a:rPr kumimoji="1" lang="en-US" altLang="zh-TW" dirty="0"/>
              <a:t>1)</a:t>
            </a:r>
            <a:r>
              <a:rPr kumimoji="1" lang="zh-TW" altLang="en-US" dirty="0"/>
              <a:t>*</a:t>
            </a:r>
            <a:r>
              <a:rPr kumimoji="1" lang="en-US" altLang="zh-TW" dirty="0"/>
              <a:t>16</a:t>
            </a:r>
            <a:r>
              <a:rPr kumimoji="1" lang="zh-TW" altLang="en-US" dirty="0"/>
              <a:t>個參數要計算</a:t>
            </a:r>
            <a:endParaRPr kumimoji="1" lang="en-US" altLang="zh-TW" dirty="0"/>
          </a:p>
          <a:p>
            <a:pPr lvl="4">
              <a:lnSpc>
                <a:spcPct val="100000"/>
              </a:lnSpc>
            </a:pPr>
            <a:r>
              <a:rPr kumimoji="1" lang="en" altLang="zh-TW" dirty="0"/>
              <a:t>CNN</a:t>
            </a:r>
            <a:r>
              <a:rPr kumimoji="1" lang="zh-TW" altLang="en-US" dirty="0"/>
              <a:t>權值共享：在一般的圖像內有許多的特徵是相同的，如特定的輪廓或線條，那我們就可以讓相同幾個神經元組成的卷積核去學這個特徵，透過滑動窗口對整張圖片進行卷積，進而達到節省參數的效果</a:t>
            </a:r>
            <a:endParaRPr kumimoji="1" lang="en-US" altLang="zh-TW" dirty="0"/>
          </a:p>
          <a:p>
            <a:pPr lvl="1">
              <a:lnSpc>
                <a:spcPct val="100000"/>
              </a:lnSpc>
            </a:pPr>
            <a:r>
              <a:rPr kumimoji="1" lang="zh-TW" altLang="en-US" dirty="0"/>
              <a:t>保留位置資訊</a:t>
            </a:r>
            <a:endParaRPr kumimoji="1" lang="en-US" altLang="zh-TW" dirty="0"/>
          </a:p>
          <a:p>
            <a:pPr lvl="2">
              <a:lnSpc>
                <a:spcPct val="100000"/>
              </a:lnSpc>
            </a:pPr>
            <a:r>
              <a:rPr kumimoji="1" lang="zh-TW" altLang="en-US" dirty="0"/>
              <a:t>可以想像圖片中的像素 </a:t>
            </a:r>
            <a:r>
              <a:rPr kumimoji="1" lang="en-US" altLang="zh-TW" dirty="0"/>
              <a:t>(</a:t>
            </a:r>
            <a:r>
              <a:rPr kumimoji="1" lang="en" altLang="zh-TW" dirty="0"/>
              <a:t>Pixels)</a:t>
            </a:r>
            <a:r>
              <a:rPr kumimoji="1" lang="zh-TW" altLang="en-US" dirty="0"/>
              <a:t>與其鄰近的像素會有一定的關聯度，如果使用</a:t>
            </a:r>
            <a:r>
              <a:rPr kumimoji="1" lang="en" altLang="zh-TW" dirty="0"/>
              <a:t>FC</a:t>
            </a:r>
            <a:r>
              <a:rPr kumimoji="1" lang="zh-TW" altLang="en-US" dirty="0"/>
              <a:t>的結構來訓練圖片資訊的話，要先通過一個展開</a:t>
            </a:r>
            <a:r>
              <a:rPr kumimoji="1" lang="en-US" altLang="zh-TW" dirty="0"/>
              <a:t>(</a:t>
            </a:r>
            <a:r>
              <a:rPr kumimoji="1" lang="en" altLang="zh-TW" dirty="0"/>
              <a:t>Flatten)</a:t>
            </a:r>
            <a:r>
              <a:rPr kumimoji="1" lang="zh-TW" altLang="en-US" dirty="0"/>
              <a:t>的步驟，把高維的資訊拉成一條直線，如此一來就會大量失去特徵之間的「相鄰」的空間資訊</a:t>
            </a:r>
          </a:p>
        </p:txBody>
      </p:sp>
    </p:spTree>
    <p:extLst>
      <p:ext uri="{BB962C8B-B14F-4D97-AF65-F5344CB8AC3E}">
        <p14:creationId xmlns:p14="http://schemas.microsoft.com/office/powerpoint/2010/main" val="377339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49FD22-A57B-4C5A-8FEA-B4411C1DE2FC}"/>
              </a:ext>
            </a:extLst>
          </p:cNvPr>
          <p:cNvSpPr>
            <a:spLocks noGrp="1"/>
          </p:cNvSpPr>
          <p:nvPr>
            <p:ph type="title"/>
          </p:nvPr>
        </p:nvSpPr>
        <p:spPr/>
        <p:txBody>
          <a:bodyPr/>
          <a:lstStyle/>
          <a:p>
            <a:r>
              <a:rPr lang="en" altLang="zh-TW" dirty="0"/>
              <a:t>Convolutional Neural Network Model</a:t>
            </a:r>
            <a:endParaRPr lang="zh-TW" altLang="en-US" dirty="0"/>
          </a:p>
        </p:txBody>
      </p:sp>
      <p:sp>
        <p:nvSpPr>
          <p:cNvPr id="3" name="內容版面配置區 2">
            <a:extLst>
              <a:ext uri="{FF2B5EF4-FFF2-40B4-BE49-F238E27FC236}">
                <a16:creationId xmlns:a16="http://schemas.microsoft.com/office/drawing/2014/main" id="{56A575DC-43A2-4C6A-85A8-6593DE08831A}"/>
              </a:ext>
            </a:extLst>
          </p:cNvPr>
          <p:cNvSpPr>
            <a:spLocks noGrp="1"/>
          </p:cNvSpPr>
          <p:nvPr>
            <p:ph idx="1"/>
          </p:nvPr>
        </p:nvSpPr>
        <p:spPr/>
        <p:txBody>
          <a:bodyPr/>
          <a:lstStyle/>
          <a:p>
            <a:r>
              <a:rPr lang="zh-TW" altLang="en-US" dirty="0"/>
              <a:t>池化層</a:t>
            </a:r>
            <a:r>
              <a:rPr lang="en-US" altLang="zh-TW" dirty="0"/>
              <a:t>(Pooling layer)</a:t>
            </a:r>
          </a:p>
          <a:p>
            <a:pPr lvl="1"/>
            <a:r>
              <a:rPr lang="zh-TW" altLang="en-US" dirty="0"/>
              <a:t>以</a:t>
            </a:r>
            <a:r>
              <a:rPr lang="en-US" altLang="zh-TW" dirty="0"/>
              <a:t>Max Pooling</a:t>
            </a:r>
            <a:r>
              <a:rPr lang="zh-TW" altLang="en-US" dirty="0"/>
              <a:t>為例</a:t>
            </a:r>
          </a:p>
        </p:txBody>
      </p:sp>
      <p:pic>
        <p:nvPicPr>
          <p:cNvPr id="2050" name="Picture 2">
            <a:extLst>
              <a:ext uri="{FF2B5EF4-FFF2-40B4-BE49-F238E27FC236}">
                <a16:creationId xmlns:a16="http://schemas.microsoft.com/office/drawing/2014/main" id="{075C1AA7-55F4-4591-90E9-56205E27F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18" y="2753561"/>
            <a:ext cx="7685067" cy="277917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236E267-5013-4249-BCA8-074113155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7735" y="3657600"/>
            <a:ext cx="7436066" cy="293800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122" name="Picture 2" descr="Reference image through 3 progressive iterations of max pooling using a (2, 2) kernel.">
            <a:extLst>
              <a:ext uri="{FF2B5EF4-FFF2-40B4-BE49-F238E27FC236}">
                <a16:creationId xmlns:a16="http://schemas.microsoft.com/office/drawing/2014/main" id="{D753556D-9389-40C5-A99C-C192794E1AB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710" t="13234" r="8308" b="18359"/>
          <a:stretch/>
        </p:blipFill>
        <p:spPr bwMode="auto">
          <a:xfrm>
            <a:off x="5421086" y="1494160"/>
            <a:ext cx="5932714" cy="159086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17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1000"/>
                                        <p:tgtEl>
                                          <p:spTgt spid="2052"/>
                                        </p:tgtEl>
                                      </p:cBhvr>
                                    </p:animEffect>
                                    <p:anim calcmode="lin" valueType="num">
                                      <p:cBhvr>
                                        <p:cTn id="8" dur="1000" fill="hold"/>
                                        <p:tgtEl>
                                          <p:spTgt spid="2052"/>
                                        </p:tgtEl>
                                        <p:attrNameLst>
                                          <p:attrName>ppt_x</p:attrName>
                                        </p:attrNameLst>
                                      </p:cBhvr>
                                      <p:tavLst>
                                        <p:tav tm="0">
                                          <p:val>
                                            <p:strVal val="#ppt_x"/>
                                          </p:val>
                                        </p:tav>
                                        <p:tav tm="100000">
                                          <p:val>
                                            <p:strVal val="#ppt_x"/>
                                          </p:val>
                                        </p:tav>
                                      </p:tavLst>
                                    </p:anim>
                                    <p:anim calcmode="lin" valueType="num">
                                      <p:cBhvr>
                                        <p:cTn id="9" dur="1000" fill="hold"/>
                                        <p:tgtEl>
                                          <p:spTgt spid="20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5122"/>
                                        </p:tgtEl>
                                        <p:attrNameLst>
                                          <p:attrName>style.visibility</p:attrName>
                                        </p:attrNameLst>
                                      </p:cBhvr>
                                      <p:to>
                                        <p:strVal val="visible"/>
                                      </p:to>
                                    </p:set>
                                    <p:animEffect transition="in" filter="randombar(horizontal)">
                                      <p:cBhvr>
                                        <p:cTn id="14"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93786A-33F5-42BD-B0A1-2DE75D5B01FD}"/>
              </a:ext>
            </a:extLst>
          </p:cNvPr>
          <p:cNvSpPr>
            <a:spLocks noGrp="1"/>
          </p:cNvSpPr>
          <p:nvPr>
            <p:ph type="title"/>
          </p:nvPr>
        </p:nvSpPr>
        <p:spPr/>
        <p:txBody>
          <a:bodyPr/>
          <a:lstStyle/>
          <a:p>
            <a:r>
              <a:rPr lang="en" altLang="zh-TW" dirty="0"/>
              <a:t>Convolutional Neural Network Model</a:t>
            </a:r>
            <a:endParaRPr lang="zh-TW" altLang="en-US" dirty="0"/>
          </a:p>
        </p:txBody>
      </p:sp>
      <p:sp>
        <p:nvSpPr>
          <p:cNvPr id="3" name="內容版面配置區 2">
            <a:extLst>
              <a:ext uri="{FF2B5EF4-FFF2-40B4-BE49-F238E27FC236}">
                <a16:creationId xmlns:a16="http://schemas.microsoft.com/office/drawing/2014/main" id="{D2705FF3-A88E-4EEC-A1E2-6F8C2EE1AAD0}"/>
              </a:ext>
            </a:extLst>
          </p:cNvPr>
          <p:cNvSpPr>
            <a:spLocks noGrp="1"/>
          </p:cNvSpPr>
          <p:nvPr>
            <p:ph idx="1"/>
          </p:nvPr>
        </p:nvSpPr>
        <p:spPr/>
        <p:txBody>
          <a:bodyPr/>
          <a:lstStyle/>
          <a:p>
            <a:r>
              <a:rPr lang="en-US" altLang="zh-TW" dirty="0"/>
              <a:t>Fully Connected Layer </a:t>
            </a:r>
            <a:r>
              <a:rPr lang="zh-TW" altLang="en-US" dirty="0"/>
              <a:t>全連接層</a:t>
            </a:r>
            <a:endParaRPr lang="en-US" altLang="zh-TW" dirty="0"/>
          </a:p>
          <a:p>
            <a:pPr lvl="1"/>
            <a:r>
              <a:rPr lang="zh-TW" altLang="en-US" dirty="0"/>
              <a:t>基本上全連接層的部分就是將之前的結果平坦化之後接到最基本的神經網路</a:t>
            </a:r>
          </a:p>
        </p:txBody>
      </p:sp>
      <p:pic>
        <p:nvPicPr>
          <p:cNvPr id="3074" name="Picture 2">
            <a:extLst>
              <a:ext uri="{FF2B5EF4-FFF2-40B4-BE49-F238E27FC236}">
                <a16:creationId xmlns:a16="http://schemas.microsoft.com/office/drawing/2014/main" id="{7D9F6FCA-F21A-4914-8F19-FED45BA93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174" y="3221399"/>
            <a:ext cx="5020590" cy="268038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8DFB88C-E983-4091-A29B-481E0923C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0273" y="2997612"/>
            <a:ext cx="5693527" cy="3127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149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EA458F-B23D-8E7C-D76F-7BB61E8784B8}"/>
              </a:ext>
            </a:extLst>
          </p:cNvPr>
          <p:cNvSpPr>
            <a:spLocks noGrp="1"/>
          </p:cNvSpPr>
          <p:nvPr>
            <p:ph type="title"/>
          </p:nvPr>
        </p:nvSpPr>
        <p:spPr/>
        <p:txBody>
          <a:bodyPr/>
          <a:lstStyle/>
          <a:p>
            <a:r>
              <a:rPr lang="en" altLang="zh-TW" dirty="0"/>
              <a:t>Convolutional Neural Network Model</a:t>
            </a:r>
            <a:endParaRPr kumimoji="1" lang="zh-TW" altLang="en-US" dirty="0"/>
          </a:p>
        </p:txBody>
      </p:sp>
      <p:sp>
        <p:nvSpPr>
          <p:cNvPr id="3" name="內容版面配置區 2">
            <a:extLst>
              <a:ext uri="{FF2B5EF4-FFF2-40B4-BE49-F238E27FC236}">
                <a16:creationId xmlns:a16="http://schemas.microsoft.com/office/drawing/2014/main" id="{540158FB-AC9C-AF48-BB48-6AC42A9A0ECB}"/>
              </a:ext>
            </a:extLst>
          </p:cNvPr>
          <p:cNvSpPr>
            <a:spLocks noGrp="1"/>
          </p:cNvSpPr>
          <p:nvPr>
            <p:ph idx="1"/>
          </p:nvPr>
        </p:nvSpPr>
        <p:spPr/>
        <p:txBody>
          <a:bodyPr/>
          <a:lstStyle/>
          <a:p>
            <a:r>
              <a:rPr kumimoji="1" lang="zh-TW" altLang="en-US" dirty="0"/>
              <a:t>常見的參數</a:t>
            </a:r>
            <a:endParaRPr kumimoji="1" lang="en-US" altLang="zh-TW" dirty="0"/>
          </a:p>
          <a:p>
            <a:pPr lvl="1"/>
            <a:r>
              <a:rPr kumimoji="1" lang="zh-TW" altLang="en-US" dirty="0"/>
              <a:t>卷積層：</a:t>
            </a:r>
            <a:endParaRPr kumimoji="1" lang="en-US" altLang="zh-TW" dirty="0"/>
          </a:p>
          <a:p>
            <a:pPr lvl="2"/>
            <a:r>
              <a:rPr kumimoji="1" lang="en-US" altLang="zh-TW" dirty="0"/>
              <a:t>Kernel(filter)</a:t>
            </a:r>
            <a:r>
              <a:rPr kumimoji="1" lang="zh-TW" altLang="en-US" dirty="0"/>
              <a:t>的張數，前面的例子是</a:t>
            </a:r>
            <a:r>
              <a:rPr kumimoji="1" lang="en-US" altLang="zh-TW" dirty="0"/>
              <a:t>16</a:t>
            </a:r>
            <a:r>
              <a:rPr kumimoji="1" lang="zh-TW" altLang="en-US" dirty="0"/>
              <a:t>個，或</a:t>
            </a:r>
            <a:r>
              <a:rPr kumimoji="1" lang="en-US" altLang="zh-TW" dirty="0"/>
              <a:t>32</a:t>
            </a:r>
            <a:r>
              <a:rPr kumimoji="1" lang="zh-TW" altLang="en-US" dirty="0"/>
              <a:t>個不一定</a:t>
            </a:r>
            <a:endParaRPr kumimoji="1" lang="en-US" altLang="zh-TW" dirty="0"/>
          </a:p>
          <a:p>
            <a:pPr lvl="2"/>
            <a:r>
              <a:rPr kumimoji="1" lang="en-US" altLang="zh-TW" dirty="0"/>
              <a:t>Kernel</a:t>
            </a:r>
            <a:r>
              <a:rPr kumimoji="1" lang="zh-TW" altLang="en-US" dirty="0"/>
              <a:t>的大小，例如 </a:t>
            </a:r>
            <a:r>
              <a:rPr kumimoji="1" lang="en-US" altLang="zh-TW" dirty="0"/>
              <a:t>3x3</a:t>
            </a:r>
            <a:r>
              <a:rPr kumimoji="1" lang="zh-TW" altLang="en-US" dirty="0"/>
              <a:t>、</a:t>
            </a:r>
            <a:r>
              <a:rPr kumimoji="1" lang="en-US" altLang="zh-TW" dirty="0"/>
              <a:t>5x5</a:t>
            </a:r>
            <a:r>
              <a:rPr kumimoji="1" lang="zh-TW" altLang="en-US" dirty="0"/>
              <a:t>，決定所謂的特徵接受域 </a:t>
            </a:r>
            <a:r>
              <a:rPr kumimoji="1" lang="en-US" altLang="zh-TW" dirty="0"/>
              <a:t>(</a:t>
            </a:r>
            <a:r>
              <a:rPr kumimoji="1" lang="en" altLang="zh-TW" dirty="0"/>
              <a:t>Receptive field)</a:t>
            </a:r>
          </a:p>
          <a:p>
            <a:pPr lvl="2"/>
            <a:r>
              <a:rPr kumimoji="1" lang="zh-TW" altLang="en-US" dirty="0"/>
              <a:t>步長</a:t>
            </a:r>
            <a:r>
              <a:rPr kumimoji="1" lang="en-US" altLang="zh-TW" dirty="0"/>
              <a:t>(</a:t>
            </a:r>
            <a:r>
              <a:rPr kumimoji="1" lang="en" altLang="zh-TW" dirty="0"/>
              <a:t>Strides)</a:t>
            </a:r>
            <a:r>
              <a:rPr kumimoji="1" lang="zh-TW" altLang="en" dirty="0"/>
              <a:t>：</a:t>
            </a:r>
            <a:r>
              <a:rPr kumimoji="1" lang="en-US" altLang="zh-TW" dirty="0"/>
              <a:t>kernel</a:t>
            </a:r>
            <a:r>
              <a:rPr kumimoji="1" lang="zh-TW" altLang="en-US" dirty="0"/>
              <a:t>一次移動的步伐有多大</a:t>
            </a:r>
          </a:p>
        </p:txBody>
      </p:sp>
      <p:pic>
        <p:nvPicPr>
          <p:cNvPr id="2050" name="Picture 2">
            <a:extLst>
              <a:ext uri="{FF2B5EF4-FFF2-40B4-BE49-F238E27FC236}">
                <a16:creationId xmlns:a16="http://schemas.microsoft.com/office/drawing/2014/main" id="{A78F5695-1335-81AB-B6B2-D0A71416D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0" y="3774573"/>
            <a:ext cx="4224020" cy="2470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FDEE8BC-032E-F2FE-90CA-8A51B8EC2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0" y="3864668"/>
            <a:ext cx="3566160" cy="2290059"/>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CECC1AC3-01D2-D9F2-BC0D-BD221395E216}"/>
              </a:ext>
            </a:extLst>
          </p:cNvPr>
          <p:cNvSpPr txBox="1"/>
          <p:nvPr/>
        </p:nvSpPr>
        <p:spPr>
          <a:xfrm>
            <a:off x="121920" y="6492875"/>
            <a:ext cx="11145520" cy="338554"/>
          </a:xfrm>
          <a:prstGeom prst="rect">
            <a:avLst/>
          </a:prstGeom>
          <a:noFill/>
        </p:spPr>
        <p:txBody>
          <a:bodyPr wrap="square">
            <a:spAutoFit/>
          </a:bodyPr>
          <a:lstStyle/>
          <a:p>
            <a:r>
              <a:rPr lang="zh-TW" altLang="en-US" sz="1600" dirty="0"/>
              <a:t>https://towardsdatascience.com/applied-deep-learning-part-4-convolutional-neural-networks-584bc134c1e2</a:t>
            </a:r>
          </a:p>
        </p:txBody>
      </p:sp>
    </p:spTree>
    <p:extLst>
      <p:ext uri="{BB962C8B-B14F-4D97-AF65-F5344CB8AC3E}">
        <p14:creationId xmlns:p14="http://schemas.microsoft.com/office/powerpoint/2010/main" val="3045286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C63681-C945-3C3C-480D-0312C1071B0D}"/>
              </a:ext>
            </a:extLst>
          </p:cNvPr>
          <p:cNvSpPr>
            <a:spLocks noGrp="1"/>
          </p:cNvSpPr>
          <p:nvPr>
            <p:ph type="title"/>
          </p:nvPr>
        </p:nvSpPr>
        <p:spPr/>
        <p:txBody>
          <a:bodyPr/>
          <a:lstStyle/>
          <a:p>
            <a:r>
              <a:rPr lang="en" altLang="zh-TW" dirty="0"/>
              <a:t>Convolutional Neural Network Model</a:t>
            </a:r>
            <a:endParaRPr kumimoji="1" lang="zh-TW" altLang="en-US" dirty="0"/>
          </a:p>
        </p:txBody>
      </p:sp>
      <p:sp>
        <p:nvSpPr>
          <p:cNvPr id="3" name="內容版面配置區 2">
            <a:extLst>
              <a:ext uri="{FF2B5EF4-FFF2-40B4-BE49-F238E27FC236}">
                <a16:creationId xmlns:a16="http://schemas.microsoft.com/office/drawing/2014/main" id="{0B3B12DA-6EBB-9B02-9022-08793B20318F}"/>
              </a:ext>
            </a:extLst>
          </p:cNvPr>
          <p:cNvSpPr>
            <a:spLocks noGrp="1"/>
          </p:cNvSpPr>
          <p:nvPr>
            <p:ph idx="1"/>
          </p:nvPr>
        </p:nvSpPr>
        <p:spPr>
          <a:xfrm>
            <a:off x="838200" y="1825624"/>
            <a:ext cx="10515600" cy="5032375"/>
          </a:xfrm>
        </p:spPr>
        <p:txBody>
          <a:bodyPr>
            <a:normAutofit/>
          </a:bodyPr>
          <a:lstStyle/>
          <a:p>
            <a:pPr>
              <a:lnSpc>
                <a:spcPct val="100000"/>
              </a:lnSpc>
            </a:pPr>
            <a:r>
              <a:rPr kumimoji="1" lang="zh-TW" altLang="en-US" dirty="0"/>
              <a:t>常見的參數</a:t>
            </a:r>
            <a:endParaRPr kumimoji="1" lang="en-US" altLang="zh-TW" dirty="0"/>
          </a:p>
          <a:p>
            <a:pPr lvl="1">
              <a:lnSpc>
                <a:spcPct val="100000"/>
              </a:lnSpc>
            </a:pPr>
            <a:r>
              <a:rPr kumimoji="1" lang="zh-TW" altLang="en-US" dirty="0"/>
              <a:t>卷積層：</a:t>
            </a:r>
            <a:endParaRPr kumimoji="1" lang="en-US" altLang="zh-TW" dirty="0"/>
          </a:p>
          <a:p>
            <a:pPr lvl="2">
              <a:lnSpc>
                <a:spcPct val="100000"/>
              </a:lnSpc>
            </a:pPr>
            <a:r>
              <a:rPr kumimoji="1" lang="zh-TW" altLang="en-US" dirty="0"/>
              <a:t>填充 </a:t>
            </a:r>
            <a:r>
              <a:rPr kumimoji="1" lang="en-US" altLang="zh-TW" dirty="0"/>
              <a:t>(</a:t>
            </a:r>
            <a:r>
              <a:rPr kumimoji="1" lang="en" altLang="zh-TW" dirty="0"/>
              <a:t>Padding)</a:t>
            </a:r>
            <a:r>
              <a:rPr kumimoji="1" lang="zh-TW" altLang="en" dirty="0"/>
              <a:t>：</a:t>
            </a:r>
            <a:r>
              <a:rPr kumimoji="1" lang="zh-TW" altLang="en-US" dirty="0"/>
              <a:t>圖的四邊跟角落因為像素點不夠跟</a:t>
            </a:r>
            <a:r>
              <a:rPr kumimoji="1" lang="en-US" altLang="zh-TW" dirty="0"/>
              <a:t>kernel</a:t>
            </a:r>
            <a:r>
              <a:rPr kumimoji="1" lang="zh-TW" altLang="en-US" dirty="0"/>
              <a:t>做計算，如果只計算有足夠點的地方，那邊產出的特徵圖片就會比原本輸入的還要小；也可以透過</a:t>
            </a:r>
            <a:r>
              <a:rPr kumimoji="1" lang="en-US" altLang="zh-TW" dirty="0"/>
              <a:t>Padding</a:t>
            </a:r>
            <a:r>
              <a:rPr kumimoji="1" lang="zh-TW" altLang="en-US" dirty="0"/>
              <a:t>在圖像周圍補值為</a:t>
            </a:r>
            <a:r>
              <a:rPr kumimoji="1" lang="en-US" altLang="zh-TW" dirty="0"/>
              <a:t>0</a:t>
            </a:r>
            <a:r>
              <a:rPr kumimoji="1" lang="zh-TW" altLang="en-US" dirty="0"/>
              <a:t>的像素</a:t>
            </a:r>
            <a:endParaRPr kumimoji="1" lang="en-US" altLang="zh-TW" dirty="0"/>
          </a:p>
          <a:p>
            <a:pPr lvl="3">
              <a:lnSpc>
                <a:spcPct val="100000"/>
              </a:lnSpc>
            </a:pPr>
            <a:r>
              <a:rPr kumimoji="1" lang="en-US" altLang="zh-TW" dirty="0"/>
              <a:t>Padding</a:t>
            </a:r>
            <a:r>
              <a:rPr kumimoji="1" lang="zh-TW" altLang="en-US" dirty="0"/>
              <a:t>、</a:t>
            </a:r>
            <a:r>
              <a:rPr kumimoji="1" lang="en-US" altLang="zh-TW" dirty="0"/>
              <a:t>Strides</a:t>
            </a:r>
            <a:r>
              <a:rPr kumimoji="1" lang="zh-TW" altLang="en-US" dirty="0"/>
              <a:t>及</a:t>
            </a:r>
            <a:r>
              <a:rPr kumimoji="1" lang="en-US" altLang="zh-TW" dirty="0"/>
              <a:t>Kernel </a:t>
            </a:r>
            <a:r>
              <a:rPr kumimoji="1" lang="zh-TW" altLang="en-US" dirty="0"/>
              <a:t>尺寸會決定輸</a:t>
            </a:r>
            <a:br>
              <a:rPr kumimoji="1" lang="en-US" altLang="zh-TW" dirty="0"/>
            </a:br>
            <a:r>
              <a:rPr kumimoji="1" lang="zh-TW" altLang="en-US" dirty="0"/>
              <a:t>出</a:t>
            </a:r>
            <a:r>
              <a:rPr kumimoji="1" lang="en-US" altLang="zh-TW" dirty="0"/>
              <a:t>Feature map</a:t>
            </a:r>
            <a:r>
              <a:rPr kumimoji="1" lang="zh-TW" altLang="en-US" dirty="0"/>
              <a:t>的大小</a:t>
            </a:r>
            <a:endParaRPr kumimoji="1" lang="en-US" altLang="zh-TW" dirty="0"/>
          </a:p>
          <a:p>
            <a:pPr lvl="2">
              <a:lnSpc>
                <a:spcPct val="100000"/>
              </a:lnSpc>
            </a:pPr>
            <a:r>
              <a:rPr kumimoji="1" lang="en-US" altLang="zh-TW" dirty="0"/>
              <a:t>Padding </a:t>
            </a:r>
            <a:r>
              <a:rPr kumimoji="1" lang="zh-TW" altLang="en-US" dirty="0"/>
              <a:t>的設定就分為兩類，分別為：</a:t>
            </a:r>
          </a:p>
          <a:p>
            <a:pPr lvl="3">
              <a:lnSpc>
                <a:spcPct val="100000"/>
              </a:lnSpc>
            </a:pPr>
            <a:r>
              <a:rPr kumimoji="1" lang="en-US" altLang="zh-TW" dirty="0"/>
              <a:t>Same Padding</a:t>
            </a:r>
            <a:r>
              <a:rPr kumimoji="1" lang="zh-TW" altLang="en-US" dirty="0"/>
              <a:t>：在</a:t>
            </a:r>
            <a:r>
              <a:rPr kumimoji="1" lang="en-US" altLang="zh-TW" dirty="0"/>
              <a:t>Stride</a:t>
            </a:r>
            <a:r>
              <a:rPr kumimoji="1" lang="zh-TW" altLang="en-US" dirty="0"/>
              <a:t>為</a:t>
            </a:r>
            <a:r>
              <a:rPr kumimoji="1" lang="en-US" altLang="zh-TW" dirty="0"/>
              <a:t>1</a:t>
            </a:r>
            <a:r>
              <a:rPr kumimoji="1" lang="zh-TW" altLang="en-US" dirty="0"/>
              <a:t>時，會讓輸</a:t>
            </a:r>
            <a:br>
              <a:rPr kumimoji="1" lang="en-US" altLang="zh-TW" dirty="0"/>
            </a:br>
            <a:r>
              <a:rPr kumimoji="1" lang="zh-TW" altLang="en-US" dirty="0"/>
              <a:t>出</a:t>
            </a:r>
            <a:r>
              <a:rPr kumimoji="1" lang="en-US" altLang="zh-TW" dirty="0"/>
              <a:t>Feature map</a:t>
            </a:r>
            <a:r>
              <a:rPr kumimoji="1" lang="zh-TW" altLang="en-US" dirty="0"/>
              <a:t>與輸入圖像維持一樣的尺</a:t>
            </a:r>
            <a:br>
              <a:rPr kumimoji="1" lang="en-US" altLang="zh-TW" dirty="0"/>
            </a:br>
            <a:r>
              <a:rPr kumimoji="1" lang="zh-TW" altLang="en-US" dirty="0"/>
              <a:t>寸，而當</a:t>
            </a:r>
            <a:r>
              <a:rPr kumimoji="1" lang="en-US" altLang="zh-TW" dirty="0"/>
              <a:t>Stride</a:t>
            </a:r>
            <a:r>
              <a:rPr kumimoji="1" lang="zh-TW" altLang="en-US" dirty="0"/>
              <a:t>大於</a:t>
            </a:r>
            <a:r>
              <a:rPr kumimoji="1" lang="en-US" altLang="zh-TW" dirty="0"/>
              <a:t>1</a:t>
            </a:r>
            <a:r>
              <a:rPr kumimoji="1" lang="zh-TW" altLang="en-US" dirty="0"/>
              <a:t>時，輸出</a:t>
            </a:r>
            <a:r>
              <a:rPr kumimoji="1" lang="en-US" altLang="zh-TW" dirty="0"/>
              <a:t>Feature map</a:t>
            </a:r>
            <a:br>
              <a:rPr kumimoji="1" lang="en-US" altLang="zh-TW" dirty="0"/>
            </a:br>
            <a:r>
              <a:rPr kumimoji="1" lang="zh-TW" altLang="en-US" dirty="0"/>
              <a:t>寬、高等於輸入</a:t>
            </a:r>
            <a:r>
              <a:rPr kumimoji="1" lang="en-US" altLang="zh-TW" dirty="0"/>
              <a:t>"(</a:t>
            </a:r>
            <a:r>
              <a:rPr kumimoji="1" lang="zh-TW" altLang="en-US" dirty="0"/>
              <a:t>影像寬、高</a:t>
            </a:r>
            <a:r>
              <a:rPr kumimoji="1" lang="en-US" altLang="zh-TW" dirty="0"/>
              <a:t>)/Stride"</a:t>
            </a:r>
            <a:endParaRPr kumimoji="1" lang="zh-TW" altLang="en-US" dirty="0"/>
          </a:p>
          <a:p>
            <a:pPr lvl="3">
              <a:lnSpc>
                <a:spcPct val="100000"/>
              </a:lnSpc>
            </a:pPr>
            <a:r>
              <a:rPr kumimoji="1" lang="en-US" altLang="zh-TW" dirty="0"/>
              <a:t>Valid Padding</a:t>
            </a:r>
            <a:r>
              <a:rPr kumimoji="1" lang="zh-TW" altLang="en-US" dirty="0"/>
              <a:t>：不會特別去補邊，因此會</a:t>
            </a:r>
            <a:br>
              <a:rPr kumimoji="1" lang="en-US" altLang="zh-TW" dirty="0"/>
            </a:br>
            <a:r>
              <a:rPr kumimoji="1" lang="zh-TW" altLang="en-US" dirty="0"/>
              <a:t>讓輸出的</a:t>
            </a:r>
            <a:r>
              <a:rPr kumimoji="1" lang="en-US" altLang="zh-TW" dirty="0"/>
              <a:t>Feature map</a:t>
            </a:r>
            <a:r>
              <a:rPr kumimoji="1" lang="zh-TW" altLang="en-US" dirty="0"/>
              <a:t>尺寸下降，而當遇</a:t>
            </a:r>
            <a:br>
              <a:rPr kumimoji="1" lang="en-US" altLang="zh-TW" dirty="0"/>
            </a:br>
            <a:r>
              <a:rPr kumimoji="1" lang="zh-TW" altLang="en-US" dirty="0"/>
              <a:t>到卷積無法完整卷積的狀況則會直接捨棄多出來的像素</a:t>
            </a:r>
            <a:endParaRPr kumimoji="1" lang="en-US" altLang="zh-TW" dirty="0"/>
          </a:p>
        </p:txBody>
      </p:sp>
      <p:pic>
        <p:nvPicPr>
          <p:cNvPr id="3074" name="Picture 2">
            <a:extLst>
              <a:ext uri="{FF2B5EF4-FFF2-40B4-BE49-F238E27FC236}">
                <a16:creationId xmlns:a16="http://schemas.microsoft.com/office/drawing/2014/main" id="{19BF8A04-112A-1896-55D8-78F62F3B6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8640" y="3581784"/>
            <a:ext cx="4455160" cy="277884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077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FF243E-E0C2-FD41-E240-693D13B39FB2}"/>
              </a:ext>
            </a:extLst>
          </p:cNvPr>
          <p:cNvSpPr>
            <a:spLocks noGrp="1"/>
          </p:cNvSpPr>
          <p:nvPr>
            <p:ph type="title"/>
          </p:nvPr>
        </p:nvSpPr>
        <p:spPr/>
        <p:txBody>
          <a:bodyPr/>
          <a:lstStyle/>
          <a:p>
            <a:r>
              <a:rPr lang="en" altLang="zh-TW" dirty="0"/>
              <a:t>Convolutional Neural Network Model</a:t>
            </a:r>
            <a:endParaRPr kumimoji="1" lang="zh-TW" altLang="en-US" dirty="0"/>
          </a:p>
        </p:txBody>
      </p:sp>
      <p:sp>
        <p:nvSpPr>
          <p:cNvPr id="3" name="內容版面配置區 2">
            <a:extLst>
              <a:ext uri="{FF2B5EF4-FFF2-40B4-BE49-F238E27FC236}">
                <a16:creationId xmlns:a16="http://schemas.microsoft.com/office/drawing/2014/main" id="{2CD8FFC8-3B8A-39F1-7AFE-31A716BC0645}"/>
              </a:ext>
            </a:extLst>
          </p:cNvPr>
          <p:cNvSpPr>
            <a:spLocks noGrp="1"/>
          </p:cNvSpPr>
          <p:nvPr>
            <p:ph idx="1"/>
          </p:nvPr>
        </p:nvSpPr>
        <p:spPr/>
        <p:txBody>
          <a:bodyPr/>
          <a:lstStyle/>
          <a:p>
            <a:pPr>
              <a:lnSpc>
                <a:spcPct val="100000"/>
              </a:lnSpc>
            </a:pPr>
            <a:r>
              <a:rPr kumimoji="1" lang="zh-TW" altLang="en-US" dirty="0"/>
              <a:t>常見的參數</a:t>
            </a:r>
            <a:endParaRPr kumimoji="1" lang="en-US" altLang="zh-TW" dirty="0"/>
          </a:p>
          <a:p>
            <a:pPr lvl="1">
              <a:lnSpc>
                <a:spcPct val="100000"/>
              </a:lnSpc>
            </a:pPr>
            <a:r>
              <a:rPr kumimoji="1" lang="zh-TW" altLang="en-US" dirty="0"/>
              <a:t>池化層：</a:t>
            </a:r>
            <a:endParaRPr kumimoji="1" lang="en-US" altLang="zh-TW" dirty="0"/>
          </a:p>
          <a:p>
            <a:pPr lvl="2">
              <a:lnSpc>
                <a:spcPct val="100000"/>
              </a:lnSpc>
            </a:pPr>
            <a:r>
              <a:rPr kumimoji="1" lang="en-US" altLang="zh-TW" dirty="0"/>
              <a:t>Pooling</a:t>
            </a:r>
            <a:r>
              <a:rPr kumimoji="1" lang="zh-TW" altLang="en-US" dirty="0"/>
              <a:t> </a:t>
            </a:r>
            <a:r>
              <a:rPr kumimoji="1" lang="en-US" altLang="zh-TW" dirty="0"/>
              <a:t>layer</a:t>
            </a:r>
            <a:r>
              <a:rPr kumimoji="1" lang="zh-TW" altLang="en-US" dirty="0"/>
              <a:t>的大小</a:t>
            </a:r>
            <a:endParaRPr kumimoji="1" lang="en-US" altLang="zh-TW" dirty="0"/>
          </a:p>
          <a:p>
            <a:pPr lvl="2">
              <a:lnSpc>
                <a:spcPct val="100000"/>
              </a:lnSpc>
            </a:pPr>
            <a:r>
              <a:rPr kumimoji="1" lang="zh-TW" altLang="en-US" dirty="0"/>
              <a:t>常見</a:t>
            </a:r>
            <a:r>
              <a:rPr kumimoji="1" lang="en" altLang="zh-TW" dirty="0"/>
              <a:t>Pooling </a:t>
            </a:r>
            <a:r>
              <a:rPr kumimoji="1" lang="zh-TW" altLang="en-US" dirty="0"/>
              <a:t>為 </a:t>
            </a:r>
            <a:r>
              <a:rPr kumimoji="1" lang="en" altLang="zh-TW" dirty="0"/>
              <a:t>Average Pooling </a:t>
            </a:r>
            <a:r>
              <a:rPr kumimoji="1" lang="zh-TW" altLang="en-US" dirty="0"/>
              <a:t>與 </a:t>
            </a:r>
            <a:r>
              <a:rPr kumimoji="1" lang="en" altLang="zh-TW" dirty="0"/>
              <a:t>Max Pooling</a:t>
            </a:r>
            <a:r>
              <a:rPr kumimoji="1" lang="zh-TW" altLang="en" dirty="0"/>
              <a:t>，</a:t>
            </a:r>
            <a:r>
              <a:rPr kumimoji="1" lang="zh-TW" altLang="en-US" dirty="0"/>
              <a:t>其中又以</a:t>
            </a:r>
            <a:r>
              <a:rPr kumimoji="1" lang="en" altLang="zh-TW" dirty="0"/>
              <a:t>Max Pooling </a:t>
            </a:r>
            <a:r>
              <a:rPr kumimoji="1" lang="zh-TW" altLang="en-US" dirty="0"/>
              <a:t>最常見其原理是透過</a:t>
            </a:r>
            <a:r>
              <a:rPr kumimoji="1" lang="en" altLang="zh-TW" dirty="0"/>
              <a:t>window</a:t>
            </a:r>
            <a:r>
              <a:rPr kumimoji="1" lang="zh-TW" altLang="en-US" dirty="0"/>
              <a:t>對應</a:t>
            </a:r>
            <a:r>
              <a:rPr kumimoji="1" lang="en" altLang="zh-TW" dirty="0"/>
              <a:t>Feature map</a:t>
            </a:r>
            <a:r>
              <a:rPr kumimoji="1" lang="zh-TW" altLang="en-US" dirty="0"/>
              <a:t>並提取其最大值。</a:t>
            </a:r>
            <a:endParaRPr kumimoji="1" lang="en-US" altLang="zh-TW" dirty="0"/>
          </a:p>
          <a:p>
            <a:pPr lvl="2">
              <a:lnSpc>
                <a:spcPct val="100000"/>
              </a:lnSpc>
            </a:pPr>
            <a:r>
              <a:rPr kumimoji="1" lang="en" altLang="zh-TW" dirty="0"/>
              <a:t>Max Pooling</a:t>
            </a:r>
            <a:r>
              <a:rPr kumimoji="1" lang="zh-TW" altLang="en-US" dirty="0"/>
              <a:t>主要用於提取重要特徵、加速收斂並縮小</a:t>
            </a:r>
            <a:r>
              <a:rPr kumimoji="1" lang="en" altLang="zh-TW" dirty="0"/>
              <a:t>Feature map</a:t>
            </a:r>
            <a:r>
              <a:rPr kumimoji="1" lang="zh-TW" altLang="en-US" dirty="0"/>
              <a:t>尺寸。通常都會使用</a:t>
            </a:r>
            <a:r>
              <a:rPr kumimoji="1" lang="en-US" altLang="zh-TW" dirty="0"/>
              <a:t>2*2</a:t>
            </a:r>
            <a:r>
              <a:rPr kumimoji="1" lang="zh-TW" altLang="en-US" dirty="0"/>
              <a:t>的</a:t>
            </a:r>
            <a:r>
              <a:rPr kumimoji="1" lang="en" altLang="zh-TW" dirty="0"/>
              <a:t>window</a:t>
            </a:r>
            <a:r>
              <a:rPr kumimoji="1" lang="zh-TW" altLang="en" dirty="0"/>
              <a:t>，</a:t>
            </a:r>
            <a:r>
              <a:rPr kumimoji="1" lang="zh-TW" altLang="en-US" dirty="0"/>
              <a:t>並且設置</a:t>
            </a:r>
            <a:r>
              <a:rPr kumimoji="1" lang="en" altLang="zh-TW" dirty="0"/>
              <a:t>Stride</a:t>
            </a:r>
            <a:r>
              <a:rPr kumimoji="1" lang="zh-TW" altLang="en-US" dirty="0"/>
              <a:t>為</a:t>
            </a:r>
            <a:r>
              <a:rPr kumimoji="1" lang="en-US" altLang="zh-TW" dirty="0"/>
              <a:t>2</a:t>
            </a:r>
            <a:r>
              <a:rPr kumimoji="1" lang="zh-TW" altLang="en-US" dirty="0"/>
              <a:t>，如此一來</a:t>
            </a:r>
            <a:r>
              <a:rPr kumimoji="1" lang="en" altLang="zh-TW" dirty="0"/>
              <a:t>output size</a:t>
            </a:r>
            <a:r>
              <a:rPr kumimoji="1" lang="zh-TW" altLang="en-US" dirty="0"/>
              <a:t>就會變為原本的</a:t>
            </a:r>
            <a:r>
              <a:rPr kumimoji="1" lang="en-US" altLang="zh-TW" dirty="0"/>
              <a:t>1/2</a:t>
            </a:r>
            <a:r>
              <a:rPr kumimoji="1" lang="zh-TW" altLang="en-US" dirty="0"/>
              <a:t>。</a:t>
            </a:r>
          </a:p>
          <a:p>
            <a:pPr lvl="1">
              <a:lnSpc>
                <a:spcPct val="100000"/>
              </a:lnSpc>
            </a:pPr>
            <a:endParaRPr kumimoji="1" lang="zh-TW" altLang="en-US" dirty="0"/>
          </a:p>
          <a:p>
            <a:pPr lvl="1">
              <a:lnSpc>
                <a:spcPct val="100000"/>
              </a:lnSpc>
            </a:pPr>
            <a:endParaRPr kumimoji="1" lang="en-US" altLang="zh-TW" dirty="0"/>
          </a:p>
          <a:p>
            <a:endParaRPr kumimoji="1" lang="zh-TW" altLang="en-US" dirty="0"/>
          </a:p>
        </p:txBody>
      </p:sp>
      <p:pic>
        <p:nvPicPr>
          <p:cNvPr id="4098" name="Picture 2">
            <a:extLst>
              <a:ext uri="{FF2B5EF4-FFF2-40B4-BE49-F238E27FC236}">
                <a16:creationId xmlns:a16="http://schemas.microsoft.com/office/drawing/2014/main" id="{0F0627BA-2E1C-1A6A-72F8-820361A76D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5840" y="4535264"/>
            <a:ext cx="4804410" cy="2246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508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141A30-1984-4B90-97BB-1B2AA5F5E4A9}"/>
              </a:ext>
            </a:extLst>
          </p:cNvPr>
          <p:cNvSpPr>
            <a:spLocks noGrp="1"/>
          </p:cNvSpPr>
          <p:nvPr>
            <p:ph type="title"/>
          </p:nvPr>
        </p:nvSpPr>
        <p:spPr/>
        <p:txBody>
          <a:bodyPr/>
          <a:lstStyle/>
          <a:p>
            <a:r>
              <a:rPr kumimoji="1" lang="en" altLang="zh-TW" sz="4400" dirty="0"/>
              <a:t>Convolutional Neural Network Model</a:t>
            </a:r>
            <a:endParaRPr lang="zh-TW" altLang="en-US" dirty="0"/>
          </a:p>
        </p:txBody>
      </p:sp>
      <p:sp>
        <p:nvSpPr>
          <p:cNvPr id="3" name="內容版面配置區 2">
            <a:extLst>
              <a:ext uri="{FF2B5EF4-FFF2-40B4-BE49-F238E27FC236}">
                <a16:creationId xmlns:a16="http://schemas.microsoft.com/office/drawing/2014/main" id="{FB7A14E4-32B4-425B-8BCB-CA9BF75A4818}"/>
              </a:ext>
            </a:extLst>
          </p:cNvPr>
          <p:cNvSpPr>
            <a:spLocks noGrp="1"/>
          </p:cNvSpPr>
          <p:nvPr>
            <p:ph idx="1"/>
          </p:nvPr>
        </p:nvSpPr>
        <p:spPr>
          <a:xfrm>
            <a:off x="838200" y="1825624"/>
            <a:ext cx="10515600" cy="4474235"/>
          </a:xfrm>
        </p:spPr>
        <p:txBody>
          <a:bodyPr>
            <a:normAutofit fontScale="92500" lnSpcReduction="10000"/>
          </a:bodyPr>
          <a:lstStyle/>
          <a:p>
            <a:r>
              <a:rPr lang="en-US" altLang="zh-TW" dirty="0"/>
              <a:t>CNN</a:t>
            </a:r>
            <a:r>
              <a:rPr lang="zh-TW" altLang="en-US" dirty="0"/>
              <a:t>在圖形相關任務上表現良好的兩個重要原因：</a:t>
            </a:r>
          </a:p>
          <a:p>
            <a:pPr lvl="1"/>
            <a:r>
              <a:rPr lang="zh-TW" altLang="en-US" dirty="0"/>
              <a:t>稀疏連接：</a:t>
            </a:r>
            <a:r>
              <a:rPr lang="en-US" altLang="zh-TW" dirty="0"/>
              <a:t>CNN</a:t>
            </a:r>
            <a:r>
              <a:rPr lang="zh-TW" altLang="en-US" dirty="0"/>
              <a:t>中的每個元素只與局部感受域相連，而不是與整個輸入圖像相連，這減少了計算量和參數數量。</a:t>
            </a:r>
          </a:p>
          <a:p>
            <a:pPr lvl="1"/>
            <a:r>
              <a:rPr lang="zh-TW" altLang="en-US" dirty="0"/>
              <a:t>參數共享：</a:t>
            </a:r>
            <a:r>
              <a:rPr lang="en-US" altLang="zh-TW" dirty="0"/>
              <a:t>CNN</a:t>
            </a:r>
            <a:r>
              <a:rPr lang="zh-TW" altLang="en-US" dirty="0"/>
              <a:t>中的不同局部感受野共用同一組權重，這增加了模型的泛化能力和特徵提取能力。</a:t>
            </a:r>
          </a:p>
          <a:p>
            <a:r>
              <a:rPr lang="zh-TW" altLang="en-US" dirty="0"/>
              <a:t>使用卷積層代替傳統的全連接</a:t>
            </a:r>
            <a:r>
              <a:rPr lang="en-US" altLang="zh-TW" dirty="0"/>
              <a:t>MLP</a:t>
            </a:r>
            <a:r>
              <a:rPr lang="zh-TW" altLang="en-US" dirty="0"/>
              <a:t>可以大幅減少網路中的權重數量，並提高捕捉顯著特徵的能力。</a:t>
            </a:r>
            <a:endParaRPr lang="en-US" altLang="zh-TW" dirty="0"/>
          </a:p>
          <a:p>
            <a:pPr lvl="1"/>
            <a:r>
              <a:rPr lang="zh-TW" altLang="en-US" dirty="0"/>
              <a:t>在圖像數據的背景下，假設相鄰像素之間的關聯性比遠處像素之間的關聯性更強是合理的。</a:t>
            </a:r>
          </a:p>
          <a:p>
            <a:r>
              <a:rPr lang="en-US" altLang="zh-TW" dirty="0"/>
              <a:t>CNN</a:t>
            </a:r>
            <a:r>
              <a:rPr lang="zh-TW" altLang="en-US" dirty="0"/>
              <a:t>的典型結構，它由多個卷積層和下採樣</a:t>
            </a:r>
            <a:r>
              <a:rPr lang="en-US" altLang="zh-TW" dirty="0"/>
              <a:t>(subsampling)</a:t>
            </a:r>
            <a:r>
              <a:rPr lang="zh-TW" altLang="en-US" dirty="0"/>
              <a:t>層（也稱為池化層）組成，最後接上一個或多個全連接層。</a:t>
            </a:r>
            <a:endParaRPr lang="en-US" altLang="zh-TW" dirty="0"/>
          </a:p>
          <a:p>
            <a:pPr lvl="1"/>
            <a:r>
              <a:rPr lang="zh-TW" altLang="en-US" dirty="0"/>
              <a:t>池化層沒有可學習的參數，而卷積層和全連接層則有權重和偏置參數需要在訓練過程中優化。</a:t>
            </a:r>
          </a:p>
        </p:txBody>
      </p:sp>
    </p:spTree>
    <p:extLst>
      <p:ext uri="{BB962C8B-B14F-4D97-AF65-F5344CB8AC3E}">
        <p14:creationId xmlns:p14="http://schemas.microsoft.com/office/powerpoint/2010/main" val="1791244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pPr>
            <a:r>
              <a:rPr lang="en-US" sz="4400" b="0" strike="noStrike" spc="-1">
                <a:solidFill>
                  <a:srgbClr val="000000"/>
                </a:solidFill>
                <a:latin typeface="Calibri Light"/>
              </a:rPr>
              <a:t>Pool layer: </a:t>
            </a:r>
            <a:r>
              <a:rPr lang="en-US" sz="4400" b="0" strike="noStrike" spc="-1">
                <a:solidFill>
                  <a:srgbClr val="FF0000"/>
                </a:solidFill>
                <a:latin typeface="Calibri Light"/>
              </a:rPr>
              <a:t>invariance</a:t>
            </a:r>
            <a:endParaRPr lang="en-US" sz="4400" b="0" strike="noStrike" spc="-1">
              <a:solidFill>
                <a:srgbClr val="000000"/>
              </a:solidFill>
              <a:latin typeface="Calibri"/>
            </a:endParaRPr>
          </a:p>
        </p:txBody>
      </p:sp>
      <p:sp>
        <p:nvSpPr>
          <p:cNvPr id="495" name="PlaceHolder 2"/>
          <p:cNvSpPr>
            <a:spLocks noGrp="1"/>
          </p:cNvSpPr>
          <p:nvPr>
            <p:ph/>
          </p:nvPr>
        </p:nvSpPr>
        <p:spPr>
          <a:xfrm>
            <a:off x="838080" y="1825560"/>
            <a:ext cx="3745440" cy="4350960"/>
          </a:xfrm>
          <a:prstGeom prst="rect">
            <a:avLst/>
          </a:prstGeom>
          <a:noFill/>
          <a:ln w="0">
            <a:noFill/>
          </a:ln>
        </p:spPr>
        <p:txBody>
          <a:bodyPr anchor="t">
            <a:normAutofit fontScale="65500" lnSpcReduction="20000"/>
          </a:bodyPr>
          <a:lstStyle/>
          <a:p>
            <a:pPr marL="228600" indent="-228600">
              <a:lnSpc>
                <a:spcPct val="120000"/>
              </a:lnSpc>
              <a:spcBef>
                <a:spcPts val="1001"/>
              </a:spcBef>
              <a:buClr>
                <a:srgbClr val="000000"/>
              </a:buClr>
              <a:buFont typeface="Arial"/>
              <a:buChar char="•"/>
            </a:pPr>
            <a:r>
              <a:rPr lang="en-US" sz="2800" b="0" strike="noStrike" spc="-1">
                <a:solidFill>
                  <a:srgbClr val="000000"/>
                </a:solidFill>
                <a:latin typeface="Calibri"/>
              </a:rPr>
              <a:t>a max pooling layer with a 2 × 2 kernel and stride 2.</a:t>
            </a:r>
          </a:p>
          <a:p>
            <a:pPr marL="228600" indent="-228600">
              <a:lnSpc>
                <a:spcPct val="120000"/>
              </a:lnSpc>
              <a:spcBef>
                <a:spcPts val="1001"/>
              </a:spcBef>
              <a:buClr>
                <a:srgbClr val="000000"/>
              </a:buClr>
              <a:buFont typeface="Arial"/>
              <a:buChar char="•"/>
            </a:pPr>
            <a:r>
              <a:rPr lang="en-US" sz="2800" b="0" strike="noStrike" spc="-1">
                <a:solidFill>
                  <a:srgbClr val="000000"/>
                </a:solidFill>
                <a:latin typeface="Calibri"/>
              </a:rPr>
              <a:t>By inserting a max pooling layer every few layers in a CNN, it is possible to get some level of translation invariance at a larger scale. Moreover, max pooling offers a small amount of rotational invariance and a slight scale invariance. Such invariance (even if it is limited) can be useful in cases where the prediction should not depend on these details, such as in classification tasks. </a:t>
            </a:r>
          </a:p>
        </p:txBody>
      </p:sp>
      <p:pic>
        <p:nvPicPr>
          <p:cNvPr id="496" name="圖片 15"/>
          <p:cNvPicPr/>
          <p:nvPr/>
        </p:nvPicPr>
        <p:blipFill>
          <a:blip r:embed="rId2"/>
          <a:stretch/>
        </p:blipFill>
        <p:spPr>
          <a:xfrm>
            <a:off x="4541760" y="1825560"/>
            <a:ext cx="6746400" cy="454788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pPr>
            <a:r>
              <a:rPr lang="en-US" sz="4400" b="0" strike="noStrike" spc="-1">
                <a:solidFill>
                  <a:srgbClr val="000000"/>
                </a:solidFill>
                <a:latin typeface="Calibri Light"/>
              </a:rPr>
              <a:t>Downsides of Max-pool layer</a:t>
            </a:r>
            <a:endParaRPr lang="en-US" sz="4400" b="0" strike="noStrike" spc="-1">
              <a:solidFill>
                <a:srgbClr val="000000"/>
              </a:solidFill>
              <a:latin typeface="Calibri"/>
            </a:endParaRPr>
          </a:p>
        </p:txBody>
      </p:sp>
      <p:sp>
        <p:nvSpPr>
          <p:cNvPr id="498"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n-US" sz="2800" b="0" strike="noStrike" spc="-1" dirty="0">
                <a:solidFill>
                  <a:srgbClr val="000000"/>
                </a:solidFill>
                <a:latin typeface="Calibri"/>
              </a:rPr>
              <a:t>Destructive: </a:t>
            </a: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even with a tiny 2 × 2 kernel and a stride of 2, the output will be two times smaller in both directions (so its area will be four times smaller), simply dropping </a:t>
            </a:r>
            <a:r>
              <a:rPr lang="en-US" sz="2400" b="0" strike="noStrike" spc="-1" dirty="0">
                <a:solidFill>
                  <a:srgbClr val="FF0000"/>
                </a:solidFill>
                <a:latin typeface="Calibri"/>
              </a:rPr>
              <a:t>75%</a:t>
            </a:r>
            <a:r>
              <a:rPr lang="en-US" sz="2400" b="0" strike="noStrike" spc="-1" dirty="0">
                <a:solidFill>
                  <a:srgbClr val="000000"/>
                </a:solidFill>
                <a:latin typeface="Calibri"/>
              </a:rPr>
              <a:t> of the input values. </a:t>
            </a: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in some applications, invariance is not desirable. Take semantic segmentation obviously</a:t>
            </a:r>
          </a:p>
          <a:p>
            <a:pPr marL="1143000" lvl="2" indent="-228600">
              <a:lnSpc>
                <a:spcPct val="90000"/>
              </a:lnSpc>
              <a:spcBef>
                <a:spcPts val="499"/>
              </a:spcBef>
              <a:buClr>
                <a:srgbClr val="000000"/>
              </a:buClr>
              <a:buFont typeface="Arial"/>
              <a:buChar char="•"/>
            </a:pPr>
            <a:r>
              <a:rPr lang="en-US" sz="2000" b="0" strike="noStrike" spc="-1" dirty="0">
                <a:solidFill>
                  <a:srgbClr val="000000"/>
                </a:solidFill>
                <a:latin typeface="Calibri"/>
              </a:rPr>
              <a:t>if the input image is translated by one pixel to the right, the output should also be translated by one pixel to the right. </a:t>
            </a: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The goal in this case is </a:t>
            </a:r>
            <a:r>
              <a:rPr lang="en-US" sz="2400" b="0" strike="noStrike" spc="-1" dirty="0">
                <a:solidFill>
                  <a:srgbClr val="FF0000"/>
                </a:solidFill>
                <a:latin typeface="Calibri"/>
              </a:rPr>
              <a:t>equivariance</a:t>
            </a:r>
            <a:r>
              <a:rPr lang="en-US" sz="2400" b="0" strike="noStrike" spc="-1" dirty="0">
                <a:solidFill>
                  <a:srgbClr val="000000"/>
                </a:solidFill>
                <a:latin typeface="Calibri"/>
              </a:rPr>
              <a:t>, not invariance: a small change to the inputs should lead to a corresponding small change in the output.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C05765-BBF7-4815-9F39-589412337B33}"/>
              </a:ext>
            </a:extLst>
          </p:cNvPr>
          <p:cNvSpPr>
            <a:spLocks noGrp="1"/>
          </p:cNvSpPr>
          <p:nvPr>
            <p:ph type="title"/>
          </p:nvPr>
        </p:nvSpPr>
        <p:spPr>
          <a:xfrm>
            <a:off x="838200" y="328791"/>
            <a:ext cx="10515600" cy="1325563"/>
          </a:xfrm>
        </p:spPr>
        <p:txBody>
          <a:bodyPr>
            <a:normAutofit/>
          </a:bodyPr>
          <a:lstStyle/>
          <a:p>
            <a:r>
              <a:rPr lang="en-US" altLang="zh-TW" dirty="0"/>
              <a:t>Convolutional neural network</a:t>
            </a:r>
            <a:r>
              <a:rPr lang="en-US" altLang="zh-TW" sz="3200" dirty="0"/>
              <a:t>-CNN</a:t>
            </a:r>
            <a:r>
              <a:rPr lang="zh-TW" altLang="en-US" sz="3200" dirty="0"/>
              <a:t>和特徵層次</a:t>
            </a:r>
            <a:endParaRPr lang="zh-TW" altLang="en-US" dirty="0"/>
          </a:p>
        </p:txBody>
      </p:sp>
      <p:sp>
        <p:nvSpPr>
          <p:cNvPr id="3" name="內容版面配置區 2">
            <a:extLst>
              <a:ext uri="{FF2B5EF4-FFF2-40B4-BE49-F238E27FC236}">
                <a16:creationId xmlns:a16="http://schemas.microsoft.com/office/drawing/2014/main" id="{6376E69C-EFAA-4CF0-973A-8E017416CC2C}"/>
              </a:ext>
            </a:extLst>
          </p:cNvPr>
          <p:cNvSpPr>
            <a:spLocks noGrp="1"/>
          </p:cNvSpPr>
          <p:nvPr>
            <p:ph idx="1"/>
          </p:nvPr>
        </p:nvSpPr>
        <p:spPr>
          <a:xfrm>
            <a:off x="838200" y="1825625"/>
            <a:ext cx="10515600" cy="4351338"/>
          </a:xfrm>
        </p:spPr>
        <p:txBody>
          <a:bodyPr>
            <a:normAutofit fontScale="92500" lnSpcReduction="10000"/>
          </a:bodyPr>
          <a:lstStyle/>
          <a:p>
            <a:r>
              <a:rPr lang="zh-TW" altLang="en-US" dirty="0"/>
              <a:t>成功提取出與任務相關的特徵是任何機器學習性能的關鍵</a:t>
            </a:r>
            <a:endParaRPr lang="en-US" altLang="zh-TW" dirty="0"/>
          </a:p>
          <a:p>
            <a:pPr lvl="1"/>
            <a:r>
              <a:rPr lang="zh-TW" altLang="en-US" dirty="0"/>
              <a:t>傳統的機器學習模型依賴於可能來自領域專家或基於計算的特徵提取技術的輸入特徵。 </a:t>
            </a:r>
            <a:endParaRPr lang="en-US" altLang="zh-TW" dirty="0"/>
          </a:p>
          <a:p>
            <a:r>
              <a:rPr lang="zh-TW" altLang="en-US" dirty="0"/>
              <a:t>某些類型的</a:t>
            </a:r>
            <a:r>
              <a:rPr lang="en-US" altLang="zh-TW" dirty="0"/>
              <a:t>NN</a:t>
            </a:r>
            <a:r>
              <a:rPr lang="zh-TW" altLang="en-US" dirty="0"/>
              <a:t>，如</a:t>
            </a:r>
            <a:r>
              <a:rPr lang="en-US" altLang="zh-TW" dirty="0"/>
              <a:t>CNN</a:t>
            </a:r>
            <a:r>
              <a:rPr lang="zh-TW" altLang="en-US" dirty="0"/>
              <a:t>，可以自動從原始數據中學習最有用的特徵。</a:t>
            </a:r>
            <a:endParaRPr lang="en-US" altLang="zh-TW" dirty="0"/>
          </a:p>
          <a:p>
            <a:pPr lvl="1"/>
            <a:r>
              <a:rPr lang="en-US" altLang="zh-TW" dirty="0"/>
              <a:t>CNN</a:t>
            </a:r>
            <a:r>
              <a:rPr lang="zh-TW" altLang="en-US" dirty="0"/>
              <a:t>層視為特徵提取器</a:t>
            </a:r>
            <a:endParaRPr lang="en-US" altLang="zh-TW" dirty="0"/>
          </a:p>
          <a:p>
            <a:pPr lvl="2"/>
            <a:r>
              <a:rPr lang="zh-TW" altLang="en-US" dirty="0"/>
              <a:t>早期層（即輸入層之後的層）從原始數據中提取低級特徵</a:t>
            </a:r>
            <a:endParaRPr lang="en-US" altLang="zh-TW" dirty="0"/>
          </a:p>
          <a:p>
            <a:pPr lvl="2"/>
            <a:r>
              <a:rPr lang="zh-TW" altLang="en-US" dirty="0"/>
              <a:t>後期層（通常是全連接層，如多層感知器（</a:t>
            </a:r>
            <a:r>
              <a:rPr lang="en-US" altLang="zh-TW" dirty="0"/>
              <a:t>MLP</a:t>
            </a:r>
            <a:r>
              <a:rPr lang="zh-TW" altLang="en-US" dirty="0"/>
              <a:t>））使用這些特徵來預測連續目標值或類別標籤。 </a:t>
            </a:r>
            <a:endParaRPr lang="en-US" altLang="zh-TW" dirty="0"/>
          </a:p>
          <a:p>
            <a:pPr lvl="1"/>
            <a:r>
              <a:rPr lang="zh-TW" altLang="en-US" dirty="0"/>
              <a:t>某些類型的多層</a:t>
            </a:r>
            <a:r>
              <a:rPr lang="en-US" altLang="zh-TW" dirty="0"/>
              <a:t>NN</a:t>
            </a:r>
            <a:r>
              <a:rPr lang="zh-TW" altLang="en-US" dirty="0"/>
              <a:t>，特別是深度</a:t>
            </a:r>
            <a:r>
              <a:rPr lang="en-US" altLang="zh-TW" dirty="0"/>
              <a:t>CNN</a:t>
            </a:r>
            <a:r>
              <a:rPr lang="zh-TW" altLang="en-US" dirty="0"/>
              <a:t>，通過分層地組合低級特徵來形成高級特徵，構建了所謂的特徵層次。</a:t>
            </a:r>
            <a:endParaRPr lang="en-US" altLang="zh-TW" dirty="0"/>
          </a:p>
          <a:p>
            <a:pPr lvl="1"/>
            <a:r>
              <a:rPr lang="zh-TW" altLang="en-US" dirty="0"/>
              <a:t>例如，如果我們處理的是圖像，那麼低級特徵，如邊緣和斑點，就是從較早的層中提取出來的，它們被組合成高級特徵。這些高級特徵可以形成更複雜的形狀，例如建築物、貓或狗等物體的大致輪廓。</a:t>
            </a:r>
          </a:p>
        </p:txBody>
      </p:sp>
    </p:spTree>
    <p:extLst>
      <p:ext uri="{BB962C8B-B14F-4D97-AF65-F5344CB8AC3E}">
        <p14:creationId xmlns:p14="http://schemas.microsoft.com/office/powerpoint/2010/main" val="2303683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8923F1-E610-B37A-B40D-7AFFE232FC93}"/>
              </a:ext>
            </a:extLst>
          </p:cNvPr>
          <p:cNvSpPr>
            <a:spLocks noGrp="1"/>
          </p:cNvSpPr>
          <p:nvPr>
            <p:ph type="title"/>
          </p:nvPr>
        </p:nvSpPr>
        <p:spPr/>
        <p:txBody>
          <a:bodyPr/>
          <a:lstStyle/>
          <a:p>
            <a:r>
              <a:rPr kumimoji="1" lang="en" altLang="zh-TW" sz="4400" dirty="0"/>
              <a:t>Convolutional Neural Network Model</a:t>
            </a:r>
            <a:endParaRPr kumimoji="1" lang="zh-TW" altLang="en-US" dirty="0"/>
          </a:p>
        </p:txBody>
      </p:sp>
      <p:sp>
        <p:nvSpPr>
          <p:cNvPr id="3" name="內容版面配置區 2">
            <a:extLst>
              <a:ext uri="{FF2B5EF4-FFF2-40B4-BE49-F238E27FC236}">
                <a16:creationId xmlns:a16="http://schemas.microsoft.com/office/drawing/2014/main" id="{6A854ACD-C9F8-B6BE-02B9-C728A135844C}"/>
              </a:ext>
            </a:extLst>
          </p:cNvPr>
          <p:cNvSpPr>
            <a:spLocks noGrp="1"/>
          </p:cNvSpPr>
          <p:nvPr>
            <p:ph idx="1"/>
          </p:nvPr>
        </p:nvSpPr>
        <p:spPr/>
        <p:txBody>
          <a:bodyPr/>
          <a:lstStyle/>
          <a:p>
            <a:r>
              <a:rPr kumimoji="1" lang="zh-TW" altLang="en-US" dirty="0"/>
              <a:t>程式</a:t>
            </a:r>
            <a:endParaRPr kumimoji="1" lang="en-US" altLang="zh-TW" dirty="0"/>
          </a:p>
          <a:p>
            <a:pPr lvl="1"/>
            <a:r>
              <a:rPr kumimoji="1" lang="zh-TW" altLang="en-US" dirty="0"/>
              <a:t>使用</a:t>
            </a:r>
            <a:r>
              <a:rPr kumimoji="1" lang="en-US" altLang="zh-TW" dirty="0"/>
              <a:t>MNIST</a:t>
            </a:r>
            <a:r>
              <a:rPr kumimoji="1" lang="zh-TW" altLang="en-US" dirty="0"/>
              <a:t>，比較</a:t>
            </a:r>
            <a:r>
              <a:rPr kumimoji="1" lang="en-US" altLang="zh-TW" dirty="0"/>
              <a:t>ANN</a:t>
            </a:r>
            <a:r>
              <a:rPr kumimoji="1" lang="zh-TW" altLang="en-US" dirty="0"/>
              <a:t>與</a:t>
            </a:r>
            <a:r>
              <a:rPr kumimoji="1" lang="en-US" altLang="zh-TW" dirty="0"/>
              <a:t>CNN</a:t>
            </a:r>
          </a:p>
          <a:p>
            <a:pPr lvl="2"/>
            <a:r>
              <a:rPr kumimoji="1" lang="en" altLang="zh-TW" dirty="0">
                <a:hlinkClick r:id="rId2"/>
              </a:rPr>
              <a:t>https://www.kaggle.com/code/leonjye/mnist-ann-cnn</a:t>
            </a:r>
            <a:endParaRPr kumimoji="1" lang="en" altLang="zh-TW" dirty="0"/>
          </a:p>
          <a:p>
            <a:pPr lvl="2"/>
            <a:r>
              <a:rPr kumimoji="1" lang="en" altLang="zh-TW" dirty="0"/>
              <a:t>20.CNN_pytorch_MNIST.py</a:t>
            </a:r>
            <a:endParaRPr kumimoji="1" lang="zh-TW" altLang="en-US" dirty="0"/>
          </a:p>
        </p:txBody>
      </p:sp>
      <p:pic>
        <p:nvPicPr>
          <p:cNvPr id="4" name="圖片 3">
            <a:extLst>
              <a:ext uri="{FF2B5EF4-FFF2-40B4-BE49-F238E27FC236}">
                <a16:creationId xmlns:a16="http://schemas.microsoft.com/office/drawing/2014/main" id="{51032687-F361-CD12-C706-B0C4AFA532AB}"/>
              </a:ext>
            </a:extLst>
          </p:cNvPr>
          <p:cNvPicPr>
            <a:picLocks noChangeAspect="1"/>
          </p:cNvPicPr>
          <p:nvPr/>
        </p:nvPicPr>
        <p:blipFill>
          <a:blip r:embed="rId3"/>
          <a:stretch>
            <a:fillRect/>
          </a:stretch>
        </p:blipFill>
        <p:spPr>
          <a:xfrm>
            <a:off x="538480" y="3925332"/>
            <a:ext cx="5054600" cy="2663176"/>
          </a:xfrm>
          <a:prstGeom prst="rect">
            <a:avLst/>
          </a:prstGeom>
          <a:ln>
            <a:solidFill>
              <a:schemeClr val="tx1"/>
            </a:solidFill>
          </a:ln>
        </p:spPr>
      </p:pic>
      <p:sp>
        <p:nvSpPr>
          <p:cNvPr id="5" name="文字方塊 4">
            <a:extLst>
              <a:ext uri="{FF2B5EF4-FFF2-40B4-BE49-F238E27FC236}">
                <a16:creationId xmlns:a16="http://schemas.microsoft.com/office/drawing/2014/main" id="{D2B09555-5427-71BC-B672-81BA52C560B2}"/>
              </a:ext>
            </a:extLst>
          </p:cNvPr>
          <p:cNvSpPr txBox="1"/>
          <p:nvPr/>
        </p:nvSpPr>
        <p:spPr>
          <a:xfrm>
            <a:off x="1997106" y="3556000"/>
            <a:ext cx="2137348" cy="369332"/>
          </a:xfrm>
          <a:prstGeom prst="rect">
            <a:avLst/>
          </a:prstGeom>
          <a:noFill/>
        </p:spPr>
        <p:txBody>
          <a:bodyPr wrap="square" rtlCol="0">
            <a:spAutoFit/>
          </a:bodyPr>
          <a:lstStyle/>
          <a:p>
            <a:r>
              <a:rPr kumimoji="1" lang="en-US" altLang="zh-TW" dirty="0"/>
              <a:t>ANN(</a:t>
            </a:r>
            <a:r>
              <a:rPr kumimoji="1" lang="zh-TW" altLang="en-US" dirty="0"/>
              <a:t>約</a:t>
            </a:r>
            <a:r>
              <a:rPr kumimoji="1" lang="en-US" altLang="zh-TW" dirty="0"/>
              <a:t>94.2%)</a:t>
            </a:r>
            <a:endParaRPr kumimoji="1" lang="zh-TW" altLang="en-US" dirty="0"/>
          </a:p>
        </p:txBody>
      </p:sp>
      <p:sp>
        <p:nvSpPr>
          <p:cNvPr id="6" name="文字方塊 5">
            <a:extLst>
              <a:ext uri="{FF2B5EF4-FFF2-40B4-BE49-F238E27FC236}">
                <a16:creationId xmlns:a16="http://schemas.microsoft.com/office/drawing/2014/main" id="{E485EEFD-A016-3A7E-A336-D5C141334A5B}"/>
              </a:ext>
            </a:extLst>
          </p:cNvPr>
          <p:cNvSpPr txBox="1"/>
          <p:nvPr/>
        </p:nvSpPr>
        <p:spPr>
          <a:xfrm>
            <a:off x="8057548" y="3490445"/>
            <a:ext cx="1727200" cy="369332"/>
          </a:xfrm>
          <a:prstGeom prst="rect">
            <a:avLst/>
          </a:prstGeom>
          <a:noFill/>
        </p:spPr>
        <p:txBody>
          <a:bodyPr wrap="square" rtlCol="0">
            <a:spAutoFit/>
          </a:bodyPr>
          <a:lstStyle/>
          <a:p>
            <a:r>
              <a:rPr kumimoji="1" lang="en-US" altLang="zh-TW" dirty="0"/>
              <a:t>CNN</a:t>
            </a:r>
            <a:r>
              <a:rPr kumimoji="1" lang="zh-TW" altLang="en-US" dirty="0"/>
              <a:t> </a:t>
            </a:r>
            <a:r>
              <a:rPr kumimoji="1" lang="en-US" altLang="zh-TW" dirty="0"/>
              <a:t>(</a:t>
            </a:r>
            <a:r>
              <a:rPr kumimoji="1" lang="zh-TW" altLang="en-US" dirty="0"/>
              <a:t>約</a:t>
            </a:r>
            <a:r>
              <a:rPr kumimoji="1" lang="en-US" altLang="zh-TW" dirty="0"/>
              <a:t>97.9%)</a:t>
            </a:r>
            <a:endParaRPr kumimoji="1" lang="zh-TW" altLang="en-US" dirty="0"/>
          </a:p>
        </p:txBody>
      </p:sp>
      <p:pic>
        <p:nvPicPr>
          <p:cNvPr id="7" name="圖片 6">
            <a:extLst>
              <a:ext uri="{FF2B5EF4-FFF2-40B4-BE49-F238E27FC236}">
                <a16:creationId xmlns:a16="http://schemas.microsoft.com/office/drawing/2014/main" id="{142377F0-9156-D825-B68A-BF36A868FE4F}"/>
              </a:ext>
            </a:extLst>
          </p:cNvPr>
          <p:cNvPicPr>
            <a:picLocks noChangeAspect="1"/>
          </p:cNvPicPr>
          <p:nvPr/>
        </p:nvPicPr>
        <p:blipFill>
          <a:blip r:embed="rId4"/>
          <a:stretch>
            <a:fillRect/>
          </a:stretch>
        </p:blipFill>
        <p:spPr>
          <a:xfrm>
            <a:off x="6236908" y="3937550"/>
            <a:ext cx="4473063" cy="2650958"/>
          </a:xfrm>
          <a:prstGeom prst="rect">
            <a:avLst/>
          </a:prstGeom>
          <a:ln>
            <a:solidFill>
              <a:schemeClr val="tx1"/>
            </a:solidFill>
          </a:ln>
        </p:spPr>
      </p:pic>
    </p:spTree>
    <p:extLst>
      <p:ext uri="{BB962C8B-B14F-4D97-AF65-F5344CB8AC3E}">
        <p14:creationId xmlns:p14="http://schemas.microsoft.com/office/powerpoint/2010/main" val="644063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716A59-B201-5AB9-2AFC-CCF106C1C63E}"/>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kumimoji="1" lang="en-US" altLang="zh-TW" dirty="0" err="1"/>
              <a:t>LeNet</a:t>
            </a:r>
            <a:r>
              <a:rPr kumimoji="1" lang="en-US" altLang="zh-TW" dirty="0"/>
              <a:t> (1989–1998)</a:t>
            </a:r>
            <a:endParaRPr kumimoji="1" lang="zh-TW" altLang="en-US" dirty="0"/>
          </a:p>
        </p:txBody>
      </p:sp>
      <p:sp>
        <p:nvSpPr>
          <p:cNvPr id="3" name="內容版面配置區 2">
            <a:extLst>
              <a:ext uri="{FF2B5EF4-FFF2-40B4-BE49-F238E27FC236}">
                <a16:creationId xmlns:a16="http://schemas.microsoft.com/office/drawing/2014/main" id="{0591A91D-BF6A-2D84-91D0-B00FAD62006A}"/>
              </a:ext>
            </a:extLst>
          </p:cNvPr>
          <p:cNvSpPr>
            <a:spLocks noGrp="1"/>
          </p:cNvSpPr>
          <p:nvPr>
            <p:ph sz="half" idx="1"/>
          </p:nvPr>
        </p:nvSpPr>
        <p:spPr>
          <a:xfrm>
            <a:off x="838200" y="1825624"/>
            <a:ext cx="5181600" cy="4990416"/>
          </a:xfrm>
        </p:spPr>
        <p:txBody>
          <a:bodyPr>
            <a:normAutofit fontScale="70000" lnSpcReduction="20000"/>
          </a:bodyPr>
          <a:lstStyle/>
          <a:p>
            <a:pPr>
              <a:lnSpc>
                <a:spcPct val="120000"/>
              </a:lnSpc>
            </a:pPr>
            <a:r>
              <a:rPr kumimoji="1" lang="en-US" altLang="zh-TW" sz="3400" dirty="0" err="1"/>
              <a:t>LeNet</a:t>
            </a:r>
            <a:endParaRPr kumimoji="1" lang="en-US" altLang="zh-TW" sz="3400" dirty="0"/>
          </a:p>
          <a:p>
            <a:pPr lvl="1">
              <a:lnSpc>
                <a:spcPct val="120000"/>
              </a:lnSpc>
            </a:pPr>
            <a:r>
              <a:rPr kumimoji="1" lang="en" altLang="zh-TW" sz="2900" dirty="0"/>
              <a:t>An important milestone was a 1998 paper by Yann LeCun et al. </a:t>
            </a:r>
          </a:p>
          <a:p>
            <a:pPr lvl="1">
              <a:lnSpc>
                <a:spcPct val="120000"/>
              </a:lnSpc>
            </a:pPr>
            <a:r>
              <a:rPr kumimoji="1" lang="en" altLang="zh-TW" sz="2900" dirty="0"/>
              <a:t>The famous LeNet-5 architecture</a:t>
            </a:r>
          </a:p>
          <a:p>
            <a:pPr lvl="2">
              <a:lnSpc>
                <a:spcPct val="120000"/>
              </a:lnSpc>
            </a:pPr>
            <a:r>
              <a:rPr kumimoji="1" lang="en" altLang="zh-TW" sz="2300" dirty="0">
                <a:hlinkClick r:id="rId2"/>
              </a:rPr>
              <a:t>https://ieeexplore.ieee.org/document/726791</a:t>
            </a:r>
            <a:endParaRPr kumimoji="1" lang="en" altLang="zh-TW" sz="2300" dirty="0"/>
          </a:p>
          <a:p>
            <a:pPr lvl="2">
              <a:lnSpc>
                <a:spcPct val="120000"/>
              </a:lnSpc>
            </a:pPr>
            <a:r>
              <a:rPr kumimoji="1" lang="en" altLang="zh-TW" sz="2300" dirty="0">
                <a:hlinkClick r:id="rId3"/>
              </a:rPr>
              <a:t>https://yann.lecun.com/exdb/publis/pdf/lecun-98.pdf</a:t>
            </a:r>
            <a:endParaRPr kumimoji="1" lang="en" altLang="zh-TW" sz="2300" dirty="0"/>
          </a:p>
          <a:p>
            <a:pPr lvl="1">
              <a:lnSpc>
                <a:spcPct val="120000"/>
              </a:lnSpc>
            </a:pPr>
            <a:r>
              <a:rPr kumimoji="1" lang="en" altLang="zh-TW" sz="2900" dirty="0"/>
              <a:t>This architecture has some building blocks</a:t>
            </a:r>
          </a:p>
          <a:p>
            <a:pPr lvl="2">
              <a:lnSpc>
                <a:spcPct val="120000"/>
              </a:lnSpc>
            </a:pPr>
            <a:r>
              <a:rPr kumimoji="1" lang="en" altLang="zh-TW" sz="2900" dirty="0"/>
              <a:t>fully connected layers</a:t>
            </a:r>
          </a:p>
          <a:p>
            <a:pPr lvl="2">
              <a:lnSpc>
                <a:spcPct val="120000"/>
              </a:lnSpc>
            </a:pPr>
            <a:r>
              <a:rPr kumimoji="1" lang="en" altLang="zh-TW" sz="2900" dirty="0"/>
              <a:t>sigmoid activation functions</a:t>
            </a:r>
          </a:p>
          <a:p>
            <a:pPr lvl="1">
              <a:lnSpc>
                <a:spcPct val="120000"/>
              </a:lnSpc>
            </a:pPr>
            <a:r>
              <a:rPr kumimoji="1" lang="en" altLang="zh-TW" sz="2900" dirty="0"/>
              <a:t>Two new building blocks</a:t>
            </a:r>
          </a:p>
          <a:p>
            <a:pPr lvl="2">
              <a:lnSpc>
                <a:spcPct val="120000"/>
              </a:lnSpc>
            </a:pPr>
            <a:r>
              <a:rPr kumimoji="1" lang="en" altLang="zh-TW" sz="2900" dirty="0"/>
              <a:t>convolutional layers</a:t>
            </a:r>
          </a:p>
          <a:p>
            <a:pPr lvl="2">
              <a:lnSpc>
                <a:spcPct val="120000"/>
              </a:lnSpc>
            </a:pPr>
            <a:r>
              <a:rPr kumimoji="1" lang="en" altLang="zh-TW" sz="2900" dirty="0"/>
              <a:t>Pooling layers</a:t>
            </a:r>
          </a:p>
        </p:txBody>
      </p:sp>
      <p:sp>
        <p:nvSpPr>
          <p:cNvPr id="7" name="內容版面配置區 6">
            <a:extLst>
              <a:ext uri="{FF2B5EF4-FFF2-40B4-BE49-F238E27FC236}">
                <a16:creationId xmlns:a16="http://schemas.microsoft.com/office/drawing/2014/main" id="{25149E2A-A648-F8F5-DB50-56BFDF64313A}"/>
              </a:ext>
            </a:extLst>
          </p:cNvPr>
          <p:cNvSpPr>
            <a:spLocks noGrp="1"/>
          </p:cNvSpPr>
          <p:nvPr>
            <p:ph sz="half" idx="2"/>
          </p:nvPr>
        </p:nvSpPr>
        <p:spPr/>
        <p:txBody>
          <a:bodyPr>
            <a:noAutofit/>
          </a:bodyPr>
          <a:lstStyle/>
          <a:p>
            <a:pPr marL="228600" indent="-228600">
              <a:lnSpc>
                <a:spcPct val="120000"/>
              </a:lnSpc>
              <a:spcBef>
                <a:spcPts val="1001"/>
              </a:spcBef>
              <a:buClr>
                <a:srgbClr val="000000"/>
              </a:buClr>
              <a:buFont typeface="Arial"/>
              <a:buChar char="•"/>
            </a:pPr>
            <a:r>
              <a:rPr lang="en-US" altLang="zh-TW" sz="1800" b="0" strike="noStrike" spc="-1" dirty="0">
                <a:solidFill>
                  <a:srgbClr val="000000"/>
                </a:solidFill>
                <a:latin typeface="Calibri"/>
              </a:rPr>
              <a:t>Competitions such as the ILSVRC ImageNet challenge. </a:t>
            </a:r>
          </a:p>
          <a:p>
            <a:pPr marL="228600" indent="-228600">
              <a:lnSpc>
                <a:spcPct val="120000"/>
              </a:lnSpc>
              <a:spcBef>
                <a:spcPts val="1001"/>
              </a:spcBef>
              <a:buClr>
                <a:srgbClr val="000000"/>
              </a:buClr>
              <a:buFont typeface="Arial"/>
              <a:buChar char="•"/>
            </a:pPr>
            <a:r>
              <a:rPr lang="en-US" altLang="zh-TW" sz="1800" b="0" strike="noStrike" spc="-1" dirty="0">
                <a:solidFill>
                  <a:srgbClr val="000000"/>
                </a:solidFill>
                <a:latin typeface="Calibri"/>
              </a:rPr>
              <a:t>In this competition the top-five error rate for image classification fell from over </a:t>
            </a:r>
            <a:r>
              <a:rPr lang="en-US" altLang="zh-TW" sz="1800" b="1" strike="noStrike" spc="-1" dirty="0">
                <a:solidFill>
                  <a:srgbClr val="000000"/>
                </a:solidFill>
                <a:latin typeface="Calibri"/>
              </a:rPr>
              <a:t>26%</a:t>
            </a:r>
            <a:r>
              <a:rPr lang="en-US" altLang="zh-TW" sz="1800" b="0" strike="noStrike" spc="-1" dirty="0">
                <a:solidFill>
                  <a:srgbClr val="000000"/>
                </a:solidFill>
                <a:latin typeface="Calibri"/>
              </a:rPr>
              <a:t> to less than 2.3% in just six years. </a:t>
            </a:r>
          </a:p>
          <a:p>
            <a:pPr marL="228600" indent="-228600">
              <a:lnSpc>
                <a:spcPct val="120000"/>
              </a:lnSpc>
              <a:spcBef>
                <a:spcPts val="1001"/>
              </a:spcBef>
              <a:buClr>
                <a:srgbClr val="000000"/>
              </a:buClr>
              <a:buFont typeface="Arial"/>
              <a:buChar char="•"/>
            </a:pPr>
            <a:r>
              <a:rPr lang="en-US" altLang="zh-TW" sz="1800" b="0" i="1" strike="noStrike" spc="-1" dirty="0">
                <a:solidFill>
                  <a:srgbClr val="000000"/>
                </a:solidFill>
                <a:latin typeface="Calibri"/>
              </a:rPr>
              <a:t>The top-five error rate is the number of test images for which the system’s </a:t>
            </a:r>
            <a:r>
              <a:rPr lang="en-US" altLang="zh-TW" sz="1800" b="0" i="1" strike="noStrike" spc="-1" dirty="0">
                <a:solidFill>
                  <a:srgbClr val="FF0000"/>
                </a:solidFill>
                <a:latin typeface="Calibri"/>
              </a:rPr>
              <a:t>top five predictions did not include the correct answer</a:t>
            </a:r>
            <a:r>
              <a:rPr lang="en-US" altLang="zh-TW" sz="1800" b="0" i="1" strike="noStrike" spc="-1" dirty="0">
                <a:solidFill>
                  <a:srgbClr val="000000"/>
                </a:solidFill>
                <a:latin typeface="Calibri"/>
              </a:rPr>
              <a:t>. </a:t>
            </a:r>
          </a:p>
          <a:p>
            <a:pPr marL="228600" indent="-228600">
              <a:lnSpc>
                <a:spcPct val="120000"/>
              </a:lnSpc>
              <a:spcBef>
                <a:spcPts val="1001"/>
              </a:spcBef>
              <a:buClr>
                <a:srgbClr val="000000"/>
              </a:buClr>
              <a:buFont typeface="Arial"/>
              <a:buChar char="•"/>
            </a:pPr>
            <a:r>
              <a:rPr lang="en-US" altLang="zh-TW" sz="1800" b="0" strike="noStrike" spc="-1" dirty="0">
                <a:solidFill>
                  <a:srgbClr val="000000"/>
                </a:solidFill>
                <a:latin typeface="Calibri"/>
              </a:rPr>
              <a:t>The images are large (256 pixels high) and there are 1,000 classes, some of which are really subtle (try distinguishing 120 dog breeds)</a:t>
            </a:r>
            <a:endParaRPr kumimoji="1" lang="en" altLang="zh-TW" sz="1800" dirty="0"/>
          </a:p>
        </p:txBody>
      </p:sp>
      <p:sp>
        <p:nvSpPr>
          <p:cNvPr id="9" name="文字方塊 8">
            <a:extLst>
              <a:ext uri="{FF2B5EF4-FFF2-40B4-BE49-F238E27FC236}">
                <a16:creationId xmlns:a16="http://schemas.microsoft.com/office/drawing/2014/main" id="{170F0BC1-43D8-37BD-BA49-281F6A5BED38}"/>
              </a:ext>
            </a:extLst>
          </p:cNvPr>
          <p:cNvSpPr txBox="1"/>
          <p:nvPr/>
        </p:nvSpPr>
        <p:spPr>
          <a:xfrm>
            <a:off x="6421120" y="6169709"/>
            <a:ext cx="4836160" cy="646331"/>
          </a:xfrm>
          <a:prstGeom prst="rect">
            <a:avLst/>
          </a:prstGeom>
          <a:noFill/>
        </p:spPr>
        <p:txBody>
          <a:bodyPr wrap="square">
            <a:spAutoFit/>
          </a:bodyPr>
          <a:lstStyle/>
          <a:p>
            <a:r>
              <a:rPr lang="en-US" altLang="zh-TW" sz="1800" b="0" u="sng" strike="noStrike" spc="-1" dirty="0">
                <a:solidFill>
                  <a:srgbClr val="0563C1"/>
                </a:solidFill>
                <a:uFillTx/>
                <a:latin typeface="Calibri Light"/>
                <a:hlinkClick r:id="rId4"/>
              </a:rPr>
              <a:t>MNIST Demos on Yann LeCun‘s website</a:t>
            </a:r>
            <a:r>
              <a:rPr lang="zh-TW" altLang="en-US" u="sng" spc="-1" dirty="0">
                <a:solidFill>
                  <a:srgbClr val="0563C1"/>
                </a:solidFill>
                <a:latin typeface="Calibri Light"/>
              </a:rPr>
              <a:t>：</a:t>
            </a:r>
            <a:r>
              <a:rPr lang="en" altLang="zh-TW" u="sng" spc="-1" dirty="0">
                <a:solidFill>
                  <a:srgbClr val="0563C1"/>
                </a:solidFill>
                <a:latin typeface="Calibri Light"/>
              </a:rPr>
              <a:t>https://</a:t>
            </a:r>
            <a:r>
              <a:rPr lang="en" altLang="zh-TW" u="sng" spc="-1" dirty="0" err="1">
                <a:solidFill>
                  <a:srgbClr val="0563C1"/>
                </a:solidFill>
                <a:latin typeface="Calibri Light"/>
              </a:rPr>
              <a:t>yann.lecun.com</a:t>
            </a:r>
            <a:r>
              <a:rPr lang="en" altLang="zh-TW" u="sng" spc="-1" dirty="0">
                <a:solidFill>
                  <a:srgbClr val="0563C1"/>
                </a:solidFill>
                <a:latin typeface="Calibri Light"/>
              </a:rPr>
              <a:t>/</a:t>
            </a:r>
            <a:r>
              <a:rPr lang="en" altLang="zh-TW" u="sng" spc="-1" dirty="0" err="1">
                <a:solidFill>
                  <a:srgbClr val="0563C1"/>
                </a:solidFill>
                <a:latin typeface="Calibri Light"/>
              </a:rPr>
              <a:t>exdb</a:t>
            </a:r>
            <a:r>
              <a:rPr lang="en" altLang="zh-TW" u="sng" spc="-1" dirty="0">
                <a:solidFill>
                  <a:srgbClr val="0563C1"/>
                </a:solidFill>
                <a:latin typeface="Calibri Light"/>
              </a:rPr>
              <a:t>/</a:t>
            </a:r>
            <a:r>
              <a:rPr lang="en" altLang="zh-TW" u="sng" spc="-1" dirty="0" err="1">
                <a:solidFill>
                  <a:srgbClr val="0563C1"/>
                </a:solidFill>
                <a:latin typeface="Calibri Light"/>
              </a:rPr>
              <a:t>lenet</a:t>
            </a:r>
            <a:r>
              <a:rPr lang="en" altLang="zh-TW" u="sng" spc="-1" dirty="0">
                <a:solidFill>
                  <a:srgbClr val="0563C1"/>
                </a:solidFill>
                <a:latin typeface="Calibri Light"/>
              </a:rPr>
              <a:t>/</a:t>
            </a:r>
            <a:r>
              <a:rPr lang="en" altLang="zh-TW" u="sng" spc="-1" dirty="0" err="1">
                <a:solidFill>
                  <a:srgbClr val="0563C1"/>
                </a:solidFill>
                <a:latin typeface="Calibri Light"/>
              </a:rPr>
              <a:t>index.html</a:t>
            </a:r>
            <a:endParaRPr lang="zh-TW" altLang="en-US" dirty="0"/>
          </a:p>
        </p:txBody>
      </p:sp>
    </p:spTree>
    <p:extLst>
      <p:ext uri="{BB962C8B-B14F-4D97-AF65-F5344CB8AC3E}">
        <p14:creationId xmlns:p14="http://schemas.microsoft.com/office/powerpoint/2010/main" val="3073400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AC7C5AB5-6AAC-A962-1C90-46B00B5E1DFA}"/>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endParaRPr lang="zh-TW" altLang="en-US" dirty="0"/>
          </a:p>
        </p:txBody>
      </p:sp>
      <p:sp>
        <p:nvSpPr>
          <p:cNvPr id="6" name="內容版面配置區 5">
            <a:extLst>
              <a:ext uri="{FF2B5EF4-FFF2-40B4-BE49-F238E27FC236}">
                <a16:creationId xmlns:a16="http://schemas.microsoft.com/office/drawing/2014/main" id="{CCFEACEE-15A6-2BDC-B6A9-FF959669CC34}"/>
              </a:ext>
            </a:extLst>
          </p:cNvPr>
          <p:cNvSpPr>
            <a:spLocks noGrp="1"/>
          </p:cNvSpPr>
          <p:nvPr>
            <p:ph idx="1"/>
          </p:nvPr>
        </p:nvSpPr>
        <p:spPr/>
        <p:txBody>
          <a:bodyPr/>
          <a:lstStyle/>
          <a:p>
            <a:r>
              <a:rPr lang="en-US" altLang="zh-TW" dirty="0"/>
              <a:t>LeNet-5</a:t>
            </a:r>
            <a:endParaRPr lang="zh-TW" altLang="en-US" dirty="0"/>
          </a:p>
        </p:txBody>
      </p:sp>
      <p:pic>
        <p:nvPicPr>
          <p:cNvPr id="5122" name="Picture 2">
            <a:extLst>
              <a:ext uri="{FF2B5EF4-FFF2-40B4-BE49-F238E27FC236}">
                <a16:creationId xmlns:a16="http://schemas.microsoft.com/office/drawing/2014/main" id="{8071A671-F433-7702-82DA-E5EB0E200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882459"/>
            <a:ext cx="8890000" cy="24511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lt-text">
            <a:extLst>
              <a:ext uri="{FF2B5EF4-FFF2-40B4-BE49-F238E27FC236}">
                <a16:creationId xmlns:a16="http://schemas.microsoft.com/office/drawing/2014/main" id="{CFB05FE3-58E4-DF85-3EFB-6B6E29D26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1531" y="284349"/>
            <a:ext cx="5333929" cy="2598110"/>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23D2A82D-9D39-F837-CC7F-04608E06B4FA}"/>
              </a:ext>
            </a:extLst>
          </p:cNvPr>
          <p:cNvSpPr txBox="1"/>
          <p:nvPr/>
        </p:nvSpPr>
        <p:spPr>
          <a:xfrm>
            <a:off x="838200" y="6062395"/>
            <a:ext cx="10083800" cy="369332"/>
          </a:xfrm>
          <a:prstGeom prst="rect">
            <a:avLst/>
          </a:prstGeom>
          <a:noFill/>
        </p:spPr>
        <p:txBody>
          <a:bodyPr wrap="square">
            <a:spAutoFit/>
          </a:bodyPr>
          <a:lstStyle/>
          <a:p>
            <a:r>
              <a:rPr lang="zh-TW" altLang="en-US" dirty="0"/>
              <a:t>https://medium.com/@deepeshdeepakdd2/lenet-5-implementation-on-mnist-in-pytorch-c6f2ee306e37</a:t>
            </a:r>
          </a:p>
        </p:txBody>
      </p:sp>
    </p:spTree>
    <p:extLst>
      <p:ext uri="{BB962C8B-B14F-4D97-AF65-F5344CB8AC3E}">
        <p14:creationId xmlns:p14="http://schemas.microsoft.com/office/powerpoint/2010/main" val="2015854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54A3D6-21EE-0AB4-D6EF-4B9EDEB4A2AA}"/>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-LeNet5</a:t>
            </a:r>
            <a:endParaRPr kumimoji="1" lang="zh-TW" altLang="en-US" dirty="0"/>
          </a:p>
        </p:txBody>
      </p:sp>
      <p:pic>
        <p:nvPicPr>
          <p:cNvPr id="6146" name="Picture 2">
            <a:extLst>
              <a:ext uri="{FF2B5EF4-FFF2-40B4-BE49-F238E27FC236}">
                <a16:creationId xmlns:a16="http://schemas.microsoft.com/office/drawing/2014/main" id="{8C5AE99B-3AF8-C9A8-BADF-FEAC4F9261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3560" y="1690688"/>
            <a:ext cx="8564880" cy="4434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572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A12E40-6C74-42BD-B812-8CA0BA410C06}"/>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endParaRPr lang="zh-TW" altLang="en-US" dirty="0"/>
          </a:p>
        </p:txBody>
      </p:sp>
      <p:sp>
        <p:nvSpPr>
          <p:cNvPr id="3" name="內容版面配置區 2">
            <a:extLst>
              <a:ext uri="{FF2B5EF4-FFF2-40B4-BE49-F238E27FC236}">
                <a16:creationId xmlns:a16="http://schemas.microsoft.com/office/drawing/2014/main" id="{442C80B2-EF11-46B9-8270-AA212BE12FD7}"/>
              </a:ext>
            </a:extLst>
          </p:cNvPr>
          <p:cNvSpPr>
            <a:spLocks noGrp="1"/>
          </p:cNvSpPr>
          <p:nvPr>
            <p:ph idx="1"/>
          </p:nvPr>
        </p:nvSpPr>
        <p:spPr>
          <a:xfrm>
            <a:off x="838200" y="1825625"/>
            <a:ext cx="10515600" cy="4667250"/>
          </a:xfrm>
        </p:spPr>
        <p:txBody>
          <a:bodyPr>
            <a:normAutofit lnSpcReduction="10000"/>
          </a:bodyPr>
          <a:lstStyle/>
          <a:p>
            <a:pPr>
              <a:lnSpc>
                <a:spcPct val="120000"/>
              </a:lnSpc>
            </a:pPr>
            <a:r>
              <a:rPr lang="en-US" altLang="zh-TW" dirty="0" err="1"/>
              <a:t>AlexNet</a:t>
            </a:r>
            <a:r>
              <a:rPr lang="en-US" altLang="zh-TW" dirty="0"/>
              <a:t> (2012)</a:t>
            </a:r>
            <a:r>
              <a:rPr lang="zh-TW" altLang="en-US" dirty="0"/>
              <a:t>、</a:t>
            </a:r>
            <a:r>
              <a:rPr lang="en-US" altLang="zh-TW" dirty="0"/>
              <a:t>VGG (2014)</a:t>
            </a:r>
            <a:r>
              <a:rPr lang="zh-TW" altLang="en-US" dirty="0"/>
              <a:t>、</a:t>
            </a:r>
            <a:r>
              <a:rPr lang="en-US" altLang="zh-TW" dirty="0" err="1"/>
              <a:t>GoogleNet</a:t>
            </a:r>
            <a:r>
              <a:rPr lang="en-US" altLang="zh-TW" dirty="0"/>
              <a:t> (2014)</a:t>
            </a:r>
          </a:p>
          <a:p>
            <a:pPr lvl="1">
              <a:lnSpc>
                <a:spcPct val="120000"/>
              </a:lnSpc>
            </a:pPr>
            <a:r>
              <a:rPr lang="zh-TW" altLang="en-US" dirty="0"/>
              <a:t>這三個都是相當相當有名的神經網路模型，都是在</a:t>
            </a:r>
            <a:r>
              <a:rPr lang="en-US" altLang="zh-TW" dirty="0"/>
              <a:t>ImageNet</a:t>
            </a:r>
            <a:r>
              <a:rPr lang="zh-TW" altLang="en-US" dirty="0"/>
              <a:t>這個影像辨識的比賽中獲得名次，最明顯的差異就是他們的隱藏層一個比一個還要多</a:t>
            </a:r>
            <a:endParaRPr lang="en-US" altLang="zh-TW" dirty="0"/>
          </a:p>
          <a:p>
            <a:pPr lvl="1">
              <a:lnSpc>
                <a:spcPct val="120000"/>
              </a:lnSpc>
            </a:pPr>
            <a:r>
              <a:rPr lang="en-US" altLang="zh-TW" dirty="0" err="1"/>
              <a:t>AlexNet</a:t>
            </a:r>
            <a:r>
              <a:rPr lang="zh-TW" altLang="en-US" dirty="0"/>
              <a:t>是</a:t>
            </a:r>
            <a:r>
              <a:rPr lang="en-US" altLang="zh-TW" dirty="0"/>
              <a:t>2012</a:t>
            </a:r>
            <a:r>
              <a:rPr lang="zh-TW" altLang="en-US" dirty="0"/>
              <a:t>年的第一名，而這是開啟大</a:t>
            </a:r>
            <a:r>
              <a:rPr lang="en-US" altLang="zh-TW" dirty="0"/>
              <a:t>AI</a:t>
            </a:r>
            <a:r>
              <a:rPr lang="zh-TW" altLang="en-US" dirty="0"/>
              <a:t>時代的一個關鍵點，因為他們使用了</a:t>
            </a:r>
            <a:r>
              <a:rPr lang="en-US" altLang="zh-TW" dirty="0"/>
              <a:t>GPU</a:t>
            </a:r>
            <a:r>
              <a:rPr lang="zh-TW" altLang="en-US" dirty="0"/>
              <a:t>去做平行運算也使用了更深 </a:t>
            </a:r>
            <a:r>
              <a:rPr lang="en-US" altLang="zh-TW" dirty="0"/>
              <a:t>(8</a:t>
            </a:r>
            <a:r>
              <a:rPr lang="zh-TW" altLang="en-US" dirty="0"/>
              <a:t>層</a:t>
            </a:r>
            <a:r>
              <a:rPr lang="en-US" altLang="zh-TW" dirty="0"/>
              <a:t>) </a:t>
            </a:r>
            <a:r>
              <a:rPr lang="zh-TW" altLang="en-US" dirty="0"/>
              <a:t>的卷積神經網路。整個網路的參數量達到</a:t>
            </a:r>
            <a:r>
              <a:rPr lang="en-US" altLang="zh-TW" dirty="0"/>
              <a:t>6000</a:t>
            </a:r>
            <a:r>
              <a:rPr lang="zh-TW" altLang="en-US" dirty="0"/>
              <a:t>萬個。</a:t>
            </a:r>
            <a:endParaRPr lang="en-US" altLang="zh-TW" dirty="0"/>
          </a:p>
          <a:p>
            <a:pPr lvl="1">
              <a:lnSpc>
                <a:spcPct val="120000"/>
              </a:lnSpc>
            </a:pPr>
            <a:r>
              <a:rPr lang="en-US" altLang="zh-TW" dirty="0"/>
              <a:t>2014</a:t>
            </a:r>
            <a:r>
              <a:rPr lang="zh-TW" altLang="en-US" dirty="0"/>
              <a:t>年</a:t>
            </a:r>
            <a:r>
              <a:rPr lang="en-US" altLang="zh-TW" dirty="0"/>
              <a:t>ImageNet</a:t>
            </a:r>
            <a:r>
              <a:rPr lang="zh-TW" altLang="en-US" dirty="0"/>
              <a:t>比賽中的第一名跟第二名分別是</a:t>
            </a:r>
            <a:r>
              <a:rPr lang="en-US" altLang="zh-TW" dirty="0" err="1"/>
              <a:t>GoogleNet</a:t>
            </a:r>
            <a:r>
              <a:rPr lang="zh-TW" altLang="en-US" dirty="0"/>
              <a:t>、</a:t>
            </a:r>
            <a:r>
              <a:rPr lang="en-US" altLang="zh-TW" dirty="0"/>
              <a:t>VGG</a:t>
            </a:r>
            <a:r>
              <a:rPr lang="zh-TW" altLang="en-US" dirty="0"/>
              <a:t>，那</a:t>
            </a:r>
            <a:r>
              <a:rPr lang="en-US" altLang="zh-TW" dirty="0"/>
              <a:t>VGG</a:t>
            </a:r>
            <a:r>
              <a:rPr lang="zh-TW" altLang="en-US" dirty="0"/>
              <a:t>的部分是探討了深度對於神經網路影響，深度來到了</a:t>
            </a:r>
            <a:r>
              <a:rPr lang="en-US" altLang="zh-TW" dirty="0"/>
              <a:t>19</a:t>
            </a:r>
            <a:r>
              <a:rPr lang="zh-TW" altLang="en-US" dirty="0"/>
              <a:t>層</a:t>
            </a:r>
            <a:r>
              <a:rPr lang="en-US" altLang="zh-TW" dirty="0"/>
              <a:t>(</a:t>
            </a:r>
            <a:r>
              <a:rPr lang="zh-TW" altLang="en-US" dirty="0"/>
              <a:t>參數量達到了</a:t>
            </a:r>
            <a:r>
              <a:rPr lang="en-US" altLang="zh-TW" dirty="0"/>
              <a:t>1.3</a:t>
            </a:r>
            <a:r>
              <a:rPr lang="zh-TW" altLang="en-US" dirty="0"/>
              <a:t>億個</a:t>
            </a:r>
            <a:r>
              <a:rPr lang="en-US" altLang="zh-TW" dirty="0"/>
              <a:t>)</a:t>
            </a:r>
            <a:r>
              <a:rPr lang="zh-TW" altLang="en-US" dirty="0"/>
              <a:t>，其實跟</a:t>
            </a:r>
            <a:r>
              <a:rPr lang="en-US" altLang="zh-TW" dirty="0" err="1"/>
              <a:t>AlexNet</a:t>
            </a:r>
            <a:r>
              <a:rPr lang="zh-TW" altLang="en-US" dirty="0"/>
              <a:t>很像但調整了卷積層的數量跟</a:t>
            </a:r>
            <a:r>
              <a:rPr lang="en-US" altLang="zh-TW" dirty="0"/>
              <a:t>Kernel</a:t>
            </a:r>
            <a:r>
              <a:rPr lang="zh-TW" altLang="en-US" dirty="0"/>
              <a:t>大小</a:t>
            </a:r>
            <a:endParaRPr lang="en-US" altLang="zh-TW" dirty="0"/>
          </a:p>
        </p:txBody>
      </p:sp>
    </p:spTree>
    <p:extLst>
      <p:ext uri="{BB962C8B-B14F-4D97-AF65-F5344CB8AC3E}">
        <p14:creationId xmlns:p14="http://schemas.microsoft.com/office/powerpoint/2010/main" val="4262386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B0A19D-9720-4452-B6DB-A044746E0AE7}"/>
              </a:ext>
            </a:extLst>
          </p:cNvPr>
          <p:cNvSpPr>
            <a:spLocks noGrp="1"/>
          </p:cNvSpPr>
          <p:nvPr>
            <p:ph type="title"/>
          </p:nvPr>
        </p:nvSpPr>
        <p:spPr>
          <a:xfrm>
            <a:off x="838200" y="365125"/>
            <a:ext cx="10515600" cy="1325563"/>
          </a:xfrm>
        </p:spPr>
        <p:txBody>
          <a:bodyPr/>
          <a:lstStyle/>
          <a:p>
            <a:r>
              <a:rPr kumimoji="1" lang="zh-TW" altLang="en-US" dirty="0"/>
              <a:t>著名的</a:t>
            </a:r>
            <a:r>
              <a:rPr kumimoji="1" lang="en-US" altLang="zh-TW" dirty="0"/>
              <a:t>CNN</a:t>
            </a:r>
            <a:r>
              <a:rPr kumimoji="1" lang="zh-TW" altLang="en-US" dirty="0"/>
              <a:t>模型與架構</a:t>
            </a:r>
            <a:endParaRPr lang="zh-TW" altLang="en-US" dirty="0"/>
          </a:p>
        </p:txBody>
      </p:sp>
      <p:sp>
        <p:nvSpPr>
          <p:cNvPr id="3" name="內容版面配置區 2">
            <a:extLst>
              <a:ext uri="{FF2B5EF4-FFF2-40B4-BE49-F238E27FC236}">
                <a16:creationId xmlns:a16="http://schemas.microsoft.com/office/drawing/2014/main" id="{CC0B886B-CD51-4C5C-B975-D1113124C2FC}"/>
              </a:ext>
            </a:extLst>
          </p:cNvPr>
          <p:cNvSpPr>
            <a:spLocks noGrp="1"/>
          </p:cNvSpPr>
          <p:nvPr>
            <p:ph idx="1"/>
          </p:nvPr>
        </p:nvSpPr>
        <p:spPr>
          <a:xfrm>
            <a:off x="838200" y="1825624"/>
            <a:ext cx="10515600" cy="4509861"/>
          </a:xfrm>
        </p:spPr>
        <p:txBody>
          <a:bodyPr>
            <a:normAutofit lnSpcReduction="10000"/>
          </a:bodyPr>
          <a:lstStyle/>
          <a:p>
            <a:r>
              <a:rPr lang="en-US" altLang="zh-TW" dirty="0" err="1"/>
              <a:t>GoogleNet</a:t>
            </a:r>
            <a:r>
              <a:rPr lang="en-US" altLang="zh-TW" dirty="0"/>
              <a:t>(</a:t>
            </a:r>
            <a:r>
              <a:rPr lang="zh-TW" altLang="en-US" dirty="0"/>
              <a:t>又稱為</a:t>
            </a:r>
            <a:r>
              <a:rPr lang="en-US" altLang="zh-TW" dirty="0"/>
              <a:t>Inception V1)</a:t>
            </a:r>
          </a:p>
          <a:p>
            <a:pPr lvl="1"/>
            <a:r>
              <a:rPr lang="zh-TW" altLang="en-US" dirty="0"/>
              <a:t>採用更深的神經網路來到了</a:t>
            </a:r>
            <a:r>
              <a:rPr lang="en-US" altLang="zh-TW" dirty="0"/>
              <a:t>22</a:t>
            </a:r>
            <a:r>
              <a:rPr lang="zh-TW" altLang="en-US" dirty="0"/>
              <a:t>層，並且導入了</a:t>
            </a:r>
            <a:r>
              <a:rPr lang="en-US" altLang="zh-TW" dirty="0"/>
              <a:t>1x1</a:t>
            </a:r>
            <a:r>
              <a:rPr lang="zh-TW" altLang="en-US" dirty="0"/>
              <a:t>的卷積層 </a:t>
            </a:r>
            <a:r>
              <a:rPr lang="en-US" altLang="zh-TW" dirty="0"/>
              <a:t>(</a:t>
            </a:r>
            <a:r>
              <a:rPr lang="zh-TW" altLang="en-US" dirty="0"/>
              <a:t>降維</a:t>
            </a:r>
            <a:r>
              <a:rPr lang="en-US" altLang="zh-TW" dirty="0"/>
              <a:t>)</a:t>
            </a:r>
            <a:r>
              <a:rPr lang="zh-TW" altLang="en-US" dirty="0"/>
              <a:t>、</a:t>
            </a:r>
            <a:r>
              <a:rPr lang="en-US" altLang="zh-TW" dirty="0"/>
              <a:t>Global Average Pooling (</a:t>
            </a:r>
            <a:r>
              <a:rPr lang="zh-TW" altLang="en-US" dirty="0"/>
              <a:t>全局平均池化</a:t>
            </a:r>
            <a:r>
              <a:rPr lang="en-US" altLang="zh-TW" dirty="0"/>
              <a:t>)</a:t>
            </a:r>
            <a:r>
              <a:rPr lang="zh-TW" altLang="en-US" dirty="0"/>
              <a:t>、</a:t>
            </a:r>
            <a:r>
              <a:rPr lang="en-US" altLang="zh-TW" dirty="0"/>
              <a:t>Auxiliary Classifiers (</a:t>
            </a:r>
            <a:r>
              <a:rPr lang="zh-TW" altLang="en-US" dirty="0"/>
              <a:t>輔助分類器</a:t>
            </a:r>
            <a:r>
              <a:rPr lang="en-US" altLang="zh-TW" dirty="0"/>
              <a:t>)</a:t>
            </a:r>
            <a:r>
              <a:rPr lang="zh-TW" altLang="en-US" dirty="0"/>
              <a:t>，這些技術一直到現在都十分好用。</a:t>
            </a:r>
            <a:endParaRPr lang="en-US" altLang="zh-TW" dirty="0"/>
          </a:p>
          <a:p>
            <a:r>
              <a:rPr lang="en-US" altLang="zh-TW" dirty="0" err="1"/>
              <a:t>ResNet</a:t>
            </a:r>
            <a:r>
              <a:rPr lang="en-US" altLang="zh-TW" dirty="0"/>
              <a:t> ( 2015 )</a:t>
            </a:r>
          </a:p>
          <a:p>
            <a:pPr lvl="1"/>
            <a:r>
              <a:rPr lang="zh-TW" altLang="en-US" dirty="0"/>
              <a:t>隨著網路層的深度增加，越來越容易發生梯度消失的問題，所以</a:t>
            </a:r>
            <a:r>
              <a:rPr lang="en-US" altLang="zh-TW" dirty="0" err="1"/>
              <a:t>ResNet</a:t>
            </a:r>
            <a:r>
              <a:rPr lang="zh-TW" altLang="en-US" dirty="0"/>
              <a:t>就被研發出來了，他用的核心技術是殘缺塊 </a:t>
            </a:r>
            <a:r>
              <a:rPr lang="en-US" altLang="zh-TW" dirty="0"/>
              <a:t>( Residual Block )</a:t>
            </a:r>
            <a:r>
              <a:rPr lang="zh-TW" altLang="en-US" dirty="0"/>
              <a:t>，經過實驗證明確實能改善梯度消失的問題，透過跳接的概念，如果某一層發生梯度消失也不會連帶影響其他的權重。</a:t>
            </a:r>
            <a:endParaRPr lang="en-US" altLang="zh-TW" dirty="0"/>
          </a:p>
          <a:p>
            <a:r>
              <a:rPr lang="en-US" altLang="zh-TW" dirty="0" err="1"/>
              <a:t>DenseNet</a:t>
            </a:r>
            <a:r>
              <a:rPr lang="en-US" altLang="zh-TW" dirty="0"/>
              <a:t> ( 2016 )</a:t>
            </a:r>
          </a:p>
          <a:p>
            <a:pPr lvl="1"/>
            <a:r>
              <a:rPr lang="en-US" altLang="zh-TW" dirty="0" err="1"/>
              <a:t>DenseNet</a:t>
            </a:r>
            <a:r>
              <a:rPr lang="zh-TW" altLang="en-US" dirty="0"/>
              <a:t>則是</a:t>
            </a:r>
            <a:r>
              <a:rPr lang="en-US" altLang="zh-TW" dirty="0" err="1"/>
              <a:t>ResNet</a:t>
            </a:r>
            <a:r>
              <a:rPr lang="zh-TW" altLang="en-US" dirty="0"/>
              <a:t>的進化版本，在</a:t>
            </a:r>
            <a:r>
              <a:rPr lang="en-US" altLang="zh-TW" dirty="0" err="1"/>
              <a:t>DenseNet</a:t>
            </a:r>
            <a:r>
              <a:rPr lang="zh-TW" altLang="en-US" dirty="0"/>
              <a:t>當中，每一層都會跟其餘層做連接，看似會讓權重變多，但實際上反而比傳統的一對一連接還要少。</a:t>
            </a:r>
          </a:p>
        </p:txBody>
      </p:sp>
    </p:spTree>
    <p:extLst>
      <p:ext uri="{BB962C8B-B14F-4D97-AF65-F5344CB8AC3E}">
        <p14:creationId xmlns:p14="http://schemas.microsoft.com/office/powerpoint/2010/main" val="3213658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0FA0AC-89FD-499E-AE44-9C6BC5B7F9F1}"/>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p>
        </p:txBody>
      </p:sp>
      <p:sp>
        <p:nvSpPr>
          <p:cNvPr id="3" name="內容版面配置區 2">
            <a:extLst>
              <a:ext uri="{FF2B5EF4-FFF2-40B4-BE49-F238E27FC236}">
                <a16:creationId xmlns:a16="http://schemas.microsoft.com/office/drawing/2014/main" id="{2B9F25BE-ED2C-F361-235E-97FF77EA29C7}"/>
              </a:ext>
            </a:extLst>
          </p:cNvPr>
          <p:cNvSpPr>
            <a:spLocks noGrp="1"/>
          </p:cNvSpPr>
          <p:nvPr>
            <p:ph idx="1"/>
          </p:nvPr>
        </p:nvSpPr>
        <p:spPr/>
        <p:txBody>
          <a:bodyPr/>
          <a:lstStyle/>
          <a:p>
            <a:endParaRPr kumimoji="1" lang="zh-TW" altLang="en-US" dirty="0"/>
          </a:p>
        </p:txBody>
      </p:sp>
      <p:pic>
        <p:nvPicPr>
          <p:cNvPr id="2050" name="Picture 2">
            <a:extLst>
              <a:ext uri="{FF2B5EF4-FFF2-40B4-BE49-F238E27FC236}">
                <a16:creationId xmlns:a16="http://schemas.microsoft.com/office/drawing/2014/main" id="{77554C40-D181-C26C-ABA7-6982AE28E8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4780" y="1432822"/>
            <a:ext cx="6822440" cy="4879078"/>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70A8C27B-2653-F928-C773-593EC43B320C}"/>
              </a:ext>
            </a:extLst>
          </p:cNvPr>
          <p:cNvSpPr txBox="1"/>
          <p:nvPr/>
        </p:nvSpPr>
        <p:spPr>
          <a:xfrm>
            <a:off x="2456180" y="6262171"/>
            <a:ext cx="7795260" cy="369332"/>
          </a:xfrm>
          <a:prstGeom prst="rect">
            <a:avLst/>
          </a:prstGeom>
          <a:noFill/>
        </p:spPr>
        <p:txBody>
          <a:bodyPr wrap="square">
            <a:spAutoFit/>
          </a:bodyPr>
          <a:lstStyle/>
          <a:p>
            <a:r>
              <a:rPr lang="en" altLang="zh-TW" b="0" i="0" dirty="0">
                <a:effectLst/>
                <a:latin typeface="sohne"/>
              </a:rPr>
              <a:t>Top-1 Accuracy against Number of Operations (Size is the number of parameters)</a:t>
            </a:r>
            <a:endParaRPr lang="zh-TW" altLang="en-US" dirty="0"/>
          </a:p>
        </p:txBody>
      </p:sp>
    </p:spTree>
    <p:extLst>
      <p:ext uri="{BB962C8B-B14F-4D97-AF65-F5344CB8AC3E}">
        <p14:creationId xmlns:p14="http://schemas.microsoft.com/office/powerpoint/2010/main" val="3799553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A5CEB0-089D-3D79-6613-83855FDE9C4B}"/>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kumimoji="1" lang="en-US" altLang="zh-TW" dirty="0" err="1"/>
              <a:t>AlexNet</a:t>
            </a:r>
            <a:endParaRPr kumimoji="1" lang="zh-TW" altLang="en-US" dirty="0"/>
          </a:p>
        </p:txBody>
      </p:sp>
      <p:sp>
        <p:nvSpPr>
          <p:cNvPr id="3" name="內容版面配置區 2">
            <a:extLst>
              <a:ext uri="{FF2B5EF4-FFF2-40B4-BE49-F238E27FC236}">
                <a16:creationId xmlns:a16="http://schemas.microsoft.com/office/drawing/2014/main" id="{4A7D6F13-1B08-8ED2-D774-16BA875047BE}"/>
              </a:ext>
            </a:extLst>
          </p:cNvPr>
          <p:cNvSpPr>
            <a:spLocks noGrp="1"/>
          </p:cNvSpPr>
          <p:nvPr>
            <p:ph idx="1"/>
          </p:nvPr>
        </p:nvSpPr>
        <p:spPr/>
        <p:txBody>
          <a:bodyPr>
            <a:normAutofit/>
          </a:bodyPr>
          <a:lstStyle/>
          <a:p>
            <a:r>
              <a:rPr kumimoji="1" lang="en" altLang="zh-TW" dirty="0"/>
              <a:t>won the 2012 ImageNet ILSVRC challenge </a:t>
            </a:r>
          </a:p>
          <a:p>
            <a:r>
              <a:rPr kumimoji="1" lang="en" altLang="zh-TW" dirty="0"/>
              <a:t>it achieved a top-five error rate of 17%, while the second best achieved only 26%!</a:t>
            </a:r>
          </a:p>
          <a:p>
            <a:r>
              <a:rPr kumimoji="1" lang="en" altLang="zh-TW" dirty="0"/>
              <a:t>It was developed by Alex </a:t>
            </a:r>
            <a:r>
              <a:rPr kumimoji="1" lang="en" altLang="zh-TW" dirty="0" err="1"/>
              <a:t>Krizhevsky</a:t>
            </a:r>
            <a:r>
              <a:rPr kumimoji="1" lang="en" altLang="zh-TW" dirty="0"/>
              <a:t> (hence the name), Ilya </a:t>
            </a:r>
            <a:r>
              <a:rPr kumimoji="1" lang="en" altLang="zh-TW" dirty="0" err="1"/>
              <a:t>Sutskever</a:t>
            </a:r>
            <a:r>
              <a:rPr kumimoji="1" lang="en" altLang="zh-TW" dirty="0"/>
              <a:t>, and Geoffrey Hinton.</a:t>
            </a:r>
          </a:p>
          <a:p>
            <a:r>
              <a:rPr kumimoji="1" lang="en" altLang="zh-TW" dirty="0"/>
              <a:t>Used two regularization </a:t>
            </a:r>
            <a:r>
              <a:rPr kumimoji="1" lang="en" altLang="zh-TW" dirty="0" err="1"/>
              <a:t>techniqures</a:t>
            </a:r>
            <a:r>
              <a:rPr kumimoji="1" lang="en" altLang="zh-TW" dirty="0"/>
              <a:t>: 50% dropout rate and data augmentation(</a:t>
            </a:r>
            <a:r>
              <a:rPr kumimoji="1" lang="zh-TW" altLang="en-US" dirty="0"/>
              <a:t>資料擴增</a:t>
            </a:r>
            <a:r>
              <a:rPr kumimoji="1" lang="en-US" altLang="zh-TW" dirty="0"/>
              <a:t>)</a:t>
            </a:r>
          </a:p>
          <a:p>
            <a:endParaRPr kumimoji="1" lang="en-US" altLang="zh-TW" dirty="0"/>
          </a:p>
          <a:p>
            <a:endParaRPr kumimoji="1" lang="zh-TW" altLang="en-US" dirty="0"/>
          </a:p>
        </p:txBody>
      </p:sp>
    </p:spTree>
    <p:extLst>
      <p:ext uri="{BB962C8B-B14F-4D97-AF65-F5344CB8AC3E}">
        <p14:creationId xmlns:p14="http://schemas.microsoft.com/office/powerpoint/2010/main" val="3256362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D57E6C31-9605-51FB-6655-56A078C53F3F}"/>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kumimoji="1" lang="en-US" altLang="zh-TW" dirty="0" err="1"/>
              <a:t>AlexNet</a:t>
            </a:r>
            <a:endParaRPr lang="zh-TW" altLang="en-US" dirty="0"/>
          </a:p>
        </p:txBody>
      </p:sp>
      <p:sp>
        <p:nvSpPr>
          <p:cNvPr id="5" name="內容版面配置區 4">
            <a:extLst>
              <a:ext uri="{FF2B5EF4-FFF2-40B4-BE49-F238E27FC236}">
                <a16:creationId xmlns:a16="http://schemas.microsoft.com/office/drawing/2014/main" id="{DCCA1747-AD53-44FB-44B5-CA19594AF2FA}"/>
              </a:ext>
            </a:extLst>
          </p:cNvPr>
          <p:cNvSpPr>
            <a:spLocks noGrp="1"/>
          </p:cNvSpPr>
          <p:nvPr>
            <p:ph idx="1"/>
          </p:nvPr>
        </p:nvSpPr>
        <p:spPr/>
        <p:txBody>
          <a:bodyPr/>
          <a:lstStyle/>
          <a:p>
            <a:r>
              <a:rPr lang="en" altLang="zh-TW" dirty="0">
                <a:hlinkClick r:id="rId2"/>
              </a:rPr>
              <a:t>https://proceedings.neurips.cc/paper_files/paper/2012/file/c399862d3b9d6b76c8436e924a68c45b-Paper.pdf</a:t>
            </a:r>
            <a:endParaRPr lang="en" altLang="zh-TW" dirty="0"/>
          </a:p>
          <a:p>
            <a:pPr marL="0" indent="0">
              <a:buNone/>
            </a:pPr>
            <a:endParaRPr lang="zh-TW" altLang="en-US" dirty="0"/>
          </a:p>
        </p:txBody>
      </p:sp>
      <p:pic>
        <p:nvPicPr>
          <p:cNvPr id="7170" name="Picture 2">
            <a:extLst>
              <a:ext uri="{FF2B5EF4-FFF2-40B4-BE49-F238E27FC236}">
                <a16:creationId xmlns:a16="http://schemas.microsoft.com/office/drawing/2014/main" id="{260C7B25-9CF7-446D-C007-3C0E14101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303" y="2783840"/>
            <a:ext cx="8080978" cy="4074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554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F96BA2-7685-4006-8E8E-72124280AF95}"/>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kumimoji="1" lang="en-US" altLang="zh-TW" dirty="0" err="1"/>
              <a:t>AlexNet</a:t>
            </a:r>
            <a:endParaRPr kumimoji="1" lang="zh-TW" altLang="en-US" dirty="0"/>
          </a:p>
        </p:txBody>
      </p:sp>
      <p:sp>
        <p:nvSpPr>
          <p:cNvPr id="3" name="內容版面配置區 2">
            <a:extLst>
              <a:ext uri="{FF2B5EF4-FFF2-40B4-BE49-F238E27FC236}">
                <a16:creationId xmlns:a16="http://schemas.microsoft.com/office/drawing/2014/main" id="{4AADEBD5-92BD-3772-5AA0-4AA669199FE8}"/>
              </a:ext>
            </a:extLst>
          </p:cNvPr>
          <p:cNvSpPr>
            <a:spLocks noGrp="1"/>
          </p:cNvSpPr>
          <p:nvPr>
            <p:ph idx="1"/>
          </p:nvPr>
        </p:nvSpPr>
        <p:spPr>
          <a:xfrm>
            <a:off x="838200" y="1825624"/>
            <a:ext cx="10515600" cy="4869815"/>
          </a:xfrm>
        </p:spPr>
        <p:txBody>
          <a:bodyPr>
            <a:normAutofit fontScale="92500" lnSpcReduction="20000"/>
          </a:bodyPr>
          <a:lstStyle/>
          <a:p>
            <a:pPr>
              <a:lnSpc>
                <a:spcPct val="120000"/>
              </a:lnSpc>
            </a:pPr>
            <a:r>
              <a:rPr kumimoji="1" lang="en" altLang="zh-TW" sz="2400" dirty="0" err="1"/>
              <a:t>AlexNet</a:t>
            </a:r>
            <a:r>
              <a:rPr kumimoji="1" lang="en" altLang="zh-TW" sz="2400" dirty="0"/>
              <a:t> </a:t>
            </a:r>
            <a:r>
              <a:rPr kumimoji="1" lang="zh-TW" altLang="en-US" sz="2400" dirty="0"/>
              <a:t>的架構共八層，第一層到第五層是 </a:t>
            </a:r>
            <a:r>
              <a:rPr kumimoji="1" lang="en" altLang="zh-TW" sz="2400" dirty="0"/>
              <a:t>Convolutional Layers </a:t>
            </a:r>
            <a:r>
              <a:rPr kumimoji="1" lang="zh-TW" altLang="en-US" sz="2400" dirty="0"/>
              <a:t>做卷積操作（</a:t>
            </a:r>
            <a:r>
              <a:rPr kumimoji="1" lang="en" altLang="zh-TW" sz="2400" dirty="0"/>
              <a:t>Convolution Operation</a:t>
            </a:r>
            <a:r>
              <a:rPr kumimoji="1" lang="zh-TW" altLang="en" sz="2400" dirty="0"/>
              <a:t>）</a:t>
            </a:r>
            <a:r>
              <a:rPr kumimoji="1" lang="zh-TW" altLang="en-US" sz="2400" dirty="0"/>
              <a:t>與池化（</a:t>
            </a:r>
            <a:r>
              <a:rPr kumimoji="1" lang="en" altLang="zh-TW" sz="2400" dirty="0"/>
              <a:t>Pooling</a:t>
            </a:r>
            <a:r>
              <a:rPr kumimoji="1" lang="zh-TW" altLang="en" sz="2400" dirty="0"/>
              <a:t>）；</a:t>
            </a:r>
            <a:r>
              <a:rPr kumimoji="1" lang="zh-TW" altLang="en-US" sz="2400" dirty="0"/>
              <a:t>第六層到第八層是 </a:t>
            </a:r>
            <a:r>
              <a:rPr kumimoji="1" lang="en" altLang="zh-TW" sz="2400" dirty="0"/>
              <a:t>Fully Connected Layers</a:t>
            </a:r>
            <a:r>
              <a:rPr kumimoji="1" lang="zh-TW" altLang="en" sz="2400" dirty="0"/>
              <a:t>。</a:t>
            </a:r>
          </a:p>
          <a:p>
            <a:pPr>
              <a:lnSpc>
                <a:spcPct val="120000"/>
              </a:lnSpc>
            </a:pPr>
            <a:r>
              <a:rPr kumimoji="1" lang="en" altLang="zh-TW" sz="2400" dirty="0" err="1"/>
              <a:t>AlexNet</a:t>
            </a:r>
            <a:r>
              <a:rPr kumimoji="1" lang="en" altLang="zh-TW" sz="2400" dirty="0"/>
              <a:t> </a:t>
            </a:r>
            <a:r>
              <a:rPr kumimoji="1" lang="zh-TW" altLang="en-US" sz="2400" dirty="0"/>
              <a:t>的特點</a:t>
            </a:r>
            <a:endParaRPr kumimoji="1" lang="en-US" altLang="zh-TW" sz="2400" dirty="0"/>
          </a:p>
          <a:p>
            <a:pPr lvl="1">
              <a:lnSpc>
                <a:spcPct val="120000"/>
              </a:lnSpc>
            </a:pPr>
            <a:r>
              <a:rPr kumimoji="1" lang="en" altLang="zh-TW" sz="1800" dirty="0"/>
              <a:t>Activation Function</a:t>
            </a:r>
            <a:r>
              <a:rPr kumimoji="1" lang="zh-TW" altLang="en" sz="1800" dirty="0"/>
              <a:t>：</a:t>
            </a:r>
            <a:r>
              <a:rPr kumimoji="1" lang="zh-TW" altLang="en-US" sz="1800" dirty="0"/>
              <a:t>使用 </a:t>
            </a:r>
            <a:r>
              <a:rPr kumimoji="1" lang="en" altLang="zh-TW" sz="1800" dirty="0" err="1"/>
              <a:t>ReLU</a:t>
            </a:r>
            <a:endParaRPr kumimoji="1" lang="en" altLang="zh-TW" sz="1800" dirty="0"/>
          </a:p>
          <a:p>
            <a:pPr lvl="1">
              <a:lnSpc>
                <a:spcPct val="120000"/>
              </a:lnSpc>
            </a:pPr>
            <a:r>
              <a:rPr kumimoji="1" lang="en" altLang="zh-TW" sz="1800" dirty="0"/>
              <a:t>Dropout</a:t>
            </a:r>
            <a:r>
              <a:rPr kumimoji="1" lang="zh-TW" altLang="en" sz="1800" dirty="0"/>
              <a:t>：</a:t>
            </a:r>
            <a:r>
              <a:rPr kumimoji="1" lang="zh-TW" altLang="en-US" sz="1600" dirty="0"/>
              <a:t>在 </a:t>
            </a:r>
            <a:r>
              <a:rPr kumimoji="1" lang="en" altLang="zh-TW" sz="1600" dirty="0" err="1"/>
              <a:t>AlexNet</a:t>
            </a:r>
            <a:r>
              <a:rPr kumimoji="1" lang="en" altLang="zh-TW" sz="1600" dirty="0"/>
              <a:t> </a:t>
            </a:r>
            <a:r>
              <a:rPr kumimoji="1" lang="zh-TW" altLang="en-US" sz="1600" dirty="0"/>
              <a:t>中，第六層和第七層的全連階層使用 </a:t>
            </a:r>
            <a:r>
              <a:rPr kumimoji="1" lang="en" altLang="zh-TW" sz="1600" dirty="0"/>
              <a:t>Dropout</a:t>
            </a:r>
            <a:r>
              <a:rPr kumimoji="1" lang="zh-TW" altLang="en" sz="1600" dirty="0"/>
              <a:t>，</a:t>
            </a:r>
            <a:r>
              <a:rPr kumimoji="1" lang="zh-TW" altLang="en-US" sz="1600" dirty="0"/>
              <a:t>配置為 </a:t>
            </a:r>
            <a:r>
              <a:rPr kumimoji="1" lang="en-US" altLang="zh-TW" sz="1600" dirty="0"/>
              <a:t>0.5</a:t>
            </a:r>
            <a:r>
              <a:rPr kumimoji="1" lang="zh-TW" altLang="en-US" sz="1600" dirty="0"/>
              <a:t>，表示每個神經元有 </a:t>
            </a:r>
            <a:r>
              <a:rPr kumimoji="1" lang="en-US" altLang="zh-TW" sz="1600" dirty="0"/>
              <a:t>50% </a:t>
            </a:r>
            <a:r>
              <a:rPr kumimoji="1" lang="zh-TW" altLang="en-US" sz="1600" dirty="0"/>
              <a:t>的機率不參與下一層的傳遞。</a:t>
            </a:r>
            <a:endParaRPr kumimoji="1" lang="zh-TW" altLang="en" sz="1600" dirty="0"/>
          </a:p>
          <a:p>
            <a:pPr lvl="1">
              <a:lnSpc>
                <a:spcPct val="120000"/>
              </a:lnSpc>
            </a:pPr>
            <a:r>
              <a:rPr kumimoji="1" lang="en" altLang="zh-TW" sz="1800" dirty="0"/>
              <a:t>Data augmentation</a:t>
            </a:r>
          </a:p>
          <a:p>
            <a:pPr lvl="2">
              <a:lnSpc>
                <a:spcPct val="120000"/>
              </a:lnSpc>
            </a:pPr>
            <a:r>
              <a:rPr kumimoji="1" lang="zh-TW" altLang="en-US" sz="1600" dirty="0"/>
              <a:t>原始圖片的像素是 </a:t>
            </a:r>
            <a:r>
              <a:rPr kumimoji="1" lang="en-US" altLang="zh-TW" sz="1600" dirty="0"/>
              <a:t>256 * 256</a:t>
            </a:r>
            <a:r>
              <a:rPr kumimoji="1" lang="zh-TW" altLang="en-US" sz="1600" dirty="0"/>
              <a:t>，進行隨機抽取其中的 </a:t>
            </a:r>
            <a:r>
              <a:rPr kumimoji="1" lang="en-US" altLang="zh-TW" sz="1600" dirty="0"/>
              <a:t>224 * 224 </a:t>
            </a:r>
            <a:r>
              <a:rPr kumimoji="1" lang="zh-TW" altLang="en-US" sz="1600" dirty="0"/>
              <a:t>，且允許水平翻轉將資料擴增 </a:t>
            </a:r>
            <a:r>
              <a:rPr kumimoji="1" lang="en-US" altLang="zh-TW" sz="1600" dirty="0"/>
              <a:t>2048 </a:t>
            </a:r>
            <a:r>
              <a:rPr kumimoji="1" lang="zh-TW" altLang="en-US" sz="1600" dirty="0"/>
              <a:t>倍。論文中說明此作法能有效的避免 </a:t>
            </a:r>
            <a:r>
              <a:rPr kumimoji="1" lang="en" altLang="zh-TW" sz="1600" dirty="0"/>
              <a:t>Overfitting</a:t>
            </a:r>
            <a:r>
              <a:rPr kumimoji="1" lang="zh-TW" altLang="en" sz="1600" dirty="0"/>
              <a:t>。</a:t>
            </a:r>
            <a:endParaRPr kumimoji="1" lang="en-US" altLang="zh-TW" sz="1600" dirty="0"/>
          </a:p>
          <a:p>
            <a:pPr lvl="2">
              <a:lnSpc>
                <a:spcPct val="120000"/>
              </a:lnSpc>
            </a:pPr>
            <a:r>
              <a:rPr kumimoji="1" lang="zh-TW" altLang="en-US" sz="1600" dirty="0"/>
              <a:t>改變</a:t>
            </a:r>
            <a:r>
              <a:rPr kumimoji="1" lang="en" altLang="zh-TW" sz="1600" dirty="0"/>
              <a:t>RGB</a:t>
            </a:r>
            <a:r>
              <a:rPr kumimoji="1" lang="zh-TW" altLang="en-US" sz="1600" dirty="0"/>
              <a:t>通道的強度：對 </a:t>
            </a:r>
            <a:r>
              <a:rPr kumimoji="1" lang="en" altLang="zh-TW" sz="1600" dirty="0"/>
              <a:t>RGB </a:t>
            </a:r>
            <a:r>
              <a:rPr kumimoji="1" lang="zh-TW" altLang="en-US" sz="1600" dirty="0"/>
              <a:t>色彩空間做主成份分析（</a:t>
            </a:r>
            <a:r>
              <a:rPr kumimoji="1" lang="en" altLang="zh-TW" sz="1600" dirty="0"/>
              <a:t>PCA</a:t>
            </a:r>
            <a:r>
              <a:rPr kumimoji="1" lang="zh-TW" altLang="en" sz="1600" dirty="0"/>
              <a:t>），</a:t>
            </a:r>
            <a:r>
              <a:rPr kumimoji="1" lang="zh-TW" altLang="en-US" sz="1600" dirty="0"/>
              <a:t>接著用高斯隨機擾動。這個方法是透過自然圖片的性質來實現，也就是該物體對於照明的強度和顏色的變化是不變的。透過這個方法，</a:t>
            </a:r>
            <a:r>
              <a:rPr kumimoji="1" lang="en" altLang="zh-TW" sz="1600" dirty="0"/>
              <a:t>top-1 </a:t>
            </a:r>
            <a:r>
              <a:rPr kumimoji="1" lang="zh-TW" altLang="en-US" sz="1600" dirty="0"/>
              <a:t>的錯誤率下降 </a:t>
            </a:r>
            <a:r>
              <a:rPr kumimoji="1" lang="en-US" altLang="zh-TW" sz="1600" dirty="0"/>
              <a:t>1%</a:t>
            </a:r>
            <a:r>
              <a:rPr kumimoji="1" lang="zh-TW" altLang="en-US" sz="1600" dirty="0"/>
              <a:t>。</a:t>
            </a:r>
          </a:p>
          <a:p>
            <a:pPr lvl="1">
              <a:lnSpc>
                <a:spcPct val="120000"/>
              </a:lnSpc>
            </a:pPr>
            <a:r>
              <a:rPr kumimoji="1" lang="zh-TW" altLang="en-US" sz="1800" dirty="0"/>
              <a:t>大數據訓練：</a:t>
            </a:r>
            <a:r>
              <a:rPr kumimoji="1" lang="zh-TW" altLang="en-US" sz="1600" dirty="0"/>
              <a:t>百萬數量級的 </a:t>
            </a:r>
            <a:r>
              <a:rPr kumimoji="1" lang="en" altLang="zh-TW" sz="1600" dirty="0"/>
              <a:t>ImageNet </a:t>
            </a:r>
            <a:r>
              <a:rPr kumimoji="1" lang="zh-TW" altLang="en-US" sz="1600" dirty="0"/>
              <a:t>圖像數據所訓練出來的模型。</a:t>
            </a:r>
          </a:p>
          <a:p>
            <a:pPr lvl="1">
              <a:lnSpc>
                <a:spcPct val="120000"/>
              </a:lnSpc>
            </a:pPr>
            <a:r>
              <a:rPr kumimoji="1" lang="zh-TW" altLang="en" sz="1800" dirty="0"/>
              <a:t>使</a:t>
            </a:r>
            <a:r>
              <a:rPr kumimoji="1" lang="zh-TW" altLang="en-US" sz="1800" dirty="0"/>
              <a:t>用</a:t>
            </a:r>
            <a:r>
              <a:rPr kumimoji="1" lang="en" altLang="zh-TW" sz="1800" dirty="0"/>
              <a:t>GPU</a:t>
            </a:r>
            <a:r>
              <a:rPr kumimoji="1" lang="zh-TW" altLang="en-US" sz="1800" dirty="0"/>
              <a:t>：</a:t>
            </a:r>
            <a:r>
              <a:rPr kumimoji="1" lang="en" altLang="zh-TW" sz="1800" dirty="0" err="1"/>
              <a:t>AlexNet</a:t>
            </a:r>
            <a:r>
              <a:rPr kumimoji="1" lang="en" altLang="zh-TW" sz="1800" dirty="0"/>
              <a:t> </a:t>
            </a:r>
            <a:r>
              <a:rPr kumimoji="1" lang="zh-TW" altLang="en-US" sz="1800" dirty="0"/>
              <a:t>在訓練時用了兩塊 </a:t>
            </a:r>
            <a:r>
              <a:rPr kumimoji="1" lang="en" altLang="zh-TW" sz="1800" dirty="0"/>
              <a:t>GTX 580 GPU</a:t>
            </a:r>
            <a:endParaRPr kumimoji="1" lang="zh-TW" altLang="en-US" sz="1800" dirty="0"/>
          </a:p>
        </p:txBody>
      </p:sp>
    </p:spTree>
    <p:extLst>
      <p:ext uri="{BB962C8B-B14F-4D97-AF65-F5344CB8AC3E}">
        <p14:creationId xmlns:p14="http://schemas.microsoft.com/office/powerpoint/2010/main" val="3457227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7EDD0A-7DAE-A1BD-EBEF-F7947D8FB0D0}"/>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a:t>
            </a:r>
            <a:r>
              <a:rPr lang="en" altLang="zh-TW" dirty="0" err="1"/>
              <a:t>GoogLeNet</a:t>
            </a:r>
            <a:endParaRPr kumimoji="1" lang="zh-TW" altLang="en-US" dirty="0"/>
          </a:p>
        </p:txBody>
      </p:sp>
      <p:sp>
        <p:nvSpPr>
          <p:cNvPr id="3" name="內容版面配置區 2">
            <a:extLst>
              <a:ext uri="{FF2B5EF4-FFF2-40B4-BE49-F238E27FC236}">
                <a16:creationId xmlns:a16="http://schemas.microsoft.com/office/drawing/2014/main" id="{030BBB14-D828-335E-8735-176EF9215353}"/>
              </a:ext>
            </a:extLst>
          </p:cNvPr>
          <p:cNvSpPr>
            <a:spLocks noGrp="1"/>
          </p:cNvSpPr>
          <p:nvPr>
            <p:ph idx="1"/>
          </p:nvPr>
        </p:nvSpPr>
        <p:spPr/>
        <p:txBody>
          <a:bodyPr/>
          <a:lstStyle/>
          <a:p>
            <a:r>
              <a:rPr lang="en" altLang="zh-TW" dirty="0"/>
              <a:t>The ILSVRC 2014 winner was a Convolutional Network from </a:t>
            </a:r>
            <a:r>
              <a:rPr lang="en" altLang="zh-TW" dirty="0">
                <a:hlinkClick r:id="rId2"/>
              </a:rPr>
              <a:t>Szegedy et al.</a:t>
            </a:r>
            <a:r>
              <a:rPr lang="en" altLang="zh-TW" dirty="0"/>
              <a:t> from Google. </a:t>
            </a:r>
          </a:p>
          <a:p>
            <a:r>
              <a:rPr lang="en" altLang="zh-TW" dirty="0"/>
              <a:t>Its main contribution was the development of an </a:t>
            </a:r>
            <a:r>
              <a:rPr lang="en" altLang="zh-TW" b="1" dirty="0">
                <a:solidFill>
                  <a:srgbClr val="FF0000"/>
                </a:solidFill>
              </a:rPr>
              <a:t>Inception Module </a:t>
            </a:r>
            <a:r>
              <a:rPr lang="en" altLang="zh-TW" dirty="0"/>
              <a:t>that dramatically reduced the number of parameters in the network (4M, compared to </a:t>
            </a:r>
            <a:r>
              <a:rPr lang="en" altLang="zh-TW" dirty="0" err="1"/>
              <a:t>AlexNet</a:t>
            </a:r>
            <a:r>
              <a:rPr lang="en" altLang="zh-TW" dirty="0"/>
              <a:t> with 60M). </a:t>
            </a:r>
          </a:p>
          <a:p>
            <a:r>
              <a:rPr lang="en" altLang="zh-TW" dirty="0"/>
              <a:t>Additionally, this paper uses Average Pooling instead of Fully Connected layers at the top of the </a:t>
            </a:r>
            <a:r>
              <a:rPr lang="en" altLang="zh-TW" dirty="0" err="1"/>
              <a:t>ConvNet</a:t>
            </a:r>
            <a:r>
              <a:rPr lang="en" altLang="zh-TW" dirty="0"/>
              <a:t>, eliminating a large amount of parameters that do not seem to matter much. </a:t>
            </a:r>
          </a:p>
          <a:p>
            <a:r>
              <a:rPr lang="en" altLang="zh-TW" dirty="0"/>
              <a:t>There are also several </a:t>
            </a:r>
            <a:r>
              <a:rPr lang="en" altLang="zh-TW" dirty="0" err="1"/>
              <a:t>followup</a:t>
            </a:r>
            <a:r>
              <a:rPr lang="en" altLang="zh-TW" dirty="0"/>
              <a:t> versions to the </a:t>
            </a:r>
            <a:r>
              <a:rPr lang="en" altLang="zh-TW" dirty="0" err="1"/>
              <a:t>GoogLeNet</a:t>
            </a:r>
            <a:r>
              <a:rPr lang="en" altLang="zh-TW" dirty="0"/>
              <a:t>, most recently </a:t>
            </a:r>
            <a:r>
              <a:rPr lang="en" altLang="zh-TW" dirty="0">
                <a:hlinkClick r:id="rId3"/>
              </a:rPr>
              <a:t>Inception-v4</a:t>
            </a:r>
            <a:r>
              <a:rPr lang="en" altLang="zh-TW" dirty="0"/>
              <a:t>.</a:t>
            </a:r>
          </a:p>
          <a:p>
            <a:endParaRPr kumimoji="1" lang="zh-TW" altLang="en-US" dirty="0"/>
          </a:p>
        </p:txBody>
      </p:sp>
    </p:spTree>
    <p:extLst>
      <p:ext uri="{BB962C8B-B14F-4D97-AF65-F5344CB8AC3E}">
        <p14:creationId xmlns:p14="http://schemas.microsoft.com/office/powerpoint/2010/main" val="3129317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PlaceHolder 1"/>
          <p:cNvSpPr>
            <a:spLocks noGrp="1"/>
          </p:cNvSpPr>
          <p:nvPr>
            <p:ph type="title"/>
          </p:nvPr>
        </p:nvSpPr>
        <p:spPr>
          <a:prstGeom prst="rect">
            <a:avLst/>
          </a:prstGeom>
          <a:noFill/>
          <a:ln w="0">
            <a:noFill/>
          </a:ln>
        </p:spPr>
        <p:txBody>
          <a:bodyPr anchor="ctr">
            <a:noAutofit/>
          </a:bodyPr>
          <a:lstStyle/>
          <a:p>
            <a:pPr>
              <a:lnSpc>
                <a:spcPct val="90000"/>
              </a:lnSpc>
            </a:pPr>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a:t>
            </a:r>
            <a:r>
              <a:rPr lang="en" altLang="zh-TW" dirty="0" err="1"/>
              <a:t>GoogLeNet</a:t>
            </a:r>
            <a:endParaRPr lang="en-US" sz="4400" b="0" strike="noStrike" spc="-1" dirty="0">
              <a:solidFill>
                <a:srgbClr val="000000"/>
              </a:solidFill>
              <a:latin typeface="Calibri"/>
            </a:endParaRPr>
          </a:p>
        </p:txBody>
      </p:sp>
      <p:sp>
        <p:nvSpPr>
          <p:cNvPr id="2" name="文字版面配置區 1">
            <a:extLst>
              <a:ext uri="{FF2B5EF4-FFF2-40B4-BE49-F238E27FC236}">
                <a16:creationId xmlns:a16="http://schemas.microsoft.com/office/drawing/2014/main" id="{5EA02ACE-E0A2-C3FE-7E0D-23F6FF795A43}"/>
              </a:ext>
            </a:extLst>
          </p:cNvPr>
          <p:cNvSpPr>
            <a:spLocks noGrp="1"/>
          </p:cNvSpPr>
          <p:nvPr>
            <p:ph type="body" idx="1"/>
          </p:nvPr>
        </p:nvSpPr>
        <p:spPr/>
        <p:txBody>
          <a:bodyPr/>
          <a:lstStyle/>
          <a:p>
            <a:r>
              <a:rPr lang="en-US" altLang="zh-TW" sz="2400" b="0" strike="noStrike" spc="-1" dirty="0" err="1">
                <a:solidFill>
                  <a:srgbClr val="000000"/>
                </a:solidFill>
                <a:latin typeface="Calibri"/>
              </a:rPr>
              <a:t>最重要的Inception</a:t>
            </a:r>
            <a:r>
              <a:rPr lang="en-US" altLang="zh-TW" sz="2400" b="0" strike="noStrike" spc="-1" dirty="0">
                <a:solidFill>
                  <a:srgbClr val="000000"/>
                </a:solidFill>
                <a:latin typeface="Calibri"/>
              </a:rPr>
              <a:t> Module</a:t>
            </a:r>
          </a:p>
        </p:txBody>
      </p:sp>
      <p:sp>
        <p:nvSpPr>
          <p:cNvPr id="519" name="PlaceHolder 2"/>
          <p:cNvSpPr>
            <a:spLocks noGrp="1"/>
          </p:cNvSpPr>
          <p:nvPr>
            <p:ph sz="half" idx="2"/>
          </p:nvPr>
        </p:nvSpPr>
        <p:spPr>
          <a:prstGeom prst="rect">
            <a:avLst/>
          </a:prstGeom>
          <a:noFill/>
          <a:ln w="0">
            <a:noFill/>
          </a:ln>
        </p:spPr>
        <p:txBody>
          <a:bodyPr anchor="t">
            <a:noAutofit/>
          </a:bodyPr>
          <a:lstStyle/>
          <a:p>
            <a:pPr>
              <a:lnSpc>
                <a:spcPct val="90000"/>
              </a:lnSpc>
              <a:spcBef>
                <a:spcPts val="1001"/>
              </a:spcBef>
            </a:pPr>
            <a:endParaRPr lang="en-US" sz="2400" b="0" strike="noStrike" spc="-1" dirty="0">
              <a:solidFill>
                <a:srgbClr val="000000"/>
              </a:solidFill>
              <a:latin typeface="Calibri"/>
            </a:endParaRPr>
          </a:p>
        </p:txBody>
      </p:sp>
      <p:sp>
        <p:nvSpPr>
          <p:cNvPr id="3" name="文字版面配置區 2">
            <a:extLst>
              <a:ext uri="{FF2B5EF4-FFF2-40B4-BE49-F238E27FC236}">
                <a16:creationId xmlns:a16="http://schemas.microsoft.com/office/drawing/2014/main" id="{094C5330-8D4D-4ED5-65AC-138DC039E563}"/>
              </a:ext>
            </a:extLst>
          </p:cNvPr>
          <p:cNvSpPr>
            <a:spLocks noGrp="1"/>
          </p:cNvSpPr>
          <p:nvPr>
            <p:ph type="body" sz="quarter" idx="3"/>
          </p:nvPr>
        </p:nvSpPr>
        <p:spPr>
          <a:xfrm>
            <a:off x="7244080" y="1681163"/>
            <a:ext cx="4111308" cy="823912"/>
          </a:xfrm>
        </p:spPr>
        <p:txBody>
          <a:bodyPr/>
          <a:lstStyle/>
          <a:p>
            <a:pPr algn="ctr"/>
            <a:r>
              <a:rPr lang="zh-TW" altLang="en-US" dirty="0"/>
              <a:t>整體架構</a:t>
            </a:r>
          </a:p>
        </p:txBody>
      </p:sp>
      <p:pic>
        <p:nvPicPr>
          <p:cNvPr id="520" name="圖片 20"/>
          <p:cNvPicPr>
            <a:picLocks noChangeAspect="1"/>
          </p:cNvPicPr>
          <p:nvPr/>
        </p:nvPicPr>
        <p:blipFill>
          <a:blip r:embed="rId2"/>
          <a:stretch/>
        </p:blipFill>
        <p:spPr>
          <a:xfrm>
            <a:off x="662760" y="2505074"/>
            <a:ext cx="6154600" cy="3794124"/>
          </a:xfrm>
          <a:prstGeom prst="rect">
            <a:avLst/>
          </a:prstGeom>
          <a:ln w="0">
            <a:solidFill>
              <a:schemeClr val="tx1"/>
            </a:solidFill>
          </a:ln>
        </p:spPr>
      </p:pic>
      <p:pic>
        <p:nvPicPr>
          <p:cNvPr id="521" name="圖片 21"/>
          <p:cNvPicPr>
            <a:picLocks noChangeAspect="1"/>
          </p:cNvPicPr>
          <p:nvPr/>
        </p:nvPicPr>
        <p:blipFill>
          <a:blip r:embed="rId3"/>
          <a:stretch/>
        </p:blipFill>
        <p:spPr>
          <a:xfrm>
            <a:off x="7240904" y="2505074"/>
            <a:ext cx="4258310" cy="3865245"/>
          </a:xfrm>
          <a:prstGeom prst="rect">
            <a:avLst/>
          </a:prstGeom>
          <a:ln w="0">
            <a:noFill/>
          </a:ln>
        </p:spPr>
      </p:pic>
      <p:pic>
        <p:nvPicPr>
          <p:cNvPr id="6" name="圖片 5">
            <a:extLst>
              <a:ext uri="{FF2B5EF4-FFF2-40B4-BE49-F238E27FC236}">
                <a16:creationId xmlns:a16="http://schemas.microsoft.com/office/drawing/2014/main" id="{45AE2ED3-CC6E-C119-FA71-BDD9F060CA0B}"/>
              </a:ext>
            </a:extLst>
          </p:cNvPr>
          <p:cNvPicPr>
            <a:picLocks noChangeAspect="1"/>
          </p:cNvPicPr>
          <p:nvPr/>
        </p:nvPicPr>
        <p:blipFill>
          <a:blip r:embed="rId4"/>
          <a:stretch>
            <a:fillRect/>
          </a:stretch>
        </p:blipFill>
        <p:spPr>
          <a:xfrm>
            <a:off x="232558" y="1571627"/>
            <a:ext cx="706461" cy="82391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E50D2826-74A1-FF1C-E7BA-EBD4460BFB19}"/>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a:t>
            </a:r>
            <a:br>
              <a:rPr lang="en" altLang="zh-TW" dirty="0"/>
            </a:br>
            <a:r>
              <a:rPr lang="en" altLang="zh-TW" dirty="0" err="1"/>
              <a:t>GoogLeNet</a:t>
            </a:r>
            <a:endParaRPr lang="zh-TW" altLang="en-US" dirty="0"/>
          </a:p>
        </p:txBody>
      </p:sp>
      <p:sp>
        <p:nvSpPr>
          <p:cNvPr id="8" name="內容版面配置區 7">
            <a:extLst>
              <a:ext uri="{FF2B5EF4-FFF2-40B4-BE49-F238E27FC236}">
                <a16:creationId xmlns:a16="http://schemas.microsoft.com/office/drawing/2014/main" id="{41B4D9AB-C944-B6FE-BFCA-C1C22FF8A673}"/>
              </a:ext>
            </a:extLst>
          </p:cNvPr>
          <p:cNvSpPr>
            <a:spLocks noGrp="1"/>
          </p:cNvSpPr>
          <p:nvPr>
            <p:ph idx="1"/>
          </p:nvPr>
        </p:nvSpPr>
        <p:spPr/>
        <p:txBody>
          <a:bodyPr/>
          <a:lstStyle/>
          <a:p>
            <a:r>
              <a:rPr lang="en-US" altLang="zh-TW" dirty="0">
                <a:hlinkClick r:id="rId2"/>
              </a:rPr>
              <a:t>https://paperswithcode.com/method/googlenet</a:t>
            </a:r>
            <a:endParaRPr lang="en-US" altLang="zh-TW" dirty="0"/>
          </a:p>
          <a:p>
            <a:endParaRPr lang="zh-TW" altLang="en-US" dirty="0"/>
          </a:p>
        </p:txBody>
      </p:sp>
      <p:pic>
        <p:nvPicPr>
          <p:cNvPr id="9" name="Picture 2">
            <a:extLst>
              <a:ext uri="{FF2B5EF4-FFF2-40B4-BE49-F238E27FC236}">
                <a16:creationId xmlns:a16="http://schemas.microsoft.com/office/drawing/2014/main" id="{7D49B06D-325A-4128-E4B4-ACEB87B40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3914020" y="-760684"/>
            <a:ext cx="4251302" cy="1062825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087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A6F245-FCC6-208B-F77B-D37BCD681267}"/>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VGG</a:t>
            </a:r>
            <a:endParaRPr kumimoji="1" lang="zh-TW" altLang="en-US" dirty="0"/>
          </a:p>
        </p:txBody>
      </p:sp>
      <p:sp>
        <p:nvSpPr>
          <p:cNvPr id="3" name="內容版面配置區 2">
            <a:extLst>
              <a:ext uri="{FF2B5EF4-FFF2-40B4-BE49-F238E27FC236}">
                <a16:creationId xmlns:a16="http://schemas.microsoft.com/office/drawing/2014/main" id="{09C24D93-3C3B-CDE9-8D03-7C361F41EEDE}"/>
              </a:ext>
            </a:extLst>
          </p:cNvPr>
          <p:cNvSpPr>
            <a:spLocks noGrp="1"/>
          </p:cNvSpPr>
          <p:nvPr>
            <p:ph idx="1"/>
          </p:nvPr>
        </p:nvSpPr>
        <p:spPr/>
        <p:txBody>
          <a:bodyPr/>
          <a:lstStyle/>
          <a:p>
            <a:r>
              <a:rPr lang="en" altLang="zh-TW" dirty="0"/>
              <a:t>VGG (2014) </a:t>
            </a:r>
            <a:r>
              <a:rPr lang="zh-TW" altLang="en" dirty="0"/>
              <a:t>：</a:t>
            </a:r>
            <a:r>
              <a:rPr lang="en" altLang="zh-TW" dirty="0">
                <a:hlinkClick r:id="rId2"/>
              </a:rPr>
              <a:t>https://arxiv.org/pdf/1409.1556.pdf</a:t>
            </a:r>
            <a:r>
              <a:rPr lang="en" altLang="zh-TW" dirty="0"/>
              <a:t> </a:t>
            </a:r>
          </a:p>
          <a:p>
            <a:r>
              <a:rPr lang="en" altLang="zh-TW" dirty="0" err="1"/>
              <a:t>VGGNet</a:t>
            </a:r>
            <a:r>
              <a:rPr lang="en" altLang="zh-TW" dirty="0"/>
              <a:t> </a:t>
            </a:r>
            <a:r>
              <a:rPr lang="zh-TW" altLang="en-US" dirty="0"/>
              <a:t>在 </a:t>
            </a:r>
            <a:r>
              <a:rPr lang="en-US" altLang="zh-TW" dirty="0"/>
              <a:t>2014 </a:t>
            </a:r>
            <a:r>
              <a:rPr lang="zh-TW" altLang="en-US" dirty="0"/>
              <a:t>年由牛津大學 </a:t>
            </a:r>
            <a:r>
              <a:rPr lang="en" altLang="zh-TW" dirty="0"/>
              <a:t>Visual Geometry Group </a:t>
            </a:r>
            <a:r>
              <a:rPr lang="zh-TW" altLang="en-US" dirty="0"/>
              <a:t>提出，並在 </a:t>
            </a:r>
            <a:r>
              <a:rPr lang="en" altLang="zh-TW" dirty="0"/>
              <a:t>ImageNet LSVRC </a:t>
            </a:r>
            <a:r>
              <a:rPr lang="zh-TW" altLang="en-US" dirty="0"/>
              <a:t>的分類競賽中獲得了第二名 </a:t>
            </a:r>
            <a:r>
              <a:rPr lang="en-US" altLang="zh-TW" dirty="0"/>
              <a:t>(</a:t>
            </a:r>
            <a:r>
              <a:rPr lang="zh-TW" altLang="en-US" dirty="0"/>
              <a:t>第一名是 </a:t>
            </a:r>
            <a:r>
              <a:rPr lang="en" altLang="zh-TW" dirty="0" err="1"/>
              <a:t>GoogLeNet</a:t>
            </a:r>
            <a:r>
              <a:rPr lang="en" altLang="zh-TW" dirty="0"/>
              <a:t>)</a:t>
            </a:r>
            <a:endParaRPr lang="en" altLang="zh-TW" b="0" i="0" dirty="0">
              <a:solidFill>
                <a:srgbClr val="242424"/>
              </a:solidFill>
              <a:effectLst/>
              <a:latin typeface="source-serif-pro"/>
            </a:endParaRPr>
          </a:p>
          <a:p>
            <a:pPr lvl="1"/>
            <a:r>
              <a:rPr lang="en" altLang="zh-TW" b="0" i="0" dirty="0" err="1">
                <a:solidFill>
                  <a:srgbClr val="242424"/>
                </a:solidFill>
                <a:effectLst/>
                <a:latin typeface="source-serif-pro"/>
              </a:rPr>
              <a:t>VGGNet</a:t>
            </a:r>
            <a:r>
              <a:rPr lang="en" altLang="zh-TW" b="0" i="0" dirty="0">
                <a:solidFill>
                  <a:srgbClr val="242424"/>
                </a:solidFill>
                <a:effectLst/>
                <a:latin typeface="source-serif-pro"/>
              </a:rPr>
              <a:t> </a:t>
            </a:r>
            <a:r>
              <a:rPr lang="zh-TW" altLang="en-US" b="0" i="0" dirty="0">
                <a:solidFill>
                  <a:srgbClr val="242424"/>
                </a:solidFill>
                <a:effectLst/>
                <a:latin typeface="source-serif-pro"/>
              </a:rPr>
              <a:t>比起 </a:t>
            </a:r>
            <a:r>
              <a:rPr lang="en" altLang="zh-TW" b="0" i="0" dirty="0" err="1">
                <a:solidFill>
                  <a:srgbClr val="242424"/>
                </a:solidFill>
                <a:effectLst/>
                <a:latin typeface="source-serif-pro"/>
              </a:rPr>
              <a:t>AlexNet</a:t>
            </a:r>
            <a:r>
              <a:rPr lang="en" altLang="zh-TW" b="0" i="0" dirty="0">
                <a:solidFill>
                  <a:srgbClr val="242424"/>
                </a:solidFill>
                <a:effectLst/>
                <a:latin typeface="source-serif-pro"/>
              </a:rPr>
              <a:t> </a:t>
            </a:r>
            <a:r>
              <a:rPr lang="zh-TW" altLang="en-US" b="0" i="0" dirty="0">
                <a:solidFill>
                  <a:srgbClr val="242424"/>
                </a:solidFill>
                <a:effectLst/>
                <a:latin typeface="source-serif-pro"/>
              </a:rPr>
              <a:t>採用更深層的網路，特點是</a:t>
            </a:r>
            <a:r>
              <a:rPr lang="zh-TW" altLang="en-US" b="0" i="0" u="sng" dirty="0">
                <a:solidFill>
                  <a:srgbClr val="242424"/>
                </a:solidFill>
                <a:effectLst/>
                <a:latin typeface="source-serif-pro"/>
              </a:rPr>
              <a:t>重複採用同一組基礎模組</a:t>
            </a:r>
            <a:r>
              <a:rPr lang="zh-TW" altLang="en-US" b="0" i="0" dirty="0">
                <a:solidFill>
                  <a:srgbClr val="242424"/>
                </a:solidFill>
                <a:effectLst/>
                <a:latin typeface="source-serif-pro"/>
              </a:rPr>
              <a:t>，並改用小卷積核替代 </a:t>
            </a:r>
            <a:r>
              <a:rPr lang="en" altLang="zh-TW" b="0" i="0" dirty="0" err="1">
                <a:solidFill>
                  <a:srgbClr val="242424"/>
                </a:solidFill>
                <a:effectLst/>
                <a:latin typeface="source-serif-pro"/>
              </a:rPr>
              <a:t>AlexNet</a:t>
            </a:r>
            <a:r>
              <a:rPr lang="en" altLang="zh-TW" b="0" i="0" dirty="0">
                <a:solidFill>
                  <a:srgbClr val="242424"/>
                </a:solidFill>
                <a:effectLst/>
                <a:latin typeface="source-serif-pro"/>
              </a:rPr>
              <a:t> </a:t>
            </a:r>
            <a:r>
              <a:rPr lang="zh-TW" altLang="en-US" b="0" i="0" dirty="0">
                <a:solidFill>
                  <a:srgbClr val="242424"/>
                </a:solidFill>
                <a:effectLst/>
                <a:latin typeface="source-serif-pro"/>
              </a:rPr>
              <a:t>裡的中大型卷積核，其架構由 </a:t>
            </a:r>
            <a:r>
              <a:rPr lang="en" altLang="zh-TW" b="0" i="0" dirty="0">
                <a:solidFill>
                  <a:srgbClr val="242424"/>
                </a:solidFill>
                <a:effectLst/>
                <a:latin typeface="source-serif-pro"/>
              </a:rPr>
              <a:t>n </a:t>
            </a:r>
            <a:r>
              <a:rPr lang="zh-TW" altLang="en-US" b="0" i="0" dirty="0">
                <a:solidFill>
                  <a:srgbClr val="242424"/>
                </a:solidFill>
                <a:effectLst/>
                <a:latin typeface="source-serif-pro"/>
              </a:rPr>
              <a:t>個 </a:t>
            </a:r>
            <a:r>
              <a:rPr lang="en" altLang="zh-TW" b="0" i="0" dirty="0">
                <a:solidFill>
                  <a:srgbClr val="242424"/>
                </a:solidFill>
                <a:effectLst/>
                <a:latin typeface="source-serif-pro"/>
              </a:rPr>
              <a:t>VGG Block </a:t>
            </a:r>
            <a:r>
              <a:rPr lang="zh-TW" altLang="en-US" b="0" i="0" dirty="0">
                <a:solidFill>
                  <a:srgbClr val="242424"/>
                </a:solidFill>
                <a:effectLst/>
                <a:latin typeface="source-serif-pro"/>
              </a:rPr>
              <a:t>與</a:t>
            </a:r>
            <a:r>
              <a:rPr lang="en-US" altLang="zh-TW" b="0" i="0" dirty="0">
                <a:solidFill>
                  <a:srgbClr val="242424"/>
                </a:solidFill>
                <a:effectLst/>
                <a:latin typeface="source-serif-pro"/>
              </a:rPr>
              <a:t>3</a:t>
            </a:r>
            <a:r>
              <a:rPr lang="zh-TW" altLang="en-US" b="0" i="0" dirty="0">
                <a:solidFill>
                  <a:srgbClr val="242424"/>
                </a:solidFill>
                <a:effectLst/>
                <a:latin typeface="source-serif-pro"/>
              </a:rPr>
              <a:t>個全連接層所組成</a:t>
            </a:r>
            <a:endParaRPr lang="en-US" altLang="zh-TW" b="0" i="0" dirty="0">
              <a:solidFill>
                <a:srgbClr val="242424"/>
              </a:solidFill>
              <a:effectLst/>
              <a:latin typeface="source-serif-pro"/>
            </a:endParaRPr>
          </a:p>
          <a:p>
            <a:pPr lvl="1"/>
            <a:endParaRPr lang="en-US" altLang="zh-TW" dirty="0">
              <a:hlinkClick r:id="rId3"/>
            </a:endParaRPr>
          </a:p>
          <a:p>
            <a:endParaRPr kumimoji="1" lang="zh-TW" altLang="en-US" dirty="0"/>
          </a:p>
        </p:txBody>
      </p:sp>
      <p:pic>
        <p:nvPicPr>
          <p:cNvPr id="8194" name="Picture 2">
            <a:extLst>
              <a:ext uri="{FF2B5EF4-FFF2-40B4-BE49-F238E27FC236}">
                <a16:creationId xmlns:a16="http://schemas.microsoft.com/office/drawing/2014/main" id="{C68EE4D6-893E-5A43-F1D2-20AB83F17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8182" y="4214259"/>
            <a:ext cx="8722540" cy="227861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A7EC64CD-EB50-4A61-93BB-E3DA053A83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9439" y="451263"/>
            <a:ext cx="3325033" cy="18097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AA05DCA2-8B08-4A3A-9BCB-C9BE4940CBD4}"/>
              </a:ext>
            </a:extLst>
          </p:cNvPr>
          <p:cNvSpPr txBox="1"/>
          <p:nvPr/>
        </p:nvSpPr>
        <p:spPr>
          <a:xfrm>
            <a:off x="838200" y="6406737"/>
            <a:ext cx="8501248" cy="338554"/>
          </a:xfrm>
          <a:prstGeom prst="rect">
            <a:avLst/>
          </a:prstGeom>
          <a:noFill/>
        </p:spPr>
        <p:txBody>
          <a:bodyPr wrap="square">
            <a:spAutoFit/>
          </a:bodyPr>
          <a:lstStyle/>
          <a:p>
            <a:r>
              <a:rPr lang="zh-TW" altLang="en-US" sz="1600" dirty="0">
                <a:hlinkClick r:id="rId6"/>
              </a:rPr>
              <a:t>https://medium.com/@ilaslanduzgun/create-vgg-from-scratch-in-pytorch-aa194c269b55</a:t>
            </a:r>
            <a:r>
              <a:rPr lang="zh-TW" altLang="en-US" sz="1600" dirty="0"/>
              <a:t> </a:t>
            </a:r>
          </a:p>
        </p:txBody>
      </p:sp>
    </p:spTree>
    <p:extLst>
      <p:ext uri="{BB962C8B-B14F-4D97-AF65-F5344CB8AC3E}">
        <p14:creationId xmlns:p14="http://schemas.microsoft.com/office/powerpoint/2010/main" val="1025117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20E749CF-B86D-AC9D-F1DC-92E22C800F3C}"/>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VGG</a:t>
            </a:r>
            <a:r>
              <a:rPr lang="en-US" altLang="zh-TW" dirty="0"/>
              <a:t>,</a:t>
            </a:r>
            <a:r>
              <a:rPr lang="zh-TW" altLang="en-US" dirty="0"/>
              <a:t> </a:t>
            </a:r>
            <a:r>
              <a:rPr lang="en-US" altLang="zh-TW" dirty="0" err="1"/>
              <a:t>ResNet</a:t>
            </a:r>
            <a:endParaRPr lang="zh-TW" altLang="en-US" dirty="0"/>
          </a:p>
        </p:txBody>
      </p:sp>
      <p:sp>
        <p:nvSpPr>
          <p:cNvPr id="8" name="內容版面配置區 7">
            <a:extLst>
              <a:ext uri="{FF2B5EF4-FFF2-40B4-BE49-F238E27FC236}">
                <a16:creationId xmlns:a16="http://schemas.microsoft.com/office/drawing/2014/main" id="{97565EE4-FAAC-5527-BD18-1CB7FCAA2267}"/>
              </a:ext>
            </a:extLst>
          </p:cNvPr>
          <p:cNvSpPr>
            <a:spLocks noGrp="1"/>
          </p:cNvSpPr>
          <p:nvPr>
            <p:ph idx="1"/>
          </p:nvPr>
        </p:nvSpPr>
        <p:spPr/>
        <p:txBody>
          <a:bodyPr/>
          <a:lstStyle/>
          <a:p>
            <a:r>
              <a:rPr lang="en-US" altLang="zh-TW" dirty="0">
                <a:hlinkClick r:id="rId2"/>
              </a:rPr>
              <a:t>https://paperswithcode.com/method/resnet</a:t>
            </a:r>
            <a:endParaRPr lang="en-US" altLang="zh-TW" dirty="0"/>
          </a:p>
          <a:p>
            <a:endParaRPr lang="zh-TW" altLang="en-US" dirty="0"/>
          </a:p>
        </p:txBody>
      </p:sp>
      <p:pic>
        <p:nvPicPr>
          <p:cNvPr id="9" name="Picture 4">
            <a:extLst>
              <a:ext uri="{FF2B5EF4-FFF2-40B4-BE49-F238E27FC236}">
                <a16:creationId xmlns:a16="http://schemas.microsoft.com/office/drawing/2014/main" id="{9E3CB9CE-824E-13F8-43D2-A5A51836D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4199176" y="-627501"/>
            <a:ext cx="4100643" cy="1014010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455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41963A-7931-7849-7514-4C8331D3352A}"/>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a:t>
            </a:r>
            <a:r>
              <a:rPr lang="en-US" altLang="zh-TW" dirty="0" err="1"/>
              <a:t>ResNet</a:t>
            </a:r>
            <a:endParaRPr kumimoji="1" lang="zh-TW" altLang="en-US" dirty="0"/>
          </a:p>
        </p:txBody>
      </p:sp>
      <p:sp>
        <p:nvSpPr>
          <p:cNvPr id="3" name="內容版面配置區 2">
            <a:extLst>
              <a:ext uri="{FF2B5EF4-FFF2-40B4-BE49-F238E27FC236}">
                <a16:creationId xmlns:a16="http://schemas.microsoft.com/office/drawing/2014/main" id="{1500350D-8E2D-DBC0-895E-C1DC4491E931}"/>
              </a:ext>
            </a:extLst>
          </p:cNvPr>
          <p:cNvSpPr>
            <a:spLocks noGrp="1"/>
          </p:cNvSpPr>
          <p:nvPr>
            <p:ph idx="1"/>
          </p:nvPr>
        </p:nvSpPr>
        <p:spPr>
          <a:xfrm>
            <a:off x="838199" y="1825625"/>
            <a:ext cx="6079435" cy="4552122"/>
          </a:xfrm>
        </p:spPr>
        <p:txBody>
          <a:bodyPr>
            <a:normAutofit/>
          </a:bodyPr>
          <a:lstStyle/>
          <a:p>
            <a:pPr>
              <a:lnSpc>
                <a:spcPct val="100000"/>
              </a:lnSpc>
            </a:pPr>
            <a:r>
              <a:rPr kumimoji="1" lang="zh-TW" altLang="en-US" dirty="0"/>
              <a:t>殘差神經網路 </a:t>
            </a:r>
            <a:r>
              <a:rPr kumimoji="1" lang="en-US" altLang="zh-TW" dirty="0"/>
              <a:t>(</a:t>
            </a:r>
            <a:r>
              <a:rPr kumimoji="1" lang="en" altLang="zh-TW" dirty="0"/>
              <a:t>residual network)</a:t>
            </a:r>
          </a:p>
          <a:p>
            <a:pPr lvl="1">
              <a:lnSpc>
                <a:spcPct val="100000"/>
              </a:lnSpc>
            </a:pPr>
            <a:r>
              <a:rPr kumimoji="1" lang="en" altLang="zh-TW" dirty="0" err="1"/>
              <a:t>ResNet</a:t>
            </a:r>
            <a:r>
              <a:rPr kumimoji="1" lang="zh-TW" altLang="en-US" dirty="0"/>
              <a:t>的關鍵是使用殘差模組 </a:t>
            </a:r>
            <a:r>
              <a:rPr kumimoji="1" lang="en-US" altLang="zh-TW" dirty="0"/>
              <a:t>(</a:t>
            </a:r>
            <a:r>
              <a:rPr kumimoji="1" lang="en" altLang="zh-TW" dirty="0"/>
              <a:t>residual module</a:t>
            </a:r>
            <a:r>
              <a:rPr kumimoji="1" lang="zh-TW" altLang="en" dirty="0"/>
              <a:t>）</a:t>
            </a:r>
            <a:r>
              <a:rPr kumimoji="1" lang="zh-TW" altLang="en-US" dirty="0"/>
              <a:t>或叫做殘差塊（</a:t>
            </a:r>
            <a:r>
              <a:rPr kumimoji="1" lang="en" altLang="zh-TW" dirty="0"/>
              <a:t>Residual Blocks</a:t>
            </a:r>
            <a:r>
              <a:rPr kumimoji="1" lang="zh-TW" altLang="en" dirty="0"/>
              <a:t>）</a:t>
            </a:r>
            <a:r>
              <a:rPr kumimoji="1" lang="zh-TW" altLang="en-US" dirty="0"/>
              <a:t>的東西</a:t>
            </a:r>
            <a:endParaRPr kumimoji="1" lang="en-US" altLang="zh-TW" dirty="0"/>
          </a:p>
          <a:p>
            <a:pPr lvl="1">
              <a:lnSpc>
                <a:spcPct val="100000"/>
              </a:lnSpc>
            </a:pPr>
            <a:r>
              <a:rPr kumimoji="1" lang="zh-TW" altLang="en-US" dirty="0"/>
              <a:t>這些殘差包含了一個：跳躍連接（</a:t>
            </a:r>
            <a:r>
              <a:rPr kumimoji="1" lang="en" altLang="zh-TW" dirty="0"/>
              <a:t>skip connections</a:t>
            </a:r>
            <a:r>
              <a:rPr kumimoji="1" lang="zh-TW" altLang="en" dirty="0"/>
              <a:t>），</a:t>
            </a:r>
            <a:r>
              <a:rPr kumimoji="1" lang="zh-TW" altLang="en-US" dirty="0"/>
              <a:t>允許部分運算輸入跳過一個或多個神經層、卷積層直接傳到輸出層。</a:t>
            </a:r>
            <a:endParaRPr kumimoji="1" lang="en-US" altLang="zh-TW" dirty="0"/>
          </a:p>
          <a:p>
            <a:pPr lvl="1">
              <a:lnSpc>
                <a:spcPct val="100000"/>
              </a:lnSpc>
            </a:pPr>
            <a:r>
              <a:rPr kumimoji="1" lang="zh-TW" altLang="en-US" dirty="0"/>
              <a:t>這樣的設計幫助我們在神經網路很多層下，也能夠容易訓練，減少梯度爆炸或是梯度消失。</a:t>
            </a:r>
          </a:p>
        </p:txBody>
      </p:sp>
      <p:pic>
        <p:nvPicPr>
          <p:cNvPr id="9218" name="Picture 2">
            <a:extLst>
              <a:ext uri="{FF2B5EF4-FFF2-40B4-BE49-F238E27FC236}">
                <a16:creationId xmlns:a16="http://schemas.microsoft.com/office/drawing/2014/main" id="{305A695B-9DBA-AEE2-773B-61546D0EA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5122" y="1825625"/>
            <a:ext cx="4642747" cy="407159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D2170472-BC85-DB7E-0A35-C8F3C8E8B070}"/>
              </a:ext>
            </a:extLst>
          </p:cNvPr>
          <p:cNvSpPr txBox="1"/>
          <p:nvPr/>
        </p:nvSpPr>
        <p:spPr>
          <a:xfrm>
            <a:off x="1039122" y="6328018"/>
            <a:ext cx="8330165" cy="338554"/>
          </a:xfrm>
          <a:prstGeom prst="rect">
            <a:avLst/>
          </a:prstGeom>
          <a:noFill/>
        </p:spPr>
        <p:txBody>
          <a:bodyPr wrap="square">
            <a:spAutoFit/>
          </a:bodyPr>
          <a:lstStyle/>
          <a:p>
            <a:r>
              <a:rPr lang="en" altLang="zh-TW" sz="1600" b="1" i="0" dirty="0">
                <a:solidFill>
                  <a:srgbClr val="000000"/>
                </a:solidFill>
                <a:effectLst/>
                <a:latin typeface="Microsoft JhengHei" panose="020B0604030504040204" pitchFamily="34" charset="-120"/>
                <a:ea typeface="Microsoft JhengHei" panose="020B0604030504040204" pitchFamily="34" charset="-120"/>
              </a:rPr>
              <a:t>Deep Residual Learning for Image Recognition</a:t>
            </a:r>
            <a:r>
              <a:rPr lang="zh-TW" altLang="en-US" sz="1600" dirty="0">
                <a:latin typeface="Microsoft JhengHei" panose="020B0604030504040204" pitchFamily="34" charset="-120"/>
                <a:ea typeface="Microsoft JhengHei" panose="020B0604030504040204" pitchFamily="34" charset="-120"/>
              </a:rPr>
              <a:t>：https://arxiv.org/abs/1512.03385</a:t>
            </a:r>
          </a:p>
        </p:txBody>
      </p:sp>
    </p:spTree>
    <p:extLst>
      <p:ext uri="{BB962C8B-B14F-4D97-AF65-F5344CB8AC3E}">
        <p14:creationId xmlns:p14="http://schemas.microsoft.com/office/powerpoint/2010/main" val="142239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PlaceHolder 1"/>
          <p:cNvSpPr>
            <a:spLocks noGrp="1"/>
          </p:cNvSpPr>
          <p:nvPr>
            <p:ph type="title"/>
          </p:nvPr>
        </p:nvSpPr>
        <p:spPr>
          <a:prstGeom prst="rect">
            <a:avLst/>
          </a:prstGeom>
          <a:noFill/>
          <a:ln w="0">
            <a:noFill/>
          </a:ln>
        </p:spPr>
        <p:txBody>
          <a:bodyPr anchor="ctr">
            <a:noAutofit/>
          </a:bodyPr>
          <a:lstStyle/>
          <a:p>
            <a:pPr>
              <a:lnSpc>
                <a:spcPct val="90000"/>
              </a:lnSpc>
            </a:pPr>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a:t>
            </a:r>
            <a:r>
              <a:rPr lang="en-US" altLang="zh-TW" dirty="0" err="1"/>
              <a:t>ResNet</a:t>
            </a:r>
            <a:endParaRPr lang="en-US" sz="4400" b="0" strike="noStrike" spc="-1" dirty="0">
              <a:solidFill>
                <a:srgbClr val="000000"/>
              </a:solidFill>
              <a:latin typeface="Calibri"/>
            </a:endParaRPr>
          </a:p>
        </p:txBody>
      </p:sp>
      <p:sp>
        <p:nvSpPr>
          <p:cNvPr id="523" name="PlaceHolder 2"/>
          <p:cNvSpPr>
            <a:spLocks noGrp="1"/>
          </p:cNvSpPr>
          <p:nvPr>
            <p:ph idx="1"/>
          </p:nvPr>
        </p:nvSpPr>
        <p:spPr>
          <a:xfrm>
            <a:off x="838200" y="1825625"/>
            <a:ext cx="8758320" cy="4667250"/>
          </a:xfrm>
          <a:prstGeom prst="rect">
            <a:avLst/>
          </a:prstGeom>
          <a:noFill/>
          <a:ln w="0">
            <a:noFill/>
          </a:ln>
        </p:spPr>
        <p:txBody>
          <a:bodyPr anchor="t">
            <a:normAutofit fontScale="65000" lnSpcReduction="20000"/>
          </a:bodyPr>
          <a:lstStyle/>
          <a:p>
            <a:pPr marL="228600" indent="-228600">
              <a:lnSpc>
                <a:spcPct val="120000"/>
              </a:lnSpc>
              <a:spcBef>
                <a:spcPts val="1001"/>
              </a:spcBef>
              <a:buClr>
                <a:srgbClr val="000000"/>
              </a:buClr>
              <a:buFont typeface="Arial"/>
              <a:buChar char="•"/>
            </a:pPr>
            <a:r>
              <a:rPr lang="en-US" sz="2800" b="0" strike="noStrike" spc="-1" dirty="0" err="1">
                <a:solidFill>
                  <a:srgbClr val="000000"/>
                </a:solidFill>
                <a:latin typeface="Calibri"/>
              </a:rPr>
              <a:t>Kaiming</a:t>
            </a:r>
            <a:r>
              <a:rPr lang="en-US" sz="2800" b="0" strike="noStrike" spc="-1" dirty="0">
                <a:solidFill>
                  <a:srgbClr val="000000"/>
                </a:solidFill>
                <a:latin typeface="Calibri"/>
              </a:rPr>
              <a:t> He et al. won the ILSVRC 2015 challenge using a </a:t>
            </a:r>
            <a:r>
              <a:rPr lang="en-US" sz="2800" b="1" i="1" strike="noStrike" spc="-1" dirty="0">
                <a:solidFill>
                  <a:srgbClr val="000000"/>
                </a:solidFill>
                <a:latin typeface="Calibri"/>
              </a:rPr>
              <a:t>Residual Network </a:t>
            </a:r>
            <a:r>
              <a:rPr lang="en-US" sz="2800" b="0" strike="noStrike" spc="-1" dirty="0">
                <a:solidFill>
                  <a:srgbClr val="000000"/>
                </a:solidFill>
                <a:latin typeface="Calibri"/>
              </a:rPr>
              <a:t>(or </a:t>
            </a:r>
            <a:r>
              <a:rPr lang="en-US" sz="2800" b="1" i="1" strike="noStrike" spc="-1" dirty="0" err="1">
                <a:solidFill>
                  <a:srgbClr val="000000"/>
                </a:solidFill>
                <a:latin typeface="Calibri"/>
              </a:rPr>
              <a:t>ResNet</a:t>
            </a:r>
            <a:r>
              <a:rPr lang="en-US" sz="2800" b="0" strike="noStrike" spc="-1" dirty="0">
                <a:solidFill>
                  <a:srgbClr val="000000"/>
                </a:solidFill>
                <a:latin typeface="Calibri"/>
              </a:rPr>
              <a:t>), that delivered an astounding top-five error rate under 3.6%. </a:t>
            </a:r>
          </a:p>
          <a:p>
            <a:pPr marL="228600" indent="-228600">
              <a:lnSpc>
                <a:spcPct val="120000"/>
              </a:lnSpc>
              <a:spcBef>
                <a:spcPts val="1001"/>
              </a:spcBef>
              <a:buClr>
                <a:srgbClr val="000000"/>
              </a:buClr>
              <a:buFont typeface="Arial"/>
              <a:buChar char="•"/>
            </a:pPr>
            <a:r>
              <a:rPr lang="en-US" sz="2800" b="0" strike="noStrike" spc="-1" dirty="0">
                <a:solidFill>
                  <a:srgbClr val="000000"/>
                </a:solidFill>
                <a:latin typeface="Calibri"/>
              </a:rPr>
              <a:t>The winning variant used an extremely deep CNN composed of </a:t>
            </a:r>
            <a:r>
              <a:rPr lang="en-US" sz="2800" b="0" strike="noStrike" spc="-1" dirty="0">
                <a:solidFill>
                  <a:srgbClr val="FF0000"/>
                </a:solidFill>
                <a:latin typeface="Calibri"/>
              </a:rPr>
              <a:t>152</a:t>
            </a:r>
            <a:r>
              <a:rPr lang="en-US" sz="2800" b="0" strike="noStrike" spc="-1" dirty="0">
                <a:solidFill>
                  <a:srgbClr val="000000"/>
                </a:solidFill>
                <a:latin typeface="Calibri"/>
              </a:rPr>
              <a:t> layers (other variants had 34, 50, and 101 layers). </a:t>
            </a:r>
          </a:p>
          <a:p>
            <a:pPr marL="228600" indent="-228600">
              <a:lnSpc>
                <a:spcPct val="120000"/>
              </a:lnSpc>
              <a:spcBef>
                <a:spcPts val="1001"/>
              </a:spcBef>
              <a:buClr>
                <a:srgbClr val="000000"/>
              </a:buClr>
              <a:buFont typeface="Arial"/>
              <a:buChar char="•"/>
            </a:pPr>
            <a:r>
              <a:rPr lang="en-US" sz="2800" b="0" strike="noStrike" spc="-1" dirty="0">
                <a:solidFill>
                  <a:srgbClr val="000000"/>
                </a:solidFill>
                <a:latin typeface="Calibri"/>
              </a:rPr>
              <a:t>It confirmed the general trend: </a:t>
            </a:r>
            <a:r>
              <a:rPr lang="en-US" sz="2800" b="0" strike="noStrike" spc="-1" dirty="0">
                <a:solidFill>
                  <a:srgbClr val="FF0000"/>
                </a:solidFill>
                <a:latin typeface="Calibri"/>
              </a:rPr>
              <a:t>models are getting deeper and deeper</a:t>
            </a:r>
            <a:r>
              <a:rPr lang="en-US" sz="2800" b="0" strike="noStrike" spc="-1" dirty="0">
                <a:solidFill>
                  <a:srgbClr val="000000"/>
                </a:solidFill>
                <a:latin typeface="Calibri"/>
              </a:rPr>
              <a:t>, with fewer and fewer parameters. </a:t>
            </a:r>
          </a:p>
          <a:p>
            <a:pPr marL="228600" indent="-228600">
              <a:lnSpc>
                <a:spcPct val="120000"/>
              </a:lnSpc>
              <a:spcBef>
                <a:spcPts val="1001"/>
              </a:spcBef>
              <a:buClr>
                <a:srgbClr val="000000"/>
              </a:buClr>
              <a:buFont typeface="Arial"/>
              <a:buChar char="•"/>
            </a:pPr>
            <a:r>
              <a:rPr lang="en-US" sz="2800" b="0" strike="noStrike" spc="-1" dirty="0">
                <a:solidFill>
                  <a:srgbClr val="000000"/>
                </a:solidFill>
                <a:latin typeface="Calibri"/>
              </a:rPr>
              <a:t>The key to being able to train such a deep network is to use </a:t>
            </a:r>
            <a:r>
              <a:rPr lang="en-US" sz="2800" b="1" i="1" strike="noStrike" spc="-1" dirty="0">
                <a:solidFill>
                  <a:srgbClr val="000000"/>
                </a:solidFill>
                <a:latin typeface="Calibri"/>
              </a:rPr>
              <a:t>skip connections </a:t>
            </a:r>
            <a:r>
              <a:rPr lang="en-US" sz="2800" b="0" strike="noStrike" spc="-1" dirty="0">
                <a:solidFill>
                  <a:srgbClr val="000000"/>
                </a:solidFill>
                <a:latin typeface="Calibri"/>
              </a:rPr>
              <a:t>(also called </a:t>
            </a:r>
            <a:r>
              <a:rPr lang="en-US" sz="2800" b="1" i="1" strike="noStrike" spc="-1" dirty="0">
                <a:solidFill>
                  <a:srgbClr val="000000"/>
                </a:solidFill>
                <a:latin typeface="Calibri"/>
              </a:rPr>
              <a:t>shortcut connections</a:t>
            </a:r>
            <a:r>
              <a:rPr lang="en-US" sz="2800" b="0" strike="noStrike" spc="-1" dirty="0">
                <a:solidFill>
                  <a:srgbClr val="000000"/>
                </a:solidFill>
                <a:latin typeface="Calibri"/>
              </a:rPr>
              <a:t>): </a:t>
            </a:r>
          </a:p>
          <a:p>
            <a:pPr marL="685800" lvl="1" indent="-228600">
              <a:lnSpc>
                <a:spcPct val="120000"/>
              </a:lnSpc>
              <a:spcBef>
                <a:spcPts val="499"/>
              </a:spcBef>
              <a:buClr>
                <a:srgbClr val="000000"/>
              </a:buClr>
              <a:buFont typeface="Arial"/>
              <a:buChar char="•"/>
            </a:pPr>
            <a:r>
              <a:rPr lang="en-US" sz="2400" b="0" strike="noStrike" spc="-1" dirty="0">
                <a:solidFill>
                  <a:srgbClr val="000000"/>
                </a:solidFill>
                <a:latin typeface="Calibri"/>
              </a:rPr>
              <a:t>the signal feeding into a layer is also added to the output of a layer located a bit higher up the stack. </a:t>
            </a:r>
          </a:p>
          <a:p>
            <a:pPr marL="685800" lvl="1" indent="-228600">
              <a:lnSpc>
                <a:spcPct val="120000"/>
              </a:lnSpc>
              <a:spcBef>
                <a:spcPts val="499"/>
              </a:spcBef>
              <a:buClr>
                <a:srgbClr val="000000"/>
              </a:buClr>
              <a:buFont typeface="Arial"/>
              <a:buChar char="•"/>
            </a:pPr>
            <a:r>
              <a:rPr lang="en-US" sz="2400" b="0" strike="noStrike" spc="-1" dirty="0">
                <a:solidFill>
                  <a:srgbClr val="000000"/>
                </a:solidFill>
                <a:latin typeface="Calibri"/>
              </a:rPr>
              <a:t>When training a neural network, the goal is to make it model a target </a:t>
            </a:r>
            <a:br>
              <a:rPr lang="en-US" sz="2400" b="0" strike="noStrike" spc="-1" dirty="0">
                <a:solidFill>
                  <a:srgbClr val="000000"/>
                </a:solidFill>
                <a:latin typeface="Calibri"/>
              </a:rPr>
            </a:br>
            <a:r>
              <a:rPr lang="en-US" sz="2400" b="0" strike="noStrike" spc="-1" dirty="0">
                <a:solidFill>
                  <a:srgbClr val="000000"/>
                </a:solidFill>
                <a:latin typeface="Calibri"/>
              </a:rPr>
              <a:t>function </a:t>
            </a:r>
            <a:r>
              <a:rPr lang="en-US" sz="2400" b="1" i="1" strike="noStrike" spc="-1" dirty="0">
                <a:solidFill>
                  <a:srgbClr val="000000"/>
                </a:solidFill>
                <a:latin typeface="Calibri"/>
              </a:rPr>
              <a:t>h</a:t>
            </a:r>
            <a:r>
              <a:rPr lang="en-US" sz="2400" b="0" strike="noStrike" spc="-1" dirty="0">
                <a:solidFill>
                  <a:srgbClr val="000000"/>
                </a:solidFill>
                <a:latin typeface="Calibri"/>
              </a:rPr>
              <a:t>(x). If you add the input x to the output of the network </a:t>
            </a:r>
            <a:br>
              <a:rPr lang="en-US" sz="2400" b="0" strike="noStrike" spc="-1" dirty="0">
                <a:solidFill>
                  <a:srgbClr val="000000"/>
                </a:solidFill>
                <a:latin typeface="Calibri"/>
              </a:rPr>
            </a:br>
            <a:r>
              <a:rPr lang="en-US" sz="2400" b="0" strike="noStrike" spc="-1" dirty="0">
                <a:solidFill>
                  <a:srgbClr val="000000"/>
                </a:solidFill>
                <a:latin typeface="Calibri"/>
              </a:rPr>
              <a:t>(i.e., you add a skip connection), then the network will be forced to </a:t>
            </a:r>
            <a:br>
              <a:rPr lang="en-US" sz="2400" b="0" strike="noStrike" spc="-1" dirty="0">
                <a:solidFill>
                  <a:srgbClr val="000000"/>
                </a:solidFill>
                <a:latin typeface="Calibri"/>
              </a:rPr>
            </a:br>
            <a:r>
              <a:rPr lang="en-US" sz="2400" b="0" strike="noStrike" spc="-1" dirty="0">
                <a:solidFill>
                  <a:srgbClr val="000000"/>
                </a:solidFill>
                <a:latin typeface="Calibri"/>
              </a:rPr>
              <a:t>model </a:t>
            </a:r>
            <a:r>
              <a:rPr lang="en-US" sz="2400" b="1" i="1" strike="noStrike" spc="-1" dirty="0">
                <a:solidFill>
                  <a:srgbClr val="000000"/>
                </a:solidFill>
                <a:latin typeface="Calibri"/>
              </a:rPr>
              <a:t>f</a:t>
            </a:r>
            <a:r>
              <a:rPr lang="en-US" sz="2400" b="0" strike="noStrike" spc="-1" dirty="0">
                <a:solidFill>
                  <a:srgbClr val="000000"/>
                </a:solidFill>
                <a:latin typeface="Calibri"/>
              </a:rPr>
              <a:t>(x) = </a:t>
            </a:r>
            <a:r>
              <a:rPr lang="en-US" sz="2400" b="1" i="1" strike="noStrike" spc="-1" dirty="0">
                <a:solidFill>
                  <a:srgbClr val="000000"/>
                </a:solidFill>
                <a:latin typeface="Calibri"/>
              </a:rPr>
              <a:t>h</a:t>
            </a:r>
            <a:r>
              <a:rPr lang="en-US" sz="2400" b="0" strike="noStrike" spc="-1" dirty="0">
                <a:solidFill>
                  <a:srgbClr val="000000"/>
                </a:solidFill>
                <a:latin typeface="Calibri"/>
              </a:rPr>
              <a:t>(x) – x rather than </a:t>
            </a:r>
            <a:r>
              <a:rPr lang="en-US" sz="2400" b="1" i="1" strike="noStrike" spc="-1" dirty="0">
                <a:solidFill>
                  <a:srgbClr val="000000"/>
                </a:solidFill>
                <a:latin typeface="Calibri"/>
              </a:rPr>
              <a:t>h</a:t>
            </a:r>
            <a:r>
              <a:rPr lang="en-US" sz="2400" b="0" strike="noStrike" spc="-1" dirty="0">
                <a:solidFill>
                  <a:srgbClr val="000000"/>
                </a:solidFill>
                <a:latin typeface="Calibri"/>
              </a:rPr>
              <a:t>(x). </a:t>
            </a:r>
          </a:p>
          <a:p>
            <a:pPr marL="685800" lvl="1" indent="-228600">
              <a:lnSpc>
                <a:spcPct val="120000"/>
              </a:lnSpc>
              <a:spcBef>
                <a:spcPts val="499"/>
              </a:spcBef>
              <a:buClr>
                <a:srgbClr val="000000"/>
              </a:buClr>
              <a:buFont typeface="Arial"/>
              <a:buChar char="•"/>
            </a:pPr>
            <a:r>
              <a:rPr lang="en-US" sz="2400" b="0" strike="noStrike" spc="-1" dirty="0">
                <a:solidFill>
                  <a:srgbClr val="000000"/>
                </a:solidFill>
                <a:latin typeface="Calibri"/>
              </a:rPr>
              <a:t>This is called </a:t>
            </a:r>
            <a:r>
              <a:rPr lang="en-US" sz="2400" b="1" i="1" strike="noStrike" spc="-1" dirty="0">
                <a:solidFill>
                  <a:srgbClr val="000000"/>
                </a:solidFill>
                <a:latin typeface="Calibri"/>
              </a:rPr>
              <a:t>residual learning</a:t>
            </a:r>
            <a:endParaRPr lang="en-US" sz="2400" b="0" strike="noStrike" spc="-1" dirty="0">
              <a:solidFill>
                <a:srgbClr val="000000"/>
              </a:solidFill>
              <a:latin typeface="Calibri"/>
            </a:endParaRPr>
          </a:p>
        </p:txBody>
      </p:sp>
      <p:pic>
        <p:nvPicPr>
          <p:cNvPr id="524" name="圖片 22"/>
          <p:cNvPicPr/>
          <p:nvPr/>
        </p:nvPicPr>
        <p:blipFill>
          <a:blip r:embed="rId2"/>
          <a:stretch/>
        </p:blipFill>
        <p:spPr>
          <a:xfrm>
            <a:off x="9596520" y="1941909"/>
            <a:ext cx="2219760" cy="2110320"/>
          </a:xfrm>
          <a:prstGeom prst="rect">
            <a:avLst/>
          </a:prstGeom>
          <a:ln w="0">
            <a:noFill/>
          </a:ln>
        </p:spPr>
      </p:pic>
      <p:pic>
        <p:nvPicPr>
          <p:cNvPr id="3074" name="Picture 2">
            <a:extLst>
              <a:ext uri="{FF2B5EF4-FFF2-40B4-BE49-F238E27FC236}">
                <a16:creationId xmlns:a16="http://schemas.microsoft.com/office/drawing/2014/main" id="{94447C69-4244-474B-BB35-216C79AA0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9278" y="4857740"/>
            <a:ext cx="3863018" cy="174387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6E0FC2-3FD8-4AA1-93F8-DA05AED6D2E9}"/>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a:t>
            </a:r>
            <a:r>
              <a:rPr lang="en-US" altLang="zh-TW" dirty="0" err="1"/>
              <a:t>DenseNet</a:t>
            </a:r>
            <a:r>
              <a:rPr lang="en-US" altLang="zh-TW" dirty="0"/>
              <a:t> (2016)</a:t>
            </a:r>
            <a:endParaRPr lang="zh-TW" altLang="en-US" dirty="0"/>
          </a:p>
        </p:txBody>
      </p:sp>
      <p:sp>
        <p:nvSpPr>
          <p:cNvPr id="3" name="內容版面配置區 2">
            <a:extLst>
              <a:ext uri="{FF2B5EF4-FFF2-40B4-BE49-F238E27FC236}">
                <a16:creationId xmlns:a16="http://schemas.microsoft.com/office/drawing/2014/main" id="{695ED024-5150-4302-8C73-E179B24DEA40}"/>
              </a:ext>
            </a:extLst>
          </p:cNvPr>
          <p:cNvSpPr>
            <a:spLocks noGrp="1"/>
          </p:cNvSpPr>
          <p:nvPr>
            <p:ph idx="1"/>
          </p:nvPr>
        </p:nvSpPr>
        <p:spPr/>
        <p:txBody>
          <a:bodyPr/>
          <a:lstStyle/>
          <a:p>
            <a:r>
              <a:rPr lang="en-US" altLang="zh-TW" dirty="0" err="1"/>
              <a:t>DenseNet</a:t>
            </a:r>
            <a:endParaRPr lang="en-US" altLang="zh-TW" dirty="0"/>
          </a:p>
          <a:p>
            <a:pPr lvl="1"/>
            <a:r>
              <a:rPr lang="zh-TW" altLang="en-US" dirty="0"/>
              <a:t>如果卷積網路包含接近輸入的層和接近輸出的層之間有</a:t>
            </a:r>
            <a:r>
              <a:rPr lang="zh-TW" altLang="en-US" u="sng" dirty="0"/>
              <a:t>較短連接</a:t>
            </a:r>
            <a:r>
              <a:rPr lang="zh-TW" altLang="en-US" dirty="0"/>
              <a:t>，則卷積網路可以更有效地進行訓練。</a:t>
            </a:r>
            <a:endParaRPr lang="en-US" altLang="zh-TW" dirty="0"/>
          </a:p>
          <a:p>
            <a:pPr lvl="1"/>
            <a:r>
              <a:rPr lang="en-US" altLang="zh-TW" dirty="0" err="1"/>
              <a:t>DenseNet</a:t>
            </a:r>
            <a:r>
              <a:rPr lang="zh-TW" altLang="en-US" dirty="0"/>
              <a:t>便是基於這樣想法而設計的，它以前饋方式</a:t>
            </a:r>
            <a:r>
              <a:rPr lang="en-US" altLang="zh-TW" dirty="0"/>
              <a:t>(feed-forward)</a:t>
            </a:r>
            <a:r>
              <a:rPr lang="zh-TW" altLang="en-US" dirty="0"/>
              <a:t>將每層連接到每個其他層。</a:t>
            </a:r>
            <a:endParaRPr lang="en-US" altLang="zh-TW" dirty="0"/>
          </a:p>
          <a:p>
            <a:pPr lvl="1"/>
            <a:r>
              <a:rPr lang="zh-TW" altLang="en-US" dirty="0"/>
              <a:t>具有</a:t>
            </a:r>
            <a:r>
              <a:rPr lang="en-US" altLang="zh-TW" dirty="0"/>
              <a:t>L</a:t>
            </a:r>
            <a:r>
              <a:rPr lang="zh-TW" altLang="en-US" dirty="0"/>
              <a:t>層的傳統卷積網路具有</a:t>
            </a:r>
            <a:r>
              <a:rPr lang="en-US" altLang="zh-TW" dirty="0"/>
              <a:t>L</a:t>
            </a:r>
            <a:r>
              <a:rPr lang="zh-TW" altLang="en-US" dirty="0"/>
              <a:t>個連接</a:t>
            </a:r>
            <a:endParaRPr lang="en-US" altLang="zh-TW" dirty="0"/>
          </a:p>
          <a:p>
            <a:pPr lvl="1"/>
            <a:r>
              <a:rPr lang="zh-TW" altLang="en-US" dirty="0"/>
              <a:t>每個層與其後一個層之間，又有 </a:t>
            </a:r>
            <a:r>
              <a:rPr lang="en-US" altLang="zh-TW" dirty="0"/>
              <a:t>L(L + 1)/2 </a:t>
            </a:r>
            <a:br>
              <a:rPr lang="en-US" altLang="zh-TW" dirty="0"/>
            </a:br>
            <a:r>
              <a:rPr lang="zh-TW" altLang="en-US" dirty="0"/>
              <a:t>個直接連接。</a:t>
            </a:r>
            <a:endParaRPr lang="en-US" altLang="zh-TW" dirty="0"/>
          </a:p>
          <a:p>
            <a:pPr lvl="1"/>
            <a:r>
              <a:rPr lang="zh-TW" altLang="en-US" dirty="0"/>
              <a:t>對於每個圖層，所有前面的圖層的特徵圖</a:t>
            </a:r>
            <a:br>
              <a:rPr lang="en-US" altLang="zh-TW" dirty="0"/>
            </a:br>
            <a:r>
              <a:rPr lang="zh-TW" altLang="en-US" dirty="0"/>
              <a:t>都用作輸入，並且它自己的特徵圖也用作</a:t>
            </a:r>
            <a:br>
              <a:rPr lang="en-US" altLang="zh-TW" dirty="0"/>
            </a:br>
            <a:r>
              <a:rPr lang="zh-TW" altLang="en-US" dirty="0"/>
              <a:t>所有後續圖層的輸入</a:t>
            </a:r>
          </a:p>
        </p:txBody>
      </p:sp>
      <p:pic>
        <p:nvPicPr>
          <p:cNvPr id="4098" name="Picture 2">
            <a:extLst>
              <a:ext uri="{FF2B5EF4-FFF2-40B4-BE49-F238E27FC236}">
                <a16:creationId xmlns:a16="http://schemas.microsoft.com/office/drawing/2014/main" id="{234A5B1F-73B1-4CBC-85D5-54DF225F46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5702" y="3550722"/>
            <a:ext cx="3770225" cy="316212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629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9C66-018B-47F7-82A7-D7FB184C21F6}"/>
              </a:ext>
            </a:extLst>
          </p:cNvPr>
          <p:cNvSpPr>
            <a:spLocks noGrp="1"/>
          </p:cNvSpPr>
          <p:nvPr>
            <p:ph type="title"/>
          </p:nvPr>
        </p:nvSpPr>
        <p:spPr/>
        <p:txBody>
          <a:bodyPr/>
          <a:lstStyle/>
          <a:p>
            <a:r>
              <a:rPr kumimoji="1" lang="zh-TW" altLang="en-US" dirty="0"/>
              <a:t>著名的</a:t>
            </a:r>
            <a:r>
              <a:rPr kumimoji="1" lang="en-US" altLang="zh-TW" dirty="0"/>
              <a:t>CNN</a:t>
            </a:r>
            <a:r>
              <a:rPr kumimoji="1" lang="zh-TW" altLang="en-US" dirty="0"/>
              <a:t>模型與架構</a:t>
            </a:r>
            <a:r>
              <a:rPr kumimoji="1" lang="en-US" altLang="zh-TW" dirty="0"/>
              <a:t>-</a:t>
            </a:r>
            <a:r>
              <a:rPr lang="en" altLang="zh-TW" dirty="0"/>
              <a:t> Inception V3</a:t>
            </a:r>
            <a:endParaRPr lang="zh-TW" altLang="en-US" dirty="0"/>
          </a:p>
        </p:txBody>
      </p:sp>
      <p:sp>
        <p:nvSpPr>
          <p:cNvPr id="3" name="內容版面配置區 2">
            <a:extLst>
              <a:ext uri="{FF2B5EF4-FFF2-40B4-BE49-F238E27FC236}">
                <a16:creationId xmlns:a16="http://schemas.microsoft.com/office/drawing/2014/main" id="{0A7BAAD0-1E4B-4A8A-938E-CE4EBD21DF9A}"/>
              </a:ext>
            </a:extLst>
          </p:cNvPr>
          <p:cNvSpPr>
            <a:spLocks noGrp="1"/>
          </p:cNvSpPr>
          <p:nvPr>
            <p:ph idx="1"/>
          </p:nvPr>
        </p:nvSpPr>
        <p:spPr/>
        <p:txBody>
          <a:bodyPr/>
          <a:lstStyle/>
          <a:p>
            <a:endParaRPr lang="zh-TW" altLang="en-US"/>
          </a:p>
        </p:txBody>
      </p:sp>
      <p:pic>
        <p:nvPicPr>
          <p:cNvPr id="2050" name="Picture 2">
            <a:extLst>
              <a:ext uri="{FF2B5EF4-FFF2-40B4-BE49-F238E27FC236}">
                <a16:creationId xmlns:a16="http://schemas.microsoft.com/office/drawing/2014/main" id="{0AFA176A-9CD6-43AC-8BF2-8E39A9F9D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446" y="1825625"/>
            <a:ext cx="9525000" cy="3705225"/>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9A99663A-34A7-491E-A361-2A60D9B75DCC}"/>
              </a:ext>
            </a:extLst>
          </p:cNvPr>
          <p:cNvSpPr txBox="1"/>
          <p:nvPr/>
        </p:nvSpPr>
        <p:spPr>
          <a:xfrm>
            <a:off x="3504705" y="6176963"/>
            <a:ext cx="6095010" cy="369332"/>
          </a:xfrm>
          <a:prstGeom prst="rect">
            <a:avLst/>
          </a:prstGeom>
          <a:noFill/>
        </p:spPr>
        <p:txBody>
          <a:bodyPr wrap="square">
            <a:spAutoFit/>
          </a:bodyPr>
          <a:lstStyle/>
          <a:p>
            <a:r>
              <a:rPr lang="zh-TW" altLang="en-US" dirty="0"/>
              <a:t>https://paperswithcode.com/method/inception-v3</a:t>
            </a:r>
          </a:p>
        </p:txBody>
      </p:sp>
    </p:spTree>
    <p:extLst>
      <p:ext uri="{BB962C8B-B14F-4D97-AF65-F5344CB8AC3E}">
        <p14:creationId xmlns:p14="http://schemas.microsoft.com/office/powerpoint/2010/main" val="2274303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0C95E8-956F-4745-93C4-7830B22D91E1}"/>
              </a:ext>
            </a:extLst>
          </p:cNvPr>
          <p:cNvSpPr>
            <a:spLocks noGrp="1"/>
          </p:cNvSpPr>
          <p:nvPr>
            <p:ph type="title"/>
          </p:nvPr>
        </p:nvSpPr>
        <p:spPr/>
        <p:txBody>
          <a:bodyPr/>
          <a:lstStyle/>
          <a:p>
            <a:r>
              <a:rPr lang="en-US" altLang="zh-TW" dirty="0" err="1"/>
              <a:t>Pytorch</a:t>
            </a:r>
            <a:r>
              <a:rPr lang="zh-TW" altLang="en-US" dirty="0"/>
              <a:t>支援的</a:t>
            </a:r>
            <a:r>
              <a:rPr lang="en-US" altLang="zh-TW" dirty="0"/>
              <a:t>model</a:t>
            </a:r>
            <a:endParaRPr lang="zh-TW" altLang="en-US" dirty="0"/>
          </a:p>
        </p:txBody>
      </p:sp>
      <p:sp>
        <p:nvSpPr>
          <p:cNvPr id="3" name="內容版面配置區 2">
            <a:extLst>
              <a:ext uri="{FF2B5EF4-FFF2-40B4-BE49-F238E27FC236}">
                <a16:creationId xmlns:a16="http://schemas.microsoft.com/office/drawing/2014/main" id="{6E715C31-55E7-4C72-8A91-27A291ECA4BD}"/>
              </a:ext>
            </a:extLst>
          </p:cNvPr>
          <p:cNvSpPr>
            <a:spLocks noGrp="1"/>
          </p:cNvSpPr>
          <p:nvPr>
            <p:ph idx="1"/>
          </p:nvPr>
        </p:nvSpPr>
        <p:spPr/>
        <p:txBody>
          <a:bodyPr/>
          <a:lstStyle/>
          <a:p>
            <a:r>
              <a:rPr lang="en-US" altLang="zh-TW" dirty="0">
                <a:hlinkClick r:id="rId2"/>
              </a:rPr>
              <a:t>https://pytorch.org/vision/stable/models.html#classification</a:t>
            </a:r>
            <a:endParaRPr lang="en-US" altLang="zh-TW" dirty="0"/>
          </a:p>
          <a:p>
            <a:pPr lvl="1"/>
            <a:r>
              <a:rPr lang="zh-TW" altLang="en-US" dirty="0"/>
              <a:t>包含</a:t>
            </a:r>
            <a:r>
              <a:rPr lang="en-US" altLang="zh-TW" dirty="0" err="1"/>
              <a:t>AlexNet</a:t>
            </a:r>
            <a:r>
              <a:rPr lang="zh-TW" altLang="en-US" dirty="0"/>
              <a:t>、</a:t>
            </a:r>
            <a:r>
              <a:rPr lang="en-US" altLang="zh-TW" dirty="0" err="1"/>
              <a:t>GoogleNet</a:t>
            </a:r>
            <a:r>
              <a:rPr lang="zh-TW" altLang="en-US" dirty="0"/>
              <a:t>、</a:t>
            </a:r>
            <a:r>
              <a:rPr lang="en-US" altLang="zh-TW" dirty="0"/>
              <a:t>Inception</a:t>
            </a:r>
            <a:r>
              <a:rPr lang="zh-TW" altLang="en-US" dirty="0"/>
              <a:t>、</a:t>
            </a:r>
            <a:r>
              <a:rPr lang="en-US" altLang="zh-TW" dirty="0" err="1"/>
              <a:t>MobileNet</a:t>
            </a:r>
            <a:r>
              <a:rPr lang="zh-TW" altLang="en-US" dirty="0"/>
              <a:t>、</a:t>
            </a:r>
            <a:r>
              <a:rPr lang="en-US" altLang="zh-TW" dirty="0" err="1"/>
              <a:t>ResNet</a:t>
            </a:r>
            <a:r>
              <a:rPr lang="zh-TW" altLang="en-US" dirty="0"/>
              <a:t>、</a:t>
            </a:r>
            <a:r>
              <a:rPr lang="en-US" altLang="zh-TW" dirty="0"/>
              <a:t>VGG</a:t>
            </a:r>
            <a:r>
              <a:rPr lang="zh-TW" altLang="en-US" dirty="0"/>
              <a:t>等著名模型</a:t>
            </a:r>
            <a:endParaRPr lang="en-US" altLang="zh-TW" dirty="0"/>
          </a:p>
          <a:p>
            <a:pPr lvl="1"/>
            <a:r>
              <a:rPr lang="zh-TW" altLang="en-US" dirty="0"/>
              <a:t>以</a:t>
            </a:r>
            <a:r>
              <a:rPr lang="en-US" altLang="zh-TW" dirty="0"/>
              <a:t>Inception V3</a:t>
            </a:r>
            <a:r>
              <a:rPr lang="zh-TW" altLang="en-US" dirty="0"/>
              <a:t>為例</a:t>
            </a:r>
            <a:endParaRPr lang="en-US" altLang="zh-TW" dirty="0"/>
          </a:p>
          <a:p>
            <a:pPr lvl="1"/>
            <a:r>
              <a:rPr lang="zh-TW" altLang="en-US" dirty="0"/>
              <a:t>透過載入一個已訓練</a:t>
            </a:r>
            <a:br>
              <a:rPr lang="en-US" altLang="zh-TW" dirty="0"/>
            </a:br>
            <a:r>
              <a:rPr lang="zh-TW" altLang="en-US" dirty="0"/>
              <a:t>好</a:t>
            </a:r>
            <a:r>
              <a:rPr lang="en-US" altLang="zh-TW" dirty="0"/>
              <a:t>(pretrained)</a:t>
            </a:r>
            <a:r>
              <a:rPr lang="zh-TW" altLang="en-US" dirty="0"/>
              <a:t>的模型</a:t>
            </a:r>
            <a:endParaRPr lang="en-US" altLang="zh-TW" dirty="0"/>
          </a:p>
          <a:p>
            <a:pPr lvl="1"/>
            <a:r>
              <a:rPr lang="zh-TW" altLang="en-US" dirty="0"/>
              <a:t>透過</a:t>
            </a:r>
            <a:r>
              <a:rPr lang="en-US" altLang="zh-TW" dirty="0"/>
              <a:t>transfer learning</a:t>
            </a:r>
            <a:br>
              <a:rPr lang="en-US" altLang="zh-TW" dirty="0"/>
            </a:br>
            <a:r>
              <a:rPr lang="zh-TW" altLang="en-US" dirty="0"/>
              <a:t>的概念來利用這個模</a:t>
            </a:r>
            <a:br>
              <a:rPr lang="en-US" altLang="zh-TW" dirty="0"/>
            </a:br>
            <a:r>
              <a:rPr lang="zh-TW" altLang="en-US" dirty="0"/>
              <a:t>型</a:t>
            </a:r>
            <a:endParaRPr lang="en-US" altLang="zh-TW" dirty="0"/>
          </a:p>
          <a:p>
            <a:endParaRPr lang="zh-TW" altLang="en-US" dirty="0"/>
          </a:p>
        </p:txBody>
      </p:sp>
      <p:sp>
        <p:nvSpPr>
          <p:cNvPr id="5" name="文字方塊 4">
            <a:extLst>
              <a:ext uri="{FF2B5EF4-FFF2-40B4-BE49-F238E27FC236}">
                <a16:creationId xmlns:a16="http://schemas.microsoft.com/office/drawing/2014/main" id="{8C3C288D-9E63-46DC-9F3A-67D2A71D2922}"/>
              </a:ext>
            </a:extLst>
          </p:cNvPr>
          <p:cNvSpPr txBox="1"/>
          <p:nvPr/>
        </p:nvSpPr>
        <p:spPr>
          <a:xfrm>
            <a:off x="4653863" y="2812876"/>
            <a:ext cx="5997661" cy="861774"/>
          </a:xfrm>
          <a:prstGeom prst="rect">
            <a:avLst/>
          </a:prstGeom>
          <a:noFill/>
          <a:ln>
            <a:solidFill>
              <a:schemeClr val="tx1"/>
            </a:solidFill>
          </a:ln>
        </p:spPr>
        <p:txBody>
          <a:bodyPr wrap="square">
            <a:spAutoFit/>
          </a:bodyPr>
          <a:lstStyle/>
          <a:p>
            <a:r>
              <a:rPr lang="en-US" altLang="zh-TW" sz="1600" b="0" dirty="0">
                <a:solidFill>
                  <a:srgbClr val="AF00DB"/>
                </a:solidFill>
                <a:effectLst/>
                <a:latin typeface="Courier New" panose="02070309020205020404" pitchFamily="49" charset="0"/>
              </a:rPr>
              <a:t>from</a:t>
            </a:r>
            <a:r>
              <a:rPr lang="en-US" altLang="zh-TW" sz="1600" b="0" dirty="0">
                <a:solidFill>
                  <a:srgbClr val="000000"/>
                </a:solidFill>
                <a:effectLst/>
                <a:latin typeface="Courier New" panose="02070309020205020404" pitchFamily="49" charset="0"/>
              </a:rPr>
              <a:t> </a:t>
            </a:r>
            <a:r>
              <a:rPr lang="en-US" altLang="zh-TW" sz="1600" b="0" dirty="0" err="1">
                <a:solidFill>
                  <a:srgbClr val="000000"/>
                </a:solidFill>
                <a:effectLst/>
                <a:latin typeface="Courier New" panose="02070309020205020404" pitchFamily="49" charset="0"/>
              </a:rPr>
              <a:t>torchvision.models</a:t>
            </a:r>
            <a:r>
              <a:rPr lang="en-US" altLang="zh-TW" sz="1600" b="0" dirty="0">
                <a:solidFill>
                  <a:srgbClr val="000000"/>
                </a:solidFill>
                <a:effectLst/>
                <a:latin typeface="Courier New" panose="02070309020205020404" pitchFamily="49" charset="0"/>
              </a:rPr>
              <a:t> </a:t>
            </a:r>
            <a:r>
              <a:rPr lang="en-US" altLang="zh-TW" sz="1600" b="0" dirty="0">
                <a:solidFill>
                  <a:srgbClr val="AF00DB"/>
                </a:solidFill>
                <a:effectLst/>
                <a:latin typeface="Courier New" panose="02070309020205020404" pitchFamily="49" charset="0"/>
              </a:rPr>
              <a:t>import</a:t>
            </a:r>
            <a:r>
              <a:rPr lang="en-US" altLang="zh-TW" sz="1600" b="0" dirty="0">
                <a:solidFill>
                  <a:srgbClr val="000000"/>
                </a:solidFill>
                <a:effectLst/>
                <a:latin typeface="Courier New" panose="02070309020205020404" pitchFamily="49" charset="0"/>
              </a:rPr>
              <a:t> inception_v3</a:t>
            </a:r>
          </a:p>
          <a:p>
            <a:r>
              <a:rPr lang="en-US" altLang="zh-TW" sz="1600" b="0" dirty="0">
                <a:solidFill>
                  <a:srgbClr val="000000"/>
                </a:solidFill>
                <a:effectLst/>
                <a:latin typeface="Courier New" panose="02070309020205020404" pitchFamily="49" charset="0"/>
              </a:rPr>
              <a:t>inception = inception_v3(pretrained=</a:t>
            </a:r>
            <a:r>
              <a:rPr lang="en-US" altLang="zh-TW" sz="1600" b="0" dirty="0">
                <a:solidFill>
                  <a:srgbClr val="0000FF"/>
                </a:solidFill>
                <a:effectLst/>
                <a:latin typeface="Courier New" panose="02070309020205020404" pitchFamily="49" charset="0"/>
              </a:rPr>
              <a:t>True</a:t>
            </a:r>
            <a:r>
              <a:rPr lang="en-US" altLang="zh-TW" sz="1600" b="0" dirty="0">
                <a:solidFill>
                  <a:srgbClr val="000000"/>
                </a:solidFill>
                <a:effectLst/>
                <a:latin typeface="Courier New" panose="02070309020205020404" pitchFamily="49" charset="0"/>
              </a:rPr>
              <a:t>)</a:t>
            </a:r>
          </a:p>
          <a:p>
            <a:r>
              <a:rPr lang="en-US" altLang="zh-TW" sz="1600" b="0" dirty="0">
                <a:solidFill>
                  <a:srgbClr val="795E26"/>
                </a:solidFill>
                <a:effectLst/>
                <a:latin typeface="Courier New" panose="02070309020205020404" pitchFamily="49" charset="0"/>
              </a:rPr>
              <a:t>print</a:t>
            </a:r>
            <a:r>
              <a:rPr lang="en-US" altLang="zh-TW" sz="1600" b="0" dirty="0">
                <a:solidFill>
                  <a:srgbClr val="000000"/>
                </a:solidFill>
                <a:effectLst/>
                <a:latin typeface="Courier New" panose="02070309020205020404" pitchFamily="49" charset="0"/>
              </a:rPr>
              <a:t>(inception)</a:t>
            </a:r>
          </a:p>
        </p:txBody>
      </p:sp>
      <p:pic>
        <p:nvPicPr>
          <p:cNvPr id="2050" name="Picture 2">
            <a:extLst>
              <a:ext uri="{FF2B5EF4-FFF2-40B4-BE49-F238E27FC236}">
                <a16:creationId xmlns:a16="http://schemas.microsoft.com/office/drawing/2014/main" id="{1FD65A95-CA58-4550-87D3-CB2C3B8356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8475" y="3696279"/>
            <a:ext cx="3413554" cy="297431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hort history of the Inception deep learning architecture">
            <a:extLst>
              <a:ext uri="{FF2B5EF4-FFF2-40B4-BE49-F238E27FC236}">
                <a16:creationId xmlns:a16="http://schemas.microsoft.com/office/drawing/2014/main" id="{C0BF138C-E1D6-44CE-9B72-B59A156B6D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2945" y="4528457"/>
            <a:ext cx="3868987" cy="202772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圖說文字: 向下箭號 5">
            <a:extLst>
              <a:ext uri="{FF2B5EF4-FFF2-40B4-BE49-F238E27FC236}">
                <a16:creationId xmlns:a16="http://schemas.microsoft.com/office/drawing/2014/main" id="{3EB7AC3B-16BE-40A1-BEA7-91DF8734DE1D}"/>
              </a:ext>
            </a:extLst>
          </p:cNvPr>
          <p:cNvSpPr/>
          <p:nvPr/>
        </p:nvSpPr>
        <p:spPr>
          <a:xfrm>
            <a:off x="8872347" y="3960046"/>
            <a:ext cx="1291281" cy="568411"/>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Inception</a:t>
            </a:r>
            <a:endParaRPr lang="zh-TW" altLang="en-US" dirty="0"/>
          </a:p>
        </p:txBody>
      </p:sp>
    </p:spTree>
    <p:extLst>
      <p:ext uri="{BB962C8B-B14F-4D97-AF65-F5344CB8AC3E}">
        <p14:creationId xmlns:p14="http://schemas.microsoft.com/office/powerpoint/2010/main" val="22195414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002D70-97AE-483E-9AE4-94ED3645EA57}"/>
              </a:ext>
            </a:extLst>
          </p:cNvPr>
          <p:cNvSpPr>
            <a:spLocks noGrp="1"/>
          </p:cNvSpPr>
          <p:nvPr>
            <p:ph type="title"/>
          </p:nvPr>
        </p:nvSpPr>
        <p:spPr/>
        <p:txBody>
          <a:bodyPr/>
          <a:lstStyle/>
          <a:p>
            <a:r>
              <a:rPr lang="zh-TW" altLang="en-US" dirty="0"/>
              <a:t>什麼是</a:t>
            </a:r>
            <a:r>
              <a:rPr lang="en-US" altLang="zh-TW" dirty="0"/>
              <a:t>Batch Normalization</a:t>
            </a:r>
            <a:endParaRPr lang="zh-TW" altLang="en-US" dirty="0"/>
          </a:p>
        </p:txBody>
      </p:sp>
      <p:sp>
        <p:nvSpPr>
          <p:cNvPr id="3" name="內容版面配置區 2">
            <a:extLst>
              <a:ext uri="{FF2B5EF4-FFF2-40B4-BE49-F238E27FC236}">
                <a16:creationId xmlns:a16="http://schemas.microsoft.com/office/drawing/2014/main" id="{A776F47A-8C23-4211-8FDB-BCB6185FA2B2}"/>
              </a:ext>
            </a:extLst>
          </p:cNvPr>
          <p:cNvSpPr>
            <a:spLocks noGrp="1"/>
          </p:cNvSpPr>
          <p:nvPr>
            <p:ph idx="1"/>
          </p:nvPr>
        </p:nvSpPr>
        <p:spPr/>
        <p:txBody>
          <a:bodyPr/>
          <a:lstStyle/>
          <a:p>
            <a:r>
              <a:rPr lang="en-US" altLang="zh-TW" dirty="0"/>
              <a:t>BN(Batch Normalization) </a:t>
            </a:r>
            <a:r>
              <a:rPr lang="zh-TW" altLang="en-US" dirty="0"/>
              <a:t>是由 </a:t>
            </a:r>
            <a:r>
              <a:rPr lang="en-US" altLang="zh-TW" dirty="0"/>
              <a:t>Google </a:t>
            </a:r>
            <a:r>
              <a:rPr lang="zh-TW" altLang="en-US" dirty="0"/>
              <a:t>於 </a:t>
            </a:r>
            <a:r>
              <a:rPr lang="en-US" altLang="zh-TW" dirty="0"/>
              <a:t>2015 </a:t>
            </a:r>
            <a:r>
              <a:rPr lang="zh-TW" altLang="en-US" dirty="0"/>
              <a:t>年提出，是一個深度神經網路訓練的技巧，在輸入數據時，通常都會先將 </a:t>
            </a:r>
            <a:r>
              <a:rPr lang="en-US" altLang="zh-TW" dirty="0"/>
              <a:t>Feature </a:t>
            </a:r>
            <a:r>
              <a:rPr lang="zh-TW" altLang="en-US" dirty="0"/>
              <a:t>做 </a:t>
            </a:r>
            <a:r>
              <a:rPr lang="en-US" altLang="zh-TW" dirty="0"/>
              <a:t>Normalize </a:t>
            </a:r>
            <a:r>
              <a:rPr lang="zh-TW" altLang="en-US" dirty="0"/>
              <a:t>後再進行訓練，而 </a:t>
            </a:r>
            <a:r>
              <a:rPr lang="en-US" altLang="zh-TW" dirty="0"/>
              <a:t>Batch Normalization </a:t>
            </a:r>
            <a:r>
              <a:rPr lang="zh-TW" altLang="en-US" dirty="0"/>
              <a:t>就是指在每一層輸入前都做一次 </a:t>
            </a:r>
            <a:r>
              <a:rPr lang="en-US" altLang="zh-TW" dirty="0"/>
              <a:t>Feature Normalize</a:t>
            </a:r>
          </a:p>
          <a:p>
            <a:r>
              <a:rPr lang="zh-TW" altLang="en-US" dirty="0"/>
              <a:t>不但可以加快梯度下降的求解速度，而且在一定程度緩解了深層網絡中梯度消失的問題，使得訓練深層網路模型更加容易和穩定地進行梯度傳播。</a:t>
            </a:r>
            <a:endParaRPr lang="en-US" altLang="zh-TW" dirty="0"/>
          </a:p>
          <a:p>
            <a:endParaRPr lang="zh-TW" altLang="en-US" dirty="0"/>
          </a:p>
        </p:txBody>
      </p:sp>
      <p:sp>
        <p:nvSpPr>
          <p:cNvPr id="7" name="文字方塊 6">
            <a:extLst>
              <a:ext uri="{FF2B5EF4-FFF2-40B4-BE49-F238E27FC236}">
                <a16:creationId xmlns:a16="http://schemas.microsoft.com/office/drawing/2014/main" id="{19E520D2-3146-475B-B93B-EEF29E9C7B55}"/>
              </a:ext>
            </a:extLst>
          </p:cNvPr>
          <p:cNvSpPr txBox="1"/>
          <p:nvPr/>
        </p:nvSpPr>
        <p:spPr>
          <a:xfrm>
            <a:off x="5333464" y="6423545"/>
            <a:ext cx="6094926" cy="369332"/>
          </a:xfrm>
          <a:prstGeom prst="rect">
            <a:avLst/>
          </a:prstGeom>
          <a:noFill/>
        </p:spPr>
        <p:txBody>
          <a:bodyPr wrap="square">
            <a:spAutoFit/>
          </a:bodyPr>
          <a:lstStyle/>
          <a:p>
            <a:r>
              <a:rPr lang="zh-TW" altLang="en-US" dirty="0"/>
              <a:t>https://www.kaggle.com/code/minhhngchong/cat-and-dog</a:t>
            </a:r>
          </a:p>
        </p:txBody>
      </p:sp>
      <p:pic>
        <p:nvPicPr>
          <p:cNvPr id="10242" name="Picture 2">
            <a:extLst>
              <a:ext uri="{FF2B5EF4-FFF2-40B4-BE49-F238E27FC236}">
                <a16:creationId xmlns:a16="http://schemas.microsoft.com/office/drawing/2014/main" id="{DD01FD21-B289-B31F-78BC-A4B650A45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9639" y="4887843"/>
            <a:ext cx="3530600" cy="66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234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CF95D6-D8F0-8859-E85A-0C5AE0B0241F}"/>
              </a:ext>
            </a:extLst>
          </p:cNvPr>
          <p:cNvSpPr>
            <a:spLocks noGrp="1"/>
          </p:cNvSpPr>
          <p:nvPr>
            <p:ph type="title"/>
          </p:nvPr>
        </p:nvSpPr>
        <p:spPr/>
        <p:txBody>
          <a:bodyPr/>
          <a:lstStyle/>
          <a:p>
            <a:r>
              <a:rPr kumimoji="1" lang="en-US" altLang="zh-TW" sz="4400" dirty="0"/>
              <a:t>Data Augmentation (</a:t>
            </a:r>
            <a:r>
              <a:rPr kumimoji="1" lang="zh-TW" altLang="en-US" sz="4400" dirty="0"/>
              <a:t>資料擴增</a:t>
            </a:r>
            <a:r>
              <a:rPr kumimoji="1" lang="en-US" altLang="zh-TW" sz="4400" dirty="0"/>
              <a:t>)</a:t>
            </a:r>
            <a:endParaRPr kumimoji="1" lang="zh-TW" altLang="en-US" dirty="0"/>
          </a:p>
        </p:txBody>
      </p:sp>
      <p:sp>
        <p:nvSpPr>
          <p:cNvPr id="3" name="內容版面配置區 2">
            <a:extLst>
              <a:ext uri="{FF2B5EF4-FFF2-40B4-BE49-F238E27FC236}">
                <a16:creationId xmlns:a16="http://schemas.microsoft.com/office/drawing/2014/main" id="{EB51DC4E-3372-0CC4-CF25-009183DD8540}"/>
              </a:ext>
            </a:extLst>
          </p:cNvPr>
          <p:cNvSpPr>
            <a:spLocks noGrp="1"/>
          </p:cNvSpPr>
          <p:nvPr>
            <p:ph idx="1"/>
          </p:nvPr>
        </p:nvSpPr>
        <p:spPr/>
        <p:txBody>
          <a:bodyPr>
            <a:normAutofit fontScale="85000" lnSpcReduction="20000"/>
          </a:bodyPr>
          <a:lstStyle/>
          <a:p>
            <a:pPr>
              <a:lnSpc>
                <a:spcPct val="110000"/>
              </a:lnSpc>
            </a:pPr>
            <a:r>
              <a:rPr kumimoji="1" lang="zh-TW" altLang="en-US" dirty="0"/>
              <a:t>資料擴增是使用每一個訓練實例產生許多實際的變體，來人為地增加訓練組的大小。</a:t>
            </a:r>
          </a:p>
          <a:p>
            <a:pPr>
              <a:lnSpc>
                <a:spcPct val="110000"/>
              </a:lnSpc>
            </a:pPr>
            <a:r>
              <a:rPr kumimoji="1" lang="zh-TW" altLang="en-US" dirty="0"/>
              <a:t>可以有效降低過擬，所以它是一種正則化技術。</a:t>
            </a:r>
          </a:p>
          <a:p>
            <a:pPr>
              <a:lnSpc>
                <a:spcPct val="110000"/>
              </a:lnSpc>
            </a:pPr>
            <a:r>
              <a:rPr kumimoji="1" lang="zh-TW" altLang="en-US" dirty="0"/>
              <a:t>你產生的實例應該盡量真實，理想情況下，人類看到擴增過的訓練組裡面的圖像時無法分辦它是不是被擴增的。</a:t>
            </a:r>
          </a:p>
          <a:p>
            <a:pPr>
              <a:lnSpc>
                <a:spcPct val="110000"/>
              </a:lnSpc>
            </a:pPr>
            <a:r>
              <a:rPr kumimoji="1" lang="zh-TW" altLang="en-US" dirty="0"/>
              <a:t>例如，你可以對訓練組的每一張照片進行各種程度的平移、旋轉和縮放，並將產生的照片加入訓練組。</a:t>
            </a:r>
          </a:p>
          <a:p>
            <a:pPr>
              <a:lnSpc>
                <a:spcPct val="110000"/>
              </a:lnSpc>
            </a:pPr>
            <a:r>
              <a:rPr kumimoji="1" lang="zh-TW" altLang="en-US" dirty="0"/>
              <a:t>迫使模型對圖中物體的位置、方向和大小的變化更加寬容。為了讓模型更能夠容忍不同的光照條件，你也可以產生許多具有不同對比度的圖像。通常你也可以左右翻轉圖像（除了文字，以及其他不對稱的物體）。藉著結合這些轉換，你可以大幅提升訓練組的大小。</a:t>
            </a:r>
          </a:p>
        </p:txBody>
      </p:sp>
      <p:sp>
        <p:nvSpPr>
          <p:cNvPr id="5" name="文字方塊 4">
            <a:extLst>
              <a:ext uri="{FF2B5EF4-FFF2-40B4-BE49-F238E27FC236}">
                <a16:creationId xmlns:a16="http://schemas.microsoft.com/office/drawing/2014/main" id="{01C2D244-A920-2C30-348D-63E59145B5BA}"/>
              </a:ext>
            </a:extLst>
          </p:cNvPr>
          <p:cNvSpPr txBox="1"/>
          <p:nvPr/>
        </p:nvSpPr>
        <p:spPr>
          <a:xfrm>
            <a:off x="967408" y="6123543"/>
            <a:ext cx="9992139" cy="369332"/>
          </a:xfrm>
          <a:prstGeom prst="rect">
            <a:avLst/>
          </a:prstGeom>
          <a:noFill/>
        </p:spPr>
        <p:txBody>
          <a:bodyPr wrap="square">
            <a:spAutoFit/>
          </a:bodyPr>
          <a:lstStyle/>
          <a:p>
            <a:r>
              <a:rPr lang="zh-TW" altLang="en-US" dirty="0"/>
              <a:t>https://chih-sheng-huang821.medium.com/03-pytorch-dataaug-a712a7a7f55e</a:t>
            </a:r>
          </a:p>
        </p:txBody>
      </p:sp>
    </p:spTree>
    <p:extLst>
      <p:ext uri="{BB962C8B-B14F-4D97-AF65-F5344CB8AC3E}">
        <p14:creationId xmlns:p14="http://schemas.microsoft.com/office/powerpoint/2010/main" val="1459718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A3D6D2-1D19-4ACD-90C0-590C3675C176}"/>
              </a:ext>
            </a:extLst>
          </p:cNvPr>
          <p:cNvSpPr>
            <a:spLocks noGrp="1"/>
          </p:cNvSpPr>
          <p:nvPr>
            <p:ph type="title"/>
          </p:nvPr>
        </p:nvSpPr>
        <p:spPr/>
        <p:txBody>
          <a:bodyPr/>
          <a:lstStyle/>
          <a:p>
            <a:r>
              <a:rPr kumimoji="1" lang="en-US" altLang="zh-TW" sz="4400" dirty="0"/>
              <a:t>Data Augmentation (</a:t>
            </a:r>
            <a:r>
              <a:rPr kumimoji="1" lang="zh-TW" altLang="en-US" sz="4400" dirty="0"/>
              <a:t>資料擴增</a:t>
            </a:r>
            <a:r>
              <a:rPr kumimoji="1" lang="en-US" altLang="zh-TW" sz="4400" dirty="0"/>
              <a:t>)</a:t>
            </a:r>
            <a:endParaRPr lang="zh-TW" altLang="en-US" dirty="0"/>
          </a:p>
        </p:txBody>
      </p:sp>
      <p:sp>
        <p:nvSpPr>
          <p:cNvPr id="3" name="內容版面配置區 2">
            <a:extLst>
              <a:ext uri="{FF2B5EF4-FFF2-40B4-BE49-F238E27FC236}">
                <a16:creationId xmlns:a16="http://schemas.microsoft.com/office/drawing/2014/main" id="{83FD5417-C2BE-4374-A275-5E260E9A70DD}"/>
              </a:ext>
            </a:extLst>
          </p:cNvPr>
          <p:cNvSpPr>
            <a:spLocks noGrp="1"/>
          </p:cNvSpPr>
          <p:nvPr>
            <p:ph idx="1"/>
          </p:nvPr>
        </p:nvSpPr>
        <p:spPr/>
        <p:txBody>
          <a:bodyPr/>
          <a:lstStyle/>
          <a:p>
            <a:r>
              <a:rPr lang="en-US" altLang="zh-TW" dirty="0" err="1"/>
              <a:t>Pytorch</a:t>
            </a:r>
            <a:r>
              <a:rPr lang="zh-TW" altLang="en-US" dirty="0"/>
              <a:t>程式</a:t>
            </a:r>
          </a:p>
        </p:txBody>
      </p:sp>
      <p:sp>
        <p:nvSpPr>
          <p:cNvPr id="5" name="文字方塊 4">
            <a:extLst>
              <a:ext uri="{FF2B5EF4-FFF2-40B4-BE49-F238E27FC236}">
                <a16:creationId xmlns:a16="http://schemas.microsoft.com/office/drawing/2014/main" id="{180F1F37-A33C-48F3-9F28-D7BE3715199B}"/>
              </a:ext>
            </a:extLst>
          </p:cNvPr>
          <p:cNvSpPr txBox="1"/>
          <p:nvPr/>
        </p:nvSpPr>
        <p:spPr>
          <a:xfrm>
            <a:off x="2054371" y="2477589"/>
            <a:ext cx="7252189" cy="3416320"/>
          </a:xfrm>
          <a:prstGeom prst="rect">
            <a:avLst/>
          </a:prstGeom>
          <a:noFill/>
          <a:ln>
            <a:solidFill>
              <a:schemeClr val="tx1"/>
            </a:solidFill>
          </a:ln>
        </p:spPr>
        <p:txBody>
          <a:bodyPr wrap="square">
            <a:spAutoFit/>
          </a:bodyPr>
          <a:lstStyle/>
          <a:p>
            <a:r>
              <a:rPr lang="en-US" altLang="zh-TW" b="0" dirty="0">
                <a:solidFill>
                  <a:srgbClr val="000000"/>
                </a:solidFill>
                <a:effectLst/>
                <a:latin typeface="Fira Code" panose="020B0809050000020004" pitchFamily="49" charset="0"/>
              </a:rPr>
              <a:t>IMG_WIDTH = </a:t>
            </a:r>
            <a:r>
              <a:rPr lang="en-US" altLang="zh-TW" b="0" dirty="0">
                <a:solidFill>
                  <a:srgbClr val="098658"/>
                </a:solidFill>
                <a:effectLst/>
                <a:latin typeface="Fira Code" panose="020B0809050000020004" pitchFamily="49" charset="0"/>
              </a:rPr>
              <a:t>224</a:t>
            </a:r>
            <a:r>
              <a:rPr lang="en-US" altLang="zh-TW" b="0" dirty="0">
                <a:solidFill>
                  <a:srgbClr val="000000"/>
                </a:solidFill>
                <a:effectLst/>
                <a:latin typeface="Fira Code" panose="020B0809050000020004" pitchFamily="49" charset="0"/>
              </a:rPr>
              <a:t> </a:t>
            </a:r>
          </a:p>
          <a:p>
            <a:r>
              <a:rPr lang="en-US" altLang="zh-TW" b="0" dirty="0">
                <a:solidFill>
                  <a:srgbClr val="000000"/>
                </a:solidFill>
                <a:effectLst/>
                <a:latin typeface="Fira Code" panose="020B0809050000020004" pitchFamily="49" charset="0"/>
              </a:rPr>
              <a:t>IMG_HEIGHT = </a:t>
            </a:r>
            <a:r>
              <a:rPr lang="en-US" altLang="zh-TW" b="0" dirty="0">
                <a:solidFill>
                  <a:srgbClr val="098658"/>
                </a:solidFill>
                <a:effectLst/>
                <a:latin typeface="Fira Code" panose="020B0809050000020004" pitchFamily="49" charset="0"/>
              </a:rPr>
              <a:t>224</a:t>
            </a:r>
            <a:r>
              <a:rPr lang="en-US" altLang="zh-TW" b="0" dirty="0">
                <a:solidFill>
                  <a:srgbClr val="000000"/>
                </a:solidFill>
                <a:effectLst/>
                <a:latin typeface="Fira Code" panose="020B0809050000020004" pitchFamily="49" charset="0"/>
              </a:rPr>
              <a:t> </a:t>
            </a:r>
          </a:p>
          <a:p>
            <a:r>
              <a:rPr lang="en-US" altLang="zh-TW" b="0" dirty="0">
                <a:solidFill>
                  <a:srgbClr val="000000"/>
                </a:solidFill>
                <a:effectLst/>
                <a:latin typeface="Fira Code" panose="020B0809050000020004" pitchFamily="49" charset="0"/>
              </a:rPr>
              <a:t>mean = [</a:t>
            </a:r>
            <a:r>
              <a:rPr lang="en-US" altLang="zh-TW" b="0" dirty="0">
                <a:solidFill>
                  <a:srgbClr val="098658"/>
                </a:solidFill>
                <a:effectLst/>
                <a:latin typeface="Fira Code" panose="020B0809050000020004" pitchFamily="49" charset="0"/>
              </a:rPr>
              <a:t>0.485</a:t>
            </a:r>
            <a:r>
              <a:rPr lang="en-US" altLang="zh-TW" b="0" dirty="0">
                <a:solidFill>
                  <a:srgbClr val="000000"/>
                </a:solidFill>
                <a:effectLst/>
                <a:latin typeface="Fira Code" panose="020B0809050000020004" pitchFamily="49" charset="0"/>
              </a:rPr>
              <a:t>, </a:t>
            </a:r>
            <a:r>
              <a:rPr lang="en-US" altLang="zh-TW" b="0" dirty="0">
                <a:solidFill>
                  <a:srgbClr val="098658"/>
                </a:solidFill>
                <a:effectLst/>
                <a:latin typeface="Fira Code" panose="020B0809050000020004" pitchFamily="49" charset="0"/>
              </a:rPr>
              <a:t>0.456</a:t>
            </a:r>
            <a:r>
              <a:rPr lang="en-US" altLang="zh-TW" b="0" dirty="0">
                <a:solidFill>
                  <a:srgbClr val="000000"/>
                </a:solidFill>
                <a:effectLst/>
                <a:latin typeface="Fira Code" panose="020B0809050000020004" pitchFamily="49" charset="0"/>
              </a:rPr>
              <a:t>, </a:t>
            </a:r>
            <a:r>
              <a:rPr lang="en-US" altLang="zh-TW" b="0" dirty="0">
                <a:solidFill>
                  <a:srgbClr val="098658"/>
                </a:solidFill>
                <a:effectLst/>
                <a:latin typeface="Fira Code" panose="020B0809050000020004" pitchFamily="49" charset="0"/>
              </a:rPr>
              <a:t>0.406</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std  = [</a:t>
            </a:r>
            <a:r>
              <a:rPr lang="en-US" altLang="zh-TW" b="0" dirty="0">
                <a:solidFill>
                  <a:srgbClr val="098658"/>
                </a:solidFill>
                <a:effectLst/>
                <a:latin typeface="Fira Code" panose="020B0809050000020004" pitchFamily="49" charset="0"/>
              </a:rPr>
              <a:t>0.229</a:t>
            </a:r>
            <a:r>
              <a:rPr lang="en-US" altLang="zh-TW" b="0" dirty="0">
                <a:solidFill>
                  <a:srgbClr val="000000"/>
                </a:solidFill>
                <a:effectLst/>
                <a:latin typeface="Fira Code" panose="020B0809050000020004" pitchFamily="49" charset="0"/>
              </a:rPr>
              <a:t>, </a:t>
            </a:r>
            <a:r>
              <a:rPr lang="en-US" altLang="zh-TW" b="0" dirty="0">
                <a:solidFill>
                  <a:srgbClr val="098658"/>
                </a:solidFill>
                <a:effectLst/>
                <a:latin typeface="Fira Code" panose="020B0809050000020004" pitchFamily="49" charset="0"/>
              </a:rPr>
              <a:t>0.224</a:t>
            </a:r>
            <a:r>
              <a:rPr lang="en-US" altLang="zh-TW" b="0" dirty="0">
                <a:solidFill>
                  <a:srgbClr val="000000"/>
                </a:solidFill>
                <a:effectLst/>
                <a:latin typeface="Fira Code" panose="020B0809050000020004" pitchFamily="49" charset="0"/>
              </a:rPr>
              <a:t>, </a:t>
            </a:r>
            <a:r>
              <a:rPr lang="en-US" altLang="zh-TW" b="0" dirty="0">
                <a:solidFill>
                  <a:srgbClr val="098658"/>
                </a:solidFill>
                <a:effectLst/>
                <a:latin typeface="Fira Code" panose="020B0809050000020004" pitchFamily="49" charset="0"/>
              </a:rPr>
              <a:t>0.225</a:t>
            </a:r>
            <a:r>
              <a:rPr lang="en-US" altLang="zh-TW" b="0" dirty="0">
                <a:solidFill>
                  <a:srgbClr val="000000"/>
                </a:solidFill>
                <a:effectLst/>
                <a:latin typeface="Fira Code" panose="020B0809050000020004" pitchFamily="49" charset="0"/>
              </a:rPr>
              <a:t>]</a:t>
            </a:r>
          </a:p>
          <a:p>
            <a:r>
              <a:rPr lang="en-US" altLang="zh-TW" b="0" dirty="0">
                <a:solidFill>
                  <a:srgbClr val="0000FF"/>
                </a:solidFill>
                <a:effectLst/>
                <a:latin typeface="Fira Code" panose="020B0809050000020004" pitchFamily="49" charset="0"/>
              </a:rPr>
              <a:t>from</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torchvision</a:t>
            </a:r>
            <a:r>
              <a:rPr lang="en-US" altLang="zh-TW" b="0" dirty="0">
                <a:solidFill>
                  <a:srgbClr val="000000"/>
                </a:solidFill>
                <a:effectLst/>
                <a:latin typeface="Fira Code" panose="020B0809050000020004" pitchFamily="49" charset="0"/>
              </a:rPr>
              <a:t> </a:t>
            </a:r>
            <a:r>
              <a:rPr lang="en-US" altLang="zh-TW" b="0" dirty="0">
                <a:solidFill>
                  <a:srgbClr val="0000FF"/>
                </a:solidFill>
                <a:effectLst/>
                <a:latin typeface="Fira Code" panose="020B0809050000020004" pitchFamily="49" charset="0"/>
              </a:rPr>
              <a:t>import</a:t>
            </a:r>
            <a:r>
              <a:rPr lang="en-US" altLang="zh-TW" b="0" dirty="0">
                <a:solidFill>
                  <a:srgbClr val="000000"/>
                </a:solidFill>
                <a:effectLst/>
                <a:latin typeface="Fira Code" panose="020B0809050000020004" pitchFamily="49" charset="0"/>
              </a:rPr>
              <a:t> transforms</a:t>
            </a:r>
          </a:p>
          <a:p>
            <a:r>
              <a:rPr lang="en-US" altLang="zh-TW" b="0" dirty="0">
                <a:solidFill>
                  <a:srgbClr val="000000"/>
                </a:solidFill>
                <a:effectLst/>
                <a:latin typeface="Fira Code" panose="020B0809050000020004" pitchFamily="49" charset="0"/>
              </a:rPr>
              <a:t>transform =  </a:t>
            </a:r>
            <a:r>
              <a:rPr lang="en-US" altLang="zh-TW" b="0" dirty="0" err="1">
                <a:solidFill>
                  <a:srgbClr val="000000"/>
                </a:solidFill>
                <a:effectLst/>
                <a:latin typeface="Fira Code" panose="020B0809050000020004" pitchFamily="49" charset="0"/>
              </a:rPr>
              <a:t>transforms.Compose</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transforms.Resize</a:t>
            </a:r>
            <a:r>
              <a:rPr lang="en-US" altLang="zh-TW" b="0" dirty="0">
                <a:solidFill>
                  <a:srgbClr val="000000"/>
                </a:solidFill>
                <a:effectLst/>
                <a:latin typeface="Fira Code" panose="020B0809050000020004" pitchFamily="49" charset="0"/>
              </a:rPr>
              <a:t>((IMG_HEIGHT, IMG_WIDTH)), </a:t>
            </a:r>
            <a:endParaRPr lang="zh-TW" altLang="en-US" b="0" dirty="0">
              <a:solidFill>
                <a:srgbClr val="000000"/>
              </a:solidFill>
              <a:effectLst/>
              <a:latin typeface="Fira Code" panose="020B0809050000020004" pitchFamily="49" charset="0"/>
            </a:endParaRPr>
          </a:p>
          <a:p>
            <a:r>
              <a:rPr lang="zh-TW" altLang="en-US"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transforms.RandomResizedCrop</a:t>
            </a:r>
            <a:r>
              <a:rPr lang="en-US" altLang="zh-TW" b="0" dirty="0">
                <a:solidFill>
                  <a:srgbClr val="000000"/>
                </a:solidFill>
                <a:effectLst/>
                <a:latin typeface="Fira Code" panose="020B0809050000020004" pitchFamily="49" charset="0"/>
              </a:rPr>
              <a:t>(IMG_WIDTH),</a:t>
            </a:r>
          </a:p>
          <a:p>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transforms.RandomHorizontalFlip</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transforms.ToTensor</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transforms.Normalize</a:t>
            </a:r>
            <a:r>
              <a:rPr lang="en-US" altLang="zh-TW" b="0" dirty="0">
                <a:solidFill>
                  <a:srgbClr val="000000"/>
                </a:solidFill>
                <a:effectLst/>
                <a:latin typeface="Fira Code" panose="020B0809050000020004" pitchFamily="49" charset="0"/>
              </a:rPr>
              <a:t>(mean, std)</a:t>
            </a:r>
          </a:p>
          <a:p>
            <a:r>
              <a:rPr lang="en-US" altLang="zh-TW" b="0" dirty="0">
                <a:solidFill>
                  <a:srgbClr val="000000"/>
                </a:solidFill>
                <a:effectLst/>
                <a:latin typeface="Fira Code" panose="020B0809050000020004" pitchFamily="49" charset="0"/>
              </a:rPr>
              <a:t>])</a:t>
            </a:r>
          </a:p>
        </p:txBody>
      </p:sp>
    </p:spTree>
    <p:extLst>
      <p:ext uri="{BB962C8B-B14F-4D97-AF65-F5344CB8AC3E}">
        <p14:creationId xmlns:p14="http://schemas.microsoft.com/office/powerpoint/2010/main" val="830955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44FF43-5DAB-76A3-1C45-093EBA06F771}"/>
              </a:ext>
            </a:extLst>
          </p:cNvPr>
          <p:cNvSpPr>
            <a:spLocks noGrp="1"/>
          </p:cNvSpPr>
          <p:nvPr>
            <p:ph type="title"/>
          </p:nvPr>
        </p:nvSpPr>
        <p:spPr/>
        <p:txBody>
          <a:bodyPr/>
          <a:lstStyle/>
          <a:p>
            <a:r>
              <a:rPr kumimoji="1" lang="en" altLang="zh-TW" dirty="0"/>
              <a:t>Visualizing Feature Maps using </a:t>
            </a:r>
            <a:r>
              <a:rPr kumimoji="1" lang="en" altLang="zh-TW" dirty="0" err="1"/>
              <a:t>PyTorch</a:t>
            </a:r>
            <a:endParaRPr kumimoji="1" lang="zh-TW" altLang="en-US" dirty="0"/>
          </a:p>
        </p:txBody>
      </p:sp>
      <p:sp>
        <p:nvSpPr>
          <p:cNvPr id="3" name="內容版面配置區 2">
            <a:extLst>
              <a:ext uri="{FF2B5EF4-FFF2-40B4-BE49-F238E27FC236}">
                <a16:creationId xmlns:a16="http://schemas.microsoft.com/office/drawing/2014/main" id="{229D71C1-A24F-7FBA-36DA-959E62C2F2AB}"/>
              </a:ext>
            </a:extLst>
          </p:cNvPr>
          <p:cNvSpPr>
            <a:spLocks noGrp="1"/>
          </p:cNvSpPr>
          <p:nvPr>
            <p:ph idx="1"/>
          </p:nvPr>
        </p:nvSpPr>
        <p:spPr>
          <a:xfrm>
            <a:off x="838200" y="1825625"/>
            <a:ext cx="10515600" cy="3854967"/>
          </a:xfrm>
        </p:spPr>
        <p:txBody>
          <a:bodyPr>
            <a:normAutofit fontScale="92500" lnSpcReduction="10000"/>
          </a:bodyPr>
          <a:lstStyle/>
          <a:p>
            <a:pPr>
              <a:lnSpc>
                <a:spcPct val="110000"/>
              </a:lnSpc>
              <a:spcBef>
                <a:spcPts val="0"/>
              </a:spcBef>
            </a:pPr>
            <a:r>
              <a:rPr kumimoji="1" lang="en-US" altLang="zh-TW" dirty="0"/>
              <a:t>Feature maps are output: after applying a group of filters to the previous layer and we pass these feature maps to the next layer. </a:t>
            </a:r>
          </a:p>
          <a:p>
            <a:pPr>
              <a:lnSpc>
                <a:spcPct val="110000"/>
              </a:lnSpc>
              <a:spcBef>
                <a:spcPts val="0"/>
              </a:spcBef>
            </a:pPr>
            <a:r>
              <a:rPr kumimoji="1" lang="en-US" altLang="zh-TW" dirty="0"/>
              <a:t>Each layer applies some filters and </a:t>
            </a:r>
            <a:r>
              <a:rPr kumimoji="1" lang="en-US" altLang="zh-TW" u="sng" dirty="0"/>
              <a:t>generates feature maps</a:t>
            </a:r>
            <a:r>
              <a:rPr kumimoji="1" lang="en-US" altLang="zh-TW" dirty="0"/>
              <a:t>. </a:t>
            </a:r>
          </a:p>
          <a:p>
            <a:pPr>
              <a:lnSpc>
                <a:spcPct val="110000"/>
              </a:lnSpc>
              <a:spcBef>
                <a:spcPts val="0"/>
              </a:spcBef>
            </a:pPr>
            <a:r>
              <a:rPr kumimoji="1" lang="en-US" altLang="zh-TW" dirty="0"/>
              <a:t>Filters are able to extract information like </a:t>
            </a:r>
            <a:r>
              <a:rPr kumimoji="1" lang="en-US" altLang="zh-TW" b="1" u="sng" dirty="0"/>
              <a:t>Edges, Texture, Patterns, Parts of Objects</a:t>
            </a:r>
            <a:r>
              <a:rPr kumimoji="1" lang="en-US" altLang="zh-TW" dirty="0"/>
              <a:t>, and many more.</a:t>
            </a:r>
          </a:p>
          <a:p>
            <a:pPr>
              <a:lnSpc>
                <a:spcPct val="110000"/>
              </a:lnSpc>
              <a:spcBef>
                <a:spcPts val="0"/>
              </a:spcBef>
            </a:pPr>
            <a:r>
              <a:rPr kumimoji="1" lang="zh-TW" altLang="en-US" dirty="0"/>
              <a:t>我們透過將</a:t>
            </a:r>
            <a:r>
              <a:rPr kumimoji="1" lang="en-US" altLang="zh-TW" dirty="0"/>
              <a:t>feature maps</a:t>
            </a:r>
            <a:r>
              <a:rPr kumimoji="1" lang="zh-TW" altLang="en-US" dirty="0"/>
              <a:t>的結果視覺化，來瞭解深度學習</a:t>
            </a:r>
            <a:r>
              <a:rPr kumimoji="1" lang="en-US" altLang="zh-TW" dirty="0"/>
              <a:t>(</a:t>
            </a:r>
            <a:r>
              <a:rPr kumimoji="1" lang="zh-TW" altLang="en-US" dirty="0"/>
              <a:t>這邊指的是</a:t>
            </a:r>
            <a:r>
              <a:rPr kumimoji="1" lang="en-US" altLang="zh-TW" dirty="0"/>
              <a:t>CNN)</a:t>
            </a:r>
            <a:r>
              <a:rPr kumimoji="1" lang="zh-TW" altLang="en-US" dirty="0"/>
              <a:t>學到那些</a:t>
            </a:r>
            <a:r>
              <a:rPr kumimoji="1" lang="en-US" altLang="zh-TW" dirty="0"/>
              <a:t>filter</a:t>
            </a:r>
            <a:r>
              <a:rPr kumimoji="1" lang="zh-TW" altLang="en-US" dirty="0"/>
              <a:t>，強化的特徵</a:t>
            </a:r>
            <a:r>
              <a:rPr kumimoji="1" lang="en-US" altLang="zh-TW" dirty="0"/>
              <a:t>(</a:t>
            </a:r>
            <a:r>
              <a:rPr kumimoji="1" lang="zh-TW" altLang="en-US" dirty="0"/>
              <a:t>或是模式，</a:t>
            </a:r>
            <a:r>
              <a:rPr kumimoji="1" lang="en-US" altLang="zh-TW" dirty="0"/>
              <a:t>pattern)</a:t>
            </a:r>
            <a:r>
              <a:rPr kumimoji="1" lang="zh-TW" altLang="en-US" dirty="0"/>
              <a:t>是什麼</a:t>
            </a:r>
            <a:endParaRPr kumimoji="1" lang="en-US" altLang="zh-TW" dirty="0"/>
          </a:p>
          <a:p>
            <a:pPr>
              <a:lnSpc>
                <a:spcPct val="110000"/>
              </a:lnSpc>
              <a:spcBef>
                <a:spcPts val="0"/>
              </a:spcBef>
            </a:pPr>
            <a:r>
              <a:rPr kumimoji="1" lang="en-US" altLang="zh-TW" dirty="0">
                <a:hlinkClick r:id="rId2"/>
              </a:rPr>
              <a:t>https://colab.research.google.com/drive/1kyrRh3_wJnNoINdDDsJBuxDDOsTW-i_V?usp=sharing</a:t>
            </a:r>
            <a:r>
              <a:rPr kumimoji="1" lang="en-US" altLang="zh-TW" dirty="0"/>
              <a:t> </a:t>
            </a:r>
            <a:endParaRPr kumimoji="1" lang="zh-TW" altLang="en-US" dirty="0"/>
          </a:p>
        </p:txBody>
      </p:sp>
      <p:sp>
        <p:nvSpPr>
          <p:cNvPr id="5" name="文字方塊 4">
            <a:extLst>
              <a:ext uri="{FF2B5EF4-FFF2-40B4-BE49-F238E27FC236}">
                <a16:creationId xmlns:a16="http://schemas.microsoft.com/office/drawing/2014/main" id="{8A72B93A-D3AC-4CD2-B113-98E4C5E99500}"/>
              </a:ext>
            </a:extLst>
          </p:cNvPr>
          <p:cNvSpPr txBox="1"/>
          <p:nvPr/>
        </p:nvSpPr>
        <p:spPr>
          <a:xfrm>
            <a:off x="838200" y="5532068"/>
            <a:ext cx="8856862" cy="369332"/>
          </a:xfrm>
          <a:prstGeom prst="rect">
            <a:avLst/>
          </a:prstGeom>
          <a:noFill/>
        </p:spPr>
        <p:txBody>
          <a:bodyPr wrap="square">
            <a:spAutoFit/>
          </a:bodyPr>
          <a:lstStyle/>
          <a:p>
            <a:r>
              <a:rPr lang="zh-TW" altLang="en-US" dirty="0">
                <a:hlinkClick r:id="rId3"/>
              </a:rPr>
              <a:t>https://ravivaishnav20.medium.com/visualizing-feature-maps-using-pytorch-12a48cd1e573</a:t>
            </a:r>
            <a:r>
              <a:rPr lang="zh-TW" altLang="en-US" dirty="0"/>
              <a:t> </a:t>
            </a:r>
          </a:p>
        </p:txBody>
      </p:sp>
      <p:sp>
        <p:nvSpPr>
          <p:cNvPr id="7" name="文字方塊 6">
            <a:extLst>
              <a:ext uri="{FF2B5EF4-FFF2-40B4-BE49-F238E27FC236}">
                <a16:creationId xmlns:a16="http://schemas.microsoft.com/office/drawing/2014/main" id="{0B80424A-A1ED-4A74-B7A7-8FAB4EA70184}"/>
              </a:ext>
            </a:extLst>
          </p:cNvPr>
          <p:cNvSpPr txBox="1"/>
          <p:nvPr/>
        </p:nvSpPr>
        <p:spPr>
          <a:xfrm>
            <a:off x="838200" y="5901400"/>
            <a:ext cx="6096000" cy="369332"/>
          </a:xfrm>
          <a:prstGeom prst="rect">
            <a:avLst/>
          </a:prstGeom>
          <a:noFill/>
        </p:spPr>
        <p:txBody>
          <a:bodyPr wrap="square">
            <a:spAutoFit/>
          </a:bodyPr>
          <a:lstStyle/>
          <a:p>
            <a:r>
              <a:rPr lang="zh-TW" altLang="en-US" dirty="0">
                <a:hlinkClick r:id="rId4"/>
              </a:rPr>
              <a:t>https://cs.nyu.edu/~fergus/papers/zeilerECCV2014.pdf</a:t>
            </a:r>
            <a:r>
              <a:rPr lang="zh-TW" altLang="en-US" dirty="0"/>
              <a:t> </a:t>
            </a:r>
          </a:p>
        </p:txBody>
      </p:sp>
      <p:sp>
        <p:nvSpPr>
          <p:cNvPr id="9" name="文字方塊 8">
            <a:extLst>
              <a:ext uri="{FF2B5EF4-FFF2-40B4-BE49-F238E27FC236}">
                <a16:creationId xmlns:a16="http://schemas.microsoft.com/office/drawing/2014/main" id="{DD4556FD-CBD9-4D80-AEE3-646A9F32ECF4}"/>
              </a:ext>
            </a:extLst>
          </p:cNvPr>
          <p:cNvSpPr txBox="1"/>
          <p:nvPr/>
        </p:nvSpPr>
        <p:spPr>
          <a:xfrm>
            <a:off x="838200" y="6270732"/>
            <a:ext cx="6096000" cy="369332"/>
          </a:xfrm>
          <a:prstGeom prst="rect">
            <a:avLst/>
          </a:prstGeom>
          <a:noFill/>
        </p:spPr>
        <p:txBody>
          <a:bodyPr wrap="square">
            <a:spAutoFit/>
          </a:bodyPr>
          <a:lstStyle/>
          <a:p>
            <a:r>
              <a:rPr lang="zh-TW" altLang="en-US" dirty="0">
                <a:hlinkClick r:id="rId5"/>
              </a:rPr>
              <a:t>https://distill.pub/2017/feature-visualization/</a:t>
            </a:r>
            <a:r>
              <a:rPr lang="zh-TW" altLang="en-US" dirty="0"/>
              <a:t> </a:t>
            </a:r>
          </a:p>
        </p:txBody>
      </p:sp>
    </p:spTree>
    <p:extLst>
      <p:ext uri="{BB962C8B-B14F-4D97-AF65-F5344CB8AC3E}">
        <p14:creationId xmlns:p14="http://schemas.microsoft.com/office/powerpoint/2010/main" val="2717436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8FE984-E755-4F52-A941-D0C503DAE216}"/>
              </a:ext>
            </a:extLst>
          </p:cNvPr>
          <p:cNvSpPr>
            <a:spLocks noGrp="1"/>
          </p:cNvSpPr>
          <p:nvPr>
            <p:ph type="title"/>
          </p:nvPr>
        </p:nvSpPr>
        <p:spPr>
          <a:xfrm>
            <a:off x="838200" y="365125"/>
            <a:ext cx="6074229" cy="1325563"/>
          </a:xfrm>
        </p:spPr>
        <p:txBody>
          <a:bodyPr/>
          <a:lstStyle/>
          <a:p>
            <a:r>
              <a:rPr kumimoji="1" lang="en" altLang="zh-TW" dirty="0"/>
              <a:t>Visualizing Feature Maps using PyTorch</a:t>
            </a:r>
            <a:endParaRPr lang="zh-TW" altLang="en-US" dirty="0"/>
          </a:p>
        </p:txBody>
      </p:sp>
      <p:pic>
        <p:nvPicPr>
          <p:cNvPr id="8" name="內容版面配置區 7">
            <a:extLst>
              <a:ext uri="{FF2B5EF4-FFF2-40B4-BE49-F238E27FC236}">
                <a16:creationId xmlns:a16="http://schemas.microsoft.com/office/drawing/2014/main" id="{5BBDAEED-3EFC-48FA-8F64-8112650F1A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3996" y="1690688"/>
            <a:ext cx="4342635" cy="4351338"/>
          </a:xfrm>
        </p:spPr>
      </p:pic>
      <p:pic>
        <p:nvPicPr>
          <p:cNvPr id="10" name="圖片 9">
            <a:extLst>
              <a:ext uri="{FF2B5EF4-FFF2-40B4-BE49-F238E27FC236}">
                <a16:creationId xmlns:a16="http://schemas.microsoft.com/office/drawing/2014/main" id="{BE757A75-4CBD-4BC8-A899-03A27CBE8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3588" y="0"/>
            <a:ext cx="4285108" cy="6858000"/>
          </a:xfrm>
          <a:prstGeom prst="rect">
            <a:avLst/>
          </a:prstGeom>
        </p:spPr>
      </p:pic>
    </p:spTree>
    <p:extLst>
      <p:ext uri="{BB962C8B-B14F-4D97-AF65-F5344CB8AC3E}">
        <p14:creationId xmlns:p14="http://schemas.microsoft.com/office/powerpoint/2010/main" val="1164374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8FE984-E755-4F52-A941-D0C503DAE216}"/>
              </a:ext>
            </a:extLst>
          </p:cNvPr>
          <p:cNvSpPr>
            <a:spLocks noGrp="1"/>
          </p:cNvSpPr>
          <p:nvPr>
            <p:ph type="title"/>
          </p:nvPr>
        </p:nvSpPr>
        <p:spPr>
          <a:xfrm>
            <a:off x="838200" y="365125"/>
            <a:ext cx="6074229" cy="1325563"/>
          </a:xfrm>
        </p:spPr>
        <p:txBody>
          <a:bodyPr/>
          <a:lstStyle/>
          <a:p>
            <a:r>
              <a:rPr kumimoji="1" lang="en" altLang="zh-TW" dirty="0"/>
              <a:t>Visualizing Feature Maps using PyTorch</a:t>
            </a:r>
            <a:endParaRPr lang="zh-TW" altLang="en-US" dirty="0"/>
          </a:p>
        </p:txBody>
      </p:sp>
      <p:pic>
        <p:nvPicPr>
          <p:cNvPr id="5" name="內容版面配置區 4">
            <a:extLst>
              <a:ext uri="{FF2B5EF4-FFF2-40B4-BE49-F238E27FC236}">
                <a16:creationId xmlns:a16="http://schemas.microsoft.com/office/drawing/2014/main" id="{30F44183-5727-4EF1-838B-E3CF7D39EC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3978" y="1690688"/>
            <a:ext cx="4168215" cy="4351338"/>
          </a:xfrm>
        </p:spPr>
      </p:pic>
      <p:pic>
        <p:nvPicPr>
          <p:cNvPr id="7" name="圖片 6">
            <a:extLst>
              <a:ext uri="{FF2B5EF4-FFF2-40B4-BE49-F238E27FC236}">
                <a16:creationId xmlns:a16="http://schemas.microsoft.com/office/drawing/2014/main" id="{0AC1822F-EA9C-444A-A158-FC163A2F67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4846" y="60665"/>
            <a:ext cx="4285108" cy="6858000"/>
          </a:xfrm>
          <a:prstGeom prst="rect">
            <a:avLst/>
          </a:prstGeom>
        </p:spPr>
      </p:pic>
    </p:spTree>
    <p:extLst>
      <p:ext uri="{BB962C8B-B14F-4D97-AF65-F5344CB8AC3E}">
        <p14:creationId xmlns:p14="http://schemas.microsoft.com/office/powerpoint/2010/main" val="34840879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80862C-BDD3-2294-7FB6-C1697406D9C4}"/>
              </a:ext>
            </a:extLst>
          </p:cNvPr>
          <p:cNvSpPr>
            <a:spLocks noGrp="1"/>
          </p:cNvSpPr>
          <p:nvPr>
            <p:ph type="title"/>
          </p:nvPr>
        </p:nvSpPr>
        <p:spPr/>
        <p:txBody>
          <a:bodyPr/>
          <a:lstStyle/>
          <a:p>
            <a:r>
              <a:rPr kumimoji="1" lang="en" altLang="zh-TW" dirty="0"/>
              <a:t>Implementation of Class Activation Map (CAM) with </a:t>
            </a:r>
            <a:r>
              <a:rPr kumimoji="1" lang="en" altLang="zh-TW" dirty="0" err="1"/>
              <a:t>PyTorch</a:t>
            </a:r>
            <a:endParaRPr kumimoji="1" lang="zh-TW" altLang="en-US" dirty="0"/>
          </a:p>
        </p:txBody>
      </p:sp>
      <p:sp>
        <p:nvSpPr>
          <p:cNvPr id="4" name="內容版面配置區 3">
            <a:extLst>
              <a:ext uri="{FF2B5EF4-FFF2-40B4-BE49-F238E27FC236}">
                <a16:creationId xmlns:a16="http://schemas.microsoft.com/office/drawing/2014/main" id="{A1984F0F-145F-48B7-AA90-E476189E3726}"/>
              </a:ext>
            </a:extLst>
          </p:cNvPr>
          <p:cNvSpPr>
            <a:spLocks noGrp="1"/>
          </p:cNvSpPr>
          <p:nvPr>
            <p:ph idx="1"/>
          </p:nvPr>
        </p:nvSpPr>
        <p:spPr>
          <a:xfrm>
            <a:off x="838200" y="1825624"/>
            <a:ext cx="10515600" cy="4486275"/>
          </a:xfrm>
        </p:spPr>
        <p:txBody>
          <a:bodyPr>
            <a:normAutofit lnSpcReduction="10000"/>
          </a:bodyPr>
          <a:lstStyle/>
          <a:p>
            <a:r>
              <a:rPr lang="en-US" altLang="zh-TW" dirty="0"/>
              <a:t>What is Class Activation Map (CAM) ?</a:t>
            </a:r>
          </a:p>
          <a:p>
            <a:pPr lvl="1"/>
            <a:r>
              <a:rPr lang="en-US" altLang="zh-TW" dirty="0"/>
              <a:t>The paper Learning Deep Features for Discriminative Localization (</a:t>
            </a:r>
            <a:r>
              <a:rPr lang="en-US" altLang="zh-TW" dirty="0">
                <a:hlinkClick r:id="rId2"/>
              </a:rPr>
              <a:t>https://arxiv.org/abs/1512.04150</a:t>
            </a:r>
            <a:r>
              <a:rPr lang="en-US" altLang="zh-TW" dirty="0"/>
              <a:t>) introduce the concept Class Activation Map. </a:t>
            </a:r>
          </a:p>
          <a:p>
            <a:pPr lvl="1"/>
            <a:r>
              <a:rPr lang="en-US" altLang="zh-TW" dirty="0"/>
              <a:t>A Class Activation map for a particular category indicates the </a:t>
            </a:r>
            <a:r>
              <a:rPr lang="en-US" altLang="zh-TW" u="sng" dirty="0"/>
              <a:t>particular region</a:t>
            </a:r>
            <a:r>
              <a:rPr lang="en-US" altLang="zh-TW" dirty="0"/>
              <a:t> used by CNN to identify the output class.</a:t>
            </a:r>
          </a:p>
          <a:p>
            <a:r>
              <a:rPr lang="en-US" altLang="zh-TW" dirty="0"/>
              <a:t>The CNN model is composed of numerous </a:t>
            </a:r>
            <a:r>
              <a:rPr lang="en-US" altLang="zh-TW" dirty="0" err="1"/>
              <a:t>convolutionary</a:t>
            </a:r>
            <a:r>
              <a:rPr lang="en-US" altLang="zh-TW" dirty="0"/>
              <a:t> layers and we perform </a:t>
            </a:r>
            <a:r>
              <a:rPr lang="en-US" altLang="zh-TW" u="sng" dirty="0"/>
              <a:t>global average pooling just before the final output layer</a:t>
            </a:r>
            <a:r>
              <a:rPr lang="en-US" altLang="zh-TW" dirty="0"/>
              <a:t>. </a:t>
            </a:r>
          </a:p>
          <a:p>
            <a:pPr lvl="1"/>
            <a:r>
              <a:rPr lang="en-US" altLang="zh-TW" dirty="0"/>
              <a:t>To get the desired output, the resulting features are fed to a fully connected layer with </a:t>
            </a:r>
            <a:r>
              <a:rPr lang="en-US" altLang="zh-TW" dirty="0" err="1"/>
              <a:t>softmax</a:t>
            </a:r>
            <a:r>
              <a:rPr lang="en-US" altLang="zh-TW" dirty="0"/>
              <a:t> activation. </a:t>
            </a:r>
          </a:p>
          <a:p>
            <a:pPr lvl="1"/>
            <a:r>
              <a:rPr lang="en-US" altLang="zh-TW" dirty="0"/>
              <a:t>By projecting the output layer weights back into the </a:t>
            </a:r>
            <a:r>
              <a:rPr lang="en-US" altLang="zh-TW" dirty="0" err="1"/>
              <a:t>convolutionary</a:t>
            </a:r>
            <a:r>
              <a:rPr lang="en-US" altLang="zh-TW" dirty="0"/>
              <a:t> maps derived from </a:t>
            </a:r>
            <a:r>
              <a:rPr lang="en-US" altLang="zh-TW" u="sng" dirty="0"/>
              <a:t>the last Convolution Layer </a:t>
            </a:r>
            <a:r>
              <a:rPr lang="en-US" altLang="zh-TW" dirty="0"/>
              <a:t>the importance of the image regions is identifiable. </a:t>
            </a:r>
            <a:endParaRPr lang="zh-TW" altLang="en-US" dirty="0"/>
          </a:p>
        </p:txBody>
      </p:sp>
      <p:sp>
        <p:nvSpPr>
          <p:cNvPr id="5" name="文字方塊 4">
            <a:extLst>
              <a:ext uri="{FF2B5EF4-FFF2-40B4-BE49-F238E27FC236}">
                <a16:creationId xmlns:a16="http://schemas.microsoft.com/office/drawing/2014/main" id="{6D0AAF8F-259D-4A13-8847-C32CBFC9D3D1}"/>
              </a:ext>
            </a:extLst>
          </p:cNvPr>
          <p:cNvSpPr txBox="1"/>
          <p:nvPr/>
        </p:nvSpPr>
        <p:spPr>
          <a:xfrm>
            <a:off x="838200" y="6311900"/>
            <a:ext cx="10983687" cy="369332"/>
          </a:xfrm>
          <a:prstGeom prst="rect">
            <a:avLst/>
          </a:prstGeom>
          <a:noFill/>
        </p:spPr>
        <p:txBody>
          <a:bodyPr wrap="square">
            <a:spAutoFit/>
          </a:bodyPr>
          <a:lstStyle/>
          <a:p>
            <a:r>
              <a:rPr lang="zh-TW" altLang="en-US" dirty="0"/>
              <a:t>https://medium.com/intelligentmachines/implementation-of-class-activation-map-cam-with-pytorch-c32f7e414923</a:t>
            </a:r>
          </a:p>
        </p:txBody>
      </p:sp>
    </p:spTree>
    <p:extLst>
      <p:ext uri="{BB962C8B-B14F-4D97-AF65-F5344CB8AC3E}">
        <p14:creationId xmlns:p14="http://schemas.microsoft.com/office/powerpoint/2010/main" val="19946873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96F938-B96A-4A77-AEA1-C3EA18E64D71}"/>
              </a:ext>
            </a:extLst>
          </p:cNvPr>
          <p:cNvSpPr>
            <a:spLocks noGrp="1"/>
          </p:cNvSpPr>
          <p:nvPr>
            <p:ph type="title"/>
          </p:nvPr>
        </p:nvSpPr>
        <p:spPr/>
        <p:txBody>
          <a:bodyPr/>
          <a:lstStyle/>
          <a:p>
            <a:r>
              <a:rPr kumimoji="1" lang="en" altLang="zh-TW" dirty="0"/>
              <a:t>Implementation of Class Activation Map (CAM) with PyTorch</a:t>
            </a:r>
            <a:endParaRPr lang="zh-TW" altLang="en-US" dirty="0"/>
          </a:p>
        </p:txBody>
      </p:sp>
      <p:sp>
        <p:nvSpPr>
          <p:cNvPr id="3" name="內容版面配置區 2">
            <a:extLst>
              <a:ext uri="{FF2B5EF4-FFF2-40B4-BE49-F238E27FC236}">
                <a16:creationId xmlns:a16="http://schemas.microsoft.com/office/drawing/2014/main" id="{9659D90F-26C8-4320-B7C1-B43D6694C34F}"/>
              </a:ext>
            </a:extLst>
          </p:cNvPr>
          <p:cNvSpPr>
            <a:spLocks noGrp="1"/>
          </p:cNvSpPr>
          <p:nvPr>
            <p:ph idx="1"/>
          </p:nvPr>
        </p:nvSpPr>
        <p:spPr/>
        <p:txBody>
          <a:bodyPr/>
          <a:lstStyle/>
          <a:p>
            <a:r>
              <a:rPr lang="en-US" altLang="zh-TW" dirty="0"/>
              <a:t>https://</a:t>
            </a:r>
            <a:r>
              <a:rPr lang="en-US" altLang="zh-TW" dirty="0" err="1"/>
              <a:t>colab.research.google.com</a:t>
            </a:r>
            <a:r>
              <a:rPr lang="en-US" altLang="zh-TW"/>
              <a:t>/drive/1c9MY4cUEwpgRj8bZ8VfFAL0IiHmmKLtx?usp=sharing</a:t>
            </a:r>
            <a:endParaRPr lang="zh-TW" altLang="en-US" dirty="0"/>
          </a:p>
        </p:txBody>
      </p:sp>
      <p:pic>
        <p:nvPicPr>
          <p:cNvPr id="1028" name="Picture 4">
            <a:extLst>
              <a:ext uri="{FF2B5EF4-FFF2-40B4-BE49-F238E27FC236}">
                <a16:creationId xmlns:a16="http://schemas.microsoft.com/office/drawing/2014/main" id="{E3B5D5DE-F761-4BB9-B6FE-9BFC08C5B4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52" b="44668"/>
          <a:stretch/>
        </p:blipFill>
        <p:spPr bwMode="auto">
          <a:xfrm>
            <a:off x="1103317" y="3118649"/>
            <a:ext cx="3936769" cy="27594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081AD7B-ABA1-4606-84EE-63F4FD91A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5332" y="4609419"/>
            <a:ext cx="3340889" cy="216489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23C97A9-8391-4D10-8262-3FE61F7596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5332" y="2346552"/>
            <a:ext cx="3339646" cy="2164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9196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2B2AEDD-411A-6EAC-3099-6D3343D20D3E}"/>
              </a:ext>
            </a:extLst>
          </p:cNvPr>
          <p:cNvSpPr>
            <a:spLocks noGrp="1"/>
          </p:cNvSpPr>
          <p:nvPr>
            <p:ph type="title"/>
          </p:nvPr>
        </p:nvSpPr>
        <p:spPr/>
        <p:txBody>
          <a:bodyPr/>
          <a:lstStyle/>
          <a:p>
            <a:r>
              <a:rPr lang="zh-TW" altLang="en-US" dirty="0"/>
              <a:t>神經網路</a:t>
            </a:r>
            <a:r>
              <a:rPr lang="en-US" altLang="zh-TW"/>
              <a:t>-</a:t>
            </a:r>
            <a:r>
              <a:rPr lang="zh-TW" altLang="en-US"/>
              <a:t>非</a:t>
            </a:r>
            <a:r>
              <a:rPr lang="zh-TW" altLang="en-US" dirty="0"/>
              <a:t>監督</a:t>
            </a:r>
            <a:r>
              <a:rPr lang="zh-TW" altLang="en-US"/>
              <a:t>式學習</a:t>
            </a:r>
          </a:p>
        </p:txBody>
      </p:sp>
      <p:sp>
        <p:nvSpPr>
          <p:cNvPr id="5" name="文字版面配置區 4">
            <a:extLst>
              <a:ext uri="{FF2B5EF4-FFF2-40B4-BE49-F238E27FC236}">
                <a16:creationId xmlns:a16="http://schemas.microsoft.com/office/drawing/2014/main" id="{7145FBF2-C995-3A45-66DD-C74916FA9FC0}"/>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1228567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DD8A54-A6CB-59A9-558B-5D8D112CC62F}"/>
              </a:ext>
            </a:extLst>
          </p:cNvPr>
          <p:cNvSpPr>
            <a:spLocks noGrp="1"/>
          </p:cNvSpPr>
          <p:nvPr>
            <p:ph type="title"/>
          </p:nvPr>
        </p:nvSpPr>
        <p:spPr/>
        <p:txBody>
          <a:bodyPr/>
          <a:lstStyle/>
          <a:p>
            <a:r>
              <a:rPr kumimoji="1" lang="en-US" altLang="zh-TW" dirty="0" err="1"/>
              <a:t>AutoEncoder</a:t>
            </a:r>
            <a:r>
              <a:rPr kumimoji="1" lang="zh-TW" altLang="en-US" dirty="0"/>
              <a:t>自編碼器</a:t>
            </a:r>
          </a:p>
        </p:txBody>
      </p:sp>
      <p:sp>
        <p:nvSpPr>
          <p:cNvPr id="3" name="內容版面配置區 2">
            <a:extLst>
              <a:ext uri="{FF2B5EF4-FFF2-40B4-BE49-F238E27FC236}">
                <a16:creationId xmlns:a16="http://schemas.microsoft.com/office/drawing/2014/main" id="{8D6BDD77-3F26-36AC-B97F-9E942D8544E8}"/>
              </a:ext>
            </a:extLst>
          </p:cNvPr>
          <p:cNvSpPr>
            <a:spLocks noGrp="1"/>
          </p:cNvSpPr>
          <p:nvPr>
            <p:ph idx="1"/>
          </p:nvPr>
        </p:nvSpPr>
        <p:spPr>
          <a:xfrm>
            <a:off x="838200" y="1825625"/>
            <a:ext cx="5078609" cy="4667250"/>
          </a:xfrm>
        </p:spPr>
        <p:txBody>
          <a:bodyPr>
            <a:normAutofit fontScale="85000" lnSpcReduction="20000"/>
          </a:bodyPr>
          <a:lstStyle/>
          <a:p>
            <a:pPr>
              <a:lnSpc>
                <a:spcPct val="120000"/>
              </a:lnSpc>
              <a:spcBef>
                <a:spcPts val="0"/>
              </a:spcBef>
            </a:pPr>
            <a:r>
              <a:rPr kumimoji="1" lang="en-US" altLang="zh-TW" dirty="0" err="1"/>
              <a:t>AutoEncoder</a:t>
            </a:r>
            <a:r>
              <a:rPr kumimoji="1" lang="zh-TW" altLang="en-US" dirty="0"/>
              <a:t>，直接的概念就是將一組數據輸入神經網路中，然後經過神經網路訓練後，最後得到的輸出數據跟輸入數據一模一樣。</a:t>
            </a:r>
            <a:endParaRPr kumimoji="1" lang="en-US" altLang="zh-TW" dirty="0"/>
          </a:p>
          <a:p>
            <a:pPr>
              <a:lnSpc>
                <a:spcPct val="120000"/>
              </a:lnSpc>
              <a:spcBef>
                <a:spcPts val="0"/>
              </a:spcBef>
            </a:pPr>
            <a:r>
              <a:rPr kumimoji="1" lang="zh-TW" altLang="en-US" dirty="0"/>
              <a:t>整個自編碼器（ </a:t>
            </a:r>
            <a:r>
              <a:rPr kumimoji="1" lang="en" altLang="zh-TW" dirty="0"/>
              <a:t>Autoencoder</a:t>
            </a:r>
            <a:r>
              <a:rPr kumimoji="1" lang="zh-TW" altLang="en" dirty="0"/>
              <a:t>） </a:t>
            </a:r>
            <a:r>
              <a:rPr kumimoji="1" lang="zh-TW" altLang="en-US" dirty="0"/>
              <a:t>可以拆解成 編碼器 （</a:t>
            </a:r>
            <a:r>
              <a:rPr kumimoji="1" lang="en" altLang="zh-TW" dirty="0"/>
              <a:t>Encoder</a:t>
            </a:r>
            <a:r>
              <a:rPr kumimoji="1" lang="zh-TW" altLang="en" dirty="0"/>
              <a:t>） </a:t>
            </a:r>
            <a:r>
              <a:rPr kumimoji="1" lang="zh-TW" altLang="en-US" dirty="0"/>
              <a:t>和 解碼器（</a:t>
            </a:r>
            <a:r>
              <a:rPr kumimoji="1" lang="en" altLang="zh-TW" dirty="0"/>
              <a:t>Decoder</a:t>
            </a:r>
            <a:r>
              <a:rPr kumimoji="1" lang="zh-TW" altLang="en" dirty="0"/>
              <a:t>） </a:t>
            </a:r>
            <a:r>
              <a:rPr kumimoji="1" lang="zh-TW" altLang="en-US" dirty="0"/>
              <a:t>兩個神經網絡。</a:t>
            </a:r>
            <a:endParaRPr kumimoji="1" lang="en-US" altLang="zh-TW" dirty="0"/>
          </a:p>
          <a:p>
            <a:pPr>
              <a:lnSpc>
                <a:spcPct val="120000"/>
              </a:lnSpc>
              <a:spcBef>
                <a:spcPts val="0"/>
              </a:spcBef>
            </a:pPr>
            <a:r>
              <a:rPr kumimoji="1" lang="en-US" altLang="zh-TW" dirty="0"/>
              <a:t>Encoder</a:t>
            </a:r>
            <a:r>
              <a:rPr kumimoji="1" lang="zh-TW" altLang="en-US" dirty="0"/>
              <a:t>將原始數據，經過神經網路後，原始數據就會被壓縮成一個維度較小的向量</a:t>
            </a:r>
            <a:r>
              <a:rPr kumimoji="1" lang="en-US" altLang="zh-TW" dirty="0"/>
              <a:t>(latent</a:t>
            </a:r>
            <a:r>
              <a:rPr kumimoji="1" lang="zh-TW" altLang="en-US" dirty="0"/>
              <a:t> </a:t>
            </a:r>
            <a:r>
              <a:rPr kumimoji="1" lang="en-US" altLang="zh-TW" dirty="0"/>
              <a:t>vector)</a:t>
            </a:r>
          </a:p>
          <a:p>
            <a:pPr>
              <a:lnSpc>
                <a:spcPct val="120000"/>
              </a:lnSpc>
              <a:spcBef>
                <a:spcPts val="0"/>
              </a:spcBef>
            </a:pPr>
            <a:r>
              <a:rPr kumimoji="1" lang="zh-TW" altLang="en-US" dirty="0"/>
              <a:t>然後將該向量輸入解碼器中，還原成原始數據。</a:t>
            </a:r>
          </a:p>
        </p:txBody>
      </p:sp>
      <p:grpSp>
        <p:nvGrpSpPr>
          <p:cNvPr id="20" name="群組 19">
            <a:extLst>
              <a:ext uri="{FF2B5EF4-FFF2-40B4-BE49-F238E27FC236}">
                <a16:creationId xmlns:a16="http://schemas.microsoft.com/office/drawing/2014/main" id="{3705ECBC-10D5-0BCA-0353-BDE1F3630BD9}"/>
              </a:ext>
            </a:extLst>
          </p:cNvPr>
          <p:cNvGrpSpPr/>
          <p:nvPr/>
        </p:nvGrpSpPr>
        <p:grpSpPr>
          <a:xfrm>
            <a:off x="6275193" y="433960"/>
            <a:ext cx="5278689" cy="2901908"/>
            <a:chOff x="6013450" y="2117921"/>
            <a:chExt cx="5278689" cy="3331139"/>
          </a:xfrm>
        </p:grpSpPr>
        <p:pic>
          <p:nvPicPr>
            <p:cNvPr id="4" name="圖片 3">
              <a:extLst>
                <a:ext uri="{FF2B5EF4-FFF2-40B4-BE49-F238E27FC236}">
                  <a16:creationId xmlns:a16="http://schemas.microsoft.com/office/drawing/2014/main" id="{CE1EE7B5-2CE3-0484-719F-D7A04E26D377}"/>
                </a:ext>
              </a:extLst>
            </p:cNvPr>
            <p:cNvPicPr>
              <a:picLocks noChangeAspect="1"/>
            </p:cNvPicPr>
            <p:nvPr/>
          </p:nvPicPr>
          <p:blipFill>
            <a:blip r:embed="rId2"/>
            <a:stretch>
              <a:fillRect/>
            </a:stretch>
          </p:blipFill>
          <p:spPr>
            <a:xfrm>
              <a:off x="6370658" y="2582479"/>
              <a:ext cx="1102229" cy="1018727"/>
            </a:xfrm>
            <a:prstGeom prst="rect">
              <a:avLst/>
            </a:prstGeom>
            <a:ln>
              <a:solidFill>
                <a:schemeClr val="tx1"/>
              </a:solidFill>
            </a:ln>
          </p:spPr>
        </p:pic>
        <p:sp>
          <p:nvSpPr>
            <p:cNvPr id="5" name="矩形 4">
              <a:extLst>
                <a:ext uri="{FF2B5EF4-FFF2-40B4-BE49-F238E27FC236}">
                  <a16:creationId xmlns:a16="http://schemas.microsoft.com/office/drawing/2014/main" id="{BC4A08E8-C21E-8930-A15C-12B21962D73C}"/>
                </a:ext>
              </a:extLst>
            </p:cNvPr>
            <p:cNvSpPr/>
            <p:nvPr/>
          </p:nvSpPr>
          <p:spPr>
            <a:xfrm>
              <a:off x="8074542" y="2613500"/>
              <a:ext cx="1308100" cy="1002279"/>
            </a:xfrm>
            <a:prstGeom prst="rect">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NN</a:t>
              </a:r>
            </a:p>
            <a:p>
              <a:pPr algn="ctr"/>
              <a:r>
                <a:rPr lang="en-US" altLang="zh-TW" sz="2400" dirty="0"/>
                <a:t>Encoder</a:t>
              </a:r>
              <a:endParaRPr lang="zh-TW" altLang="en-US" sz="2400" dirty="0"/>
            </a:p>
          </p:txBody>
        </p:sp>
        <p:sp>
          <p:nvSpPr>
            <p:cNvPr id="6" name="矩形 5">
              <a:extLst>
                <a:ext uri="{FF2B5EF4-FFF2-40B4-BE49-F238E27FC236}">
                  <a16:creationId xmlns:a16="http://schemas.microsoft.com/office/drawing/2014/main" id="{4EC4D671-0501-E3BB-AE84-AC46B63C61E5}"/>
                </a:ext>
              </a:extLst>
            </p:cNvPr>
            <p:cNvSpPr/>
            <p:nvPr/>
          </p:nvSpPr>
          <p:spPr>
            <a:xfrm>
              <a:off x="8074542" y="4467725"/>
              <a:ext cx="1308100" cy="981335"/>
            </a:xfrm>
            <a:prstGeom prst="rect">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NN</a:t>
              </a:r>
            </a:p>
            <a:p>
              <a:pPr algn="ctr"/>
              <a:r>
                <a:rPr lang="en-US" altLang="zh-TW" sz="2400" dirty="0"/>
                <a:t>Decoder</a:t>
              </a:r>
              <a:endParaRPr lang="zh-TW" altLang="en-US" sz="2400" dirty="0"/>
            </a:p>
          </p:txBody>
        </p:sp>
        <p:sp>
          <p:nvSpPr>
            <p:cNvPr id="7" name="矩形 6">
              <a:extLst>
                <a:ext uri="{FF2B5EF4-FFF2-40B4-BE49-F238E27FC236}">
                  <a16:creationId xmlns:a16="http://schemas.microsoft.com/office/drawing/2014/main" id="{88AB0FD7-855A-4C7F-8BA1-14991C8C1EAC}"/>
                </a:ext>
              </a:extLst>
            </p:cNvPr>
            <p:cNvSpPr/>
            <p:nvPr/>
          </p:nvSpPr>
          <p:spPr>
            <a:xfrm rot="5400000">
              <a:off x="9795211" y="2902619"/>
              <a:ext cx="766087" cy="320081"/>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dirty="0"/>
            </a:p>
          </p:txBody>
        </p:sp>
        <p:sp>
          <p:nvSpPr>
            <p:cNvPr id="8" name="矩形 7">
              <a:extLst>
                <a:ext uri="{FF2B5EF4-FFF2-40B4-BE49-F238E27FC236}">
                  <a16:creationId xmlns:a16="http://schemas.microsoft.com/office/drawing/2014/main" id="{C25280EE-DEAE-2531-8573-D75FDBDB9E1A}"/>
                </a:ext>
              </a:extLst>
            </p:cNvPr>
            <p:cNvSpPr/>
            <p:nvPr/>
          </p:nvSpPr>
          <p:spPr>
            <a:xfrm>
              <a:off x="10368628" y="2831826"/>
              <a:ext cx="789640" cy="461665"/>
            </a:xfrm>
            <a:prstGeom prst="rect">
              <a:avLst/>
            </a:prstGeom>
            <a:ln>
              <a:solidFill>
                <a:schemeClr val="tx1"/>
              </a:solidFill>
            </a:ln>
          </p:spPr>
          <p:txBody>
            <a:bodyPr wrap="none">
              <a:spAutoFit/>
            </a:bodyPr>
            <a:lstStyle/>
            <a:p>
              <a:pPr algn="ctr"/>
              <a:r>
                <a:rPr lang="en-US" altLang="zh-TW" sz="2400" b="1" i="1" u="sng" dirty="0"/>
                <a:t>code</a:t>
              </a:r>
              <a:endParaRPr lang="zh-TW" altLang="en-US" sz="2400" b="1" i="1" u="sng" dirty="0"/>
            </a:p>
          </p:txBody>
        </p:sp>
        <p:pic>
          <p:nvPicPr>
            <p:cNvPr id="9" name="圖片 8">
              <a:extLst>
                <a:ext uri="{FF2B5EF4-FFF2-40B4-BE49-F238E27FC236}">
                  <a16:creationId xmlns:a16="http://schemas.microsoft.com/office/drawing/2014/main" id="{7EF95AF3-4500-5714-F7E4-67CF7AE78D12}"/>
                </a:ext>
              </a:extLst>
            </p:cNvPr>
            <p:cNvPicPr>
              <a:picLocks noChangeAspect="1"/>
            </p:cNvPicPr>
            <p:nvPr/>
          </p:nvPicPr>
          <p:blipFill>
            <a:blip r:embed="rId2"/>
            <a:stretch>
              <a:fillRect/>
            </a:stretch>
          </p:blipFill>
          <p:spPr>
            <a:xfrm>
              <a:off x="10018214" y="4414198"/>
              <a:ext cx="1102229" cy="1018727"/>
            </a:xfrm>
            <a:prstGeom prst="rect">
              <a:avLst/>
            </a:prstGeom>
            <a:ln>
              <a:solidFill>
                <a:schemeClr val="tx1"/>
              </a:solidFill>
            </a:ln>
          </p:spPr>
        </p:pic>
        <p:sp>
          <p:nvSpPr>
            <p:cNvPr id="10" name="矩形 9">
              <a:extLst>
                <a:ext uri="{FF2B5EF4-FFF2-40B4-BE49-F238E27FC236}">
                  <a16:creationId xmlns:a16="http://schemas.microsoft.com/office/drawing/2014/main" id="{B04E9FF7-A2DE-862D-6381-1DD6B8D5CDB2}"/>
                </a:ext>
              </a:extLst>
            </p:cNvPr>
            <p:cNvSpPr/>
            <p:nvPr/>
          </p:nvSpPr>
          <p:spPr>
            <a:xfrm rot="5400000">
              <a:off x="6929803" y="4763520"/>
              <a:ext cx="766087" cy="320081"/>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dirty="0"/>
            </a:p>
          </p:txBody>
        </p:sp>
        <p:sp>
          <p:nvSpPr>
            <p:cNvPr id="11" name="矩形 10">
              <a:extLst>
                <a:ext uri="{FF2B5EF4-FFF2-40B4-BE49-F238E27FC236}">
                  <a16:creationId xmlns:a16="http://schemas.microsoft.com/office/drawing/2014/main" id="{151D06B4-9B29-0448-D9DA-07A606A09E2D}"/>
                </a:ext>
              </a:extLst>
            </p:cNvPr>
            <p:cNvSpPr/>
            <p:nvPr/>
          </p:nvSpPr>
          <p:spPr>
            <a:xfrm>
              <a:off x="6266528" y="4692727"/>
              <a:ext cx="789640" cy="461665"/>
            </a:xfrm>
            <a:prstGeom prst="rect">
              <a:avLst/>
            </a:prstGeom>
            <a:ln>
              <a:solidFill>
                <a:schemeClr val="tx1"/>
              </a:solidFill>
            </a:ln>
          </p:spPr>
          <p:txBody>
            <a:bodyPr wrap="none">
              <a:spAutoFit/>
            </a:bodyPr>
            <a:lstStyle/>
            <a:p>
              <a:pPr algn="ctr"/>
              <a:r>
                <a:rPr lang="en-US" altLang="zh-TW" sz="2400" b="1" i="1" u="sng" dirty="0"/>
                <a:t>code</a:t>
              </a:r>
              <a:endParaRPr lang="zh-TW" altLang="en-US" sz="2400" b="1" i="1" u="sng" dirty="0"/>
            </a:p>
          </p:txBody>
        </p:sp>
        <p:sp>
          <p:nvSpPr>
            <p:cNvPr id="12" name="向右箭號 11">
              <a:extLst>
                <a:ext uri="{FF2B5EF4-FFF2-40B4-BE49-F238E27FC236}">
                  <a16:creationId xmlns:a16="http://schemas.microsoft.com/office/drawing/2014/main" id="{0C7AE106-C7D9-B3BC-2D0D-59DD9B42796B}"/>
                </a:ext>
              </a:extLst>
            </p:cNvPr>
            <p:cNvSpPr/>
            <p:nvPr/>
          </p:nvSpPr>
          <p:spPr>
            <a:xfrm>
              <a:off x="7554090" y="2871106"/>
              <a:ext cx="473165" cy="461665"/>
            </a:xfrm>
            <a:prstGeom prst="rightArrow">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3" name="向右箭號 12">
              <a:extLst>
                <a:ext uri="{FF2B5EF4-FFF2-40B4-BE49-F238E27FC236}">
                  <a16:creationId xmlns:a16="http://schemas.microsoft.com/office/drawing/2014/main" id="{C31DB4CF-0438-83DC-9FC9-46336FBFDBB0}"/>
                </a:ext>
              </a:extLst>
            </p:cNvPr>
            <p:cNvSpPr/>
            <p:nvPr/>
          </p:nvSpPr>
          <p:spPr>
            <a:xfrm>
              <a:off x="9463845" y="2883806"/>
              <a:ext cx="473165" cy="461665"/>
            </a:xfrm>
            <a:prstGeom prst="rightArrow">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4" name="向右箭號 13">
              <a:extLst>
                <a:ext uri="{FF2B5EF4-FFF2-40B4-BE49-F238E27FC236}">
                  <a16:creationId xmlns:a16="http://schemas.microsoft.com/office/drawing/2014/main" id="{3E059F96-A1DA-891A-0739-BA50E90D2011}"/>
                </a:ext>
              </a:extLst>
            </p:cNvPr>
            <p:cNvSpPr/>
            <p:nvPr/>
          </p:nvSpPr>
          <p:spPr>
            <a:xfrm>
              <a:off x="7554090" y="4688452"/>
              <a:ext cx="473165" cy="461665"/>
            </a:xfrm>
            <a:prstGeom prst="rightArrow">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5" name="向右箭號 14">
              <a:extLst>
                <a:ext uri="{FF2B5EF4-FFF2-40B4-BE49-F238E27FC236}">
                  <a16:creationId xmlns:a16="http://schemas.microsoft.com/office/drawing/2014/main" id="{43B4FE84-2F85-BEE1-8B40-224132FB6AD3}"/>
                </a:ext>
              </a:extLst>
            </p:cNvPr>
            <p:cNvSpPr/>
            <p:nvPr/>
          </p:nvSpPr>
          <p:spPr>
            <a:xfrm>
              <a:off x="9463845" y="4701152"/>
              <a:ext cx="473165" cy="461665"/>
            </a:xfrm>
            <a:prstGeom prst="rightArrow">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cxnSp>
          <p:nvCxnSpPr>
            <p:cNvPr id="16" name="直線接點 15">
              <a:extLst>
                <a:ext uri="{FF2B5EF4-FFF2-40B4-BE49-F238E27FC236}">
                  <a16:creationId xmlns:a16="http://schemas.microsoft.com/office/drawing/2014/main" id="{2A6093CB-AD33-1BA3-8767-48EDF8B1790B}"/>
                </a:ext>
              </a:extLst>
            </p:cNvPr>
            <p:cNvCxnSpPr/>
            <p:nvPr/>
          </p:nvCxnSpPr>
          <p:spPr>
            <a:xfrm>
              <a:off x="8727102" y="3615779"/>
              <a:ext cx="0" cy="812992"/>
            </a:xfrm>
            <a:prstGeom prst="line">
              <a:avLst/>
            </a:prstGeom>
            <a:ln w="762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2D1CBE98-99E3-07A5-2E36-7B9796ABAF9D}"/>
                </a:ext>
              </a:extLst>
            </p:cNvPr>
            <p:cNvSpPr txBox="1"/>
            <p:nvPr/>
          </p:nvSpPr>
          <p:spPr>
            <a:xfrm>
              <a:off x="8875718" y="3744446"/>
              <a:ext cx="2416421" cy="523220"/>
            </a:xfrm>
            <a:prstGeom prst="rect">
              <a:avLst/>
            </a:prstGeom>
            <a:noFill/>
            <a:ln>
              <a:solidFill>
                <a:schemeClr val="tx1"/>
              </a:solidFill>
            </a:ln>
          </p:spPr>
          <p:txBody>
            <a:bodyPr wrap="square" rtlCol="0">
              <a:spAutoFit/>
            </a:bodyPr>
            <a:lstStyle/>
            <a:p>
              <a:r>
                <a:rPr lang="en-US" altLang="zh-TW" sz="2800" dirty="0">
                  <a:solidFill>
                    <a:srgbClr val="FF0000"/>
                  </a:solidFill>
                </a:rPr>
                <a:t>Learn together</a:t>
              </a:r>
              <a:endParaRPr lang="zh-TW" altLang="en-US" sz="2800" dirty="0">
                <a:solidFill>
                  <a:srgbClr val="FF0000"/>
                </a:solidFill>
              </a:endParaRPr>
            </a:p>
          </p:txBody>
        </p:sp>
        <p:sp>
          <p:nvSpPr>
            <p:cNvPr id="18" name="矩形 17">
              <a:extLst>
                <a:ext uri="{FF2B5EF4-FFF2-40B4-BE49-F238E27FC236}">
                  <a16:creationId xmlns:a16="http://schemas.microsoft.com/office/drawing/2014/main" id="{62A32C3D-03B6-42E1-DFDF-48C331627F52}"/>
                </a:ext>
              </a:extLst>
            </p:cNvPr>
            <p:cNvSpPr/>
            <p:nvPr/>
          </p:nvSpPr>
          <p:spPr>
            <a:xfrm>
              <a:off x="6013450" y="3578827"/>
              <a:ext cx="1931939" cy="461665"/>
            </a:xfrm>
            <a:prstGeom prst="rect">
              <a:avLst/>
            </a:prstGeom>
            <a:ln>
              <a:solidFill>
                <a:schemeClr val="tx1"/>
              </a:solidFill>
            </a:ln>
          </p:spPr>
          <p:txBody>
            <a:bodyPr wrap="none">
              <a:spAutoFit/>
            </a:bodyPr>
            <a:lstStyle/>
            <a:p>
              <a:r>
                <a:rPr lang="en-US" altLang="zh-TW" sz="2400" dirty="0"/>
                <a:t>28 X 28 = 784 </a:t>
              </a:r>
              <a:endParaRPr lang="zh-TW" altLang="en-US" sz="2400" dirty="0"/>
            </a:p>
          </p:txBody>
        </p:sp>
        <p:sp>
          <p:nvSpPr>
            <p:cNvPr id="19" name="矩形 18">
              <a:extLst>
                <a:ext uri="{FF2B5EF4-FFF2-40B4-BE49-F238E27FC236}">
                  <a16:creationId xmlns:a16="http://schemas.microsoft.com/office/drawing/2014/main" id="{A18D3797-FE21-B314-FFD7-A20A2F49D966}"/>
                </a:ext>
              </a:extLst>
            </p:cNvPr>
            <p:cNvSpPr/>
            <p:nvPr/>
          </p:nvSpPr>
          <p:spPr>
            <a:xfrm>
              <a:off x="9253161" y="2117921"/>
              <a:ext cx="1850186" cy="461665"/>
            </a:xfrm>
            <a:prstGeom prst="rect">
              <a:avLst/>
            </a:prstGeom>
            <a:ln>
              <a:solidFill>
                <a:schemeClr val="tx1"/>
              </a:solidFill>
            </a:ln>
          </p:spPr>
          <p:txBody>
            <a:bodyPr wrap="none">
              <a:spAutoFit/>
            </a:bodyPr>
            <a:lstStyle/>
            <a:p>
              <a:r>
                <a:rPr lang="en-US" altLang="zh-TW" sz="2400" dirty="0"/>
                <a:t>Usually &lt;784 </a:t>
              </a:r>
              <a:endParaRPr lang="zh-TW" altLang="en-US" sz="2400" dirty="0"/>
            </a:p>
          </p:txBody>
        </p:sp>
      </p:grpSp>
      <p:pic>
        <p:nvPicPr>
          <p:cNvPr id="1026" name="Picture 2">
            <a:extLst>
              <a:ext uri="{FF2B5EF4-FFF2-40B4-BE49-F238E27FC236}">
                <a16:creationId xmlns:a16="http://schemas.microsoft.com/office/drawing/2014/main" id="{DE51EB54-8E72-1C1B-3E82-FF77DAC861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2401" y="3699441"/>
            <a:ext cx="5078609" cy="2968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474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45381-6EFF-465B-3518-8F4489555E43}"/>
              </a:ext>
            </a:extLst>
          </p:cNvPr>
          <p:cNvSpPr>
            <a:spLocks noGrp="1"/>
          </p:cNvSpPr>
          <p:nvPr>
            <p:ph type="title"/>
          </p:nvPr>
        </p:nvSpPr>
        <p:spPr/>
        <p:txBody>
          <a:bodyPr/>
          <a:lstStyle/>
          <a:p>
            <a:r>
              <a:rPr kumimoji="1" lang="en-US" altLang="zh-TW" dirty="0" err="1"/>
              <a:t>AutoEncoder</a:t>
            </a:r>
            <a:r>
              <a:rPr kumimoji="1" lang="zh-TW" altLang="en-US" dirty="0"/>
              <a:t>自編碼器</a:t>
            </a:r>
          </a:p>
        </p:txBody>
      </p:sp>
      <p:sp>
        <p:nvSpPr>
          <p:cNvPr id="3" name="內容版面配置區 2">
            <a:extLst>
              <a:ext uri="{FF2B5EF4-FFF2-40B4-BE49-F238E27FC236}">
                <a16:creationId xmlns:a16="http://schemas.microsoft.com/office/drawing/2014/main" id="{69D60CB1-15CE-8CB2-3230-E85DA9F5E4E0}"/>
              </a:ext>
            </a:extLst>
          </p:cNvPr>
          <p:cNvSpPr>
            <a:spLocks noGrp="1"/>
          </p:cNvSpPr>
          <p:nvPr>
            <p:ph idx="1"/>
          </p:nvPr>
        </p:nvSpPr>
        <p:spPr/>
        <p:txBody>
          <a:bodyPr>
            <a:normAutofit lnSpcReduction="10000"/>
          </a:bodyPr>
          <a:lstStyle/>
          <a:p>
            <a:r>
              <a:rPr kumimoji="1" lang="zh-TW" altLang="en-US" dirty="0"/>
              <a:t>當然，也可以讓整個類神經網路複雜一點，變成</a:t>
            </a:r>
            <a:r>
              <a:rPr kumimoji="1" lang="en-US" altLang="zh-TW" dirty="0"/>
              <a:t>Stacked</a:t>
            </a:r>
            <a:r>
              <a:rPr kumimoji="1" lang="zh-TW" altLang="en-US" dirty="0"/>
              <a:t> </a:t>
            </a:r>
            <a:r>
              <a:rPr kumimoji="1" lang="en-US" altLang="zh-TW" dirty="0" err="1"/>
              <a:t>AutoEncoder</a:t>
            </a:r>
            <a:r>
              <a:rPr kumimoji="1" lang="zh-TW" altLang="en-US" dirty="0"/>
              <a:t>，例如右圖</a:t>
            </a:r>
            <a:endParaRPr kumimoji="1" lang="en-US" altLang="zh-TW" dirty="0"/>
          </a:p>
          <a:p>
            <a:r>
              <a:rPr kumimoji="1" lang="en-US" altLang="zh-TW" dirty="0" err="1"/>
              <a:t>Autoencder</a:t>
            </a:r>
            <a:r>
              <a:rPr kumimoji="1" lang="zh-TW" altLang="en-US" dirty="0"/>
              <a:t>可以做到如特徵學習</a:t>
            </a:r>
            <a:br>
              <a:rPr kumimoji="1" lang="en-US" altLang="zh-TW" dirty="0"/>
            </a:br>
            <a:r>
              <a:rPr kumimoji="1" lang="zh-TW" altLang="en-US" dirty="0"/>
              <a:t>、資料生成、去除雜訊等</a:t>
            </a:r>
            <a:endParaRPr kumimoji="1" lang="en-US" altLang="zh-TW" dirty="0"/>
          </a:p>
          <a:p>
            <a:r>
              <a:rPr kumimoji="1" lang="zh-TW" altLang="en-US" dirty="0"/>
              <a:t>比方說黃色的點就像</a:t>
            </a:r>
            <a:r>
              <a:rPr kumimoji="1" lang="en-US" altLang="zh-TW" dirty="0"/>
              <a:t>PCA</a:t>
            </a:r>
            <a:r>
              <a:rPr kumimoji="1" lang="zh-TW" altLang="en-US" dirty="0"/>
              <a:t>一樣，</a:t>
            </a:r>
            <a:br>
              <a:rPr kumimoji="1" lang="en-US" altLang="zh-TW" dirty="0"/>
            </a:br>
            <a:r>
              <a:rPr kumimoji="1" lang="zh-TW" altLang="en-US" dirty="0"/>
              <a:t>可以視為輸入資料的特徵值</a:t>
            </a:r>
            <a:endParaRPr kumimoji="1" lang="en-US" altLang="zh-TW" dirty="0"/>
          </a:p>
          <a:p>
            <a:r>
              <a:rPr kumimoji="1" lang="zh-TW" altLang="en-US" dirty="0"/>
              <a:t>比方說右圖的右半邊是</a:t>
            </a:r>
            <a:br>
              <a:rPr kumimoji="1" lang="en-US" altLang="zh-TW" dirty="0"/>
            </a:br>
            <a:r>
              <a:rPr kumimoji="1" lang="en-US" altLang="zh-TW" dirty="0"/>
              <a:t>Decoder</a:t>
            </a:r>
            <a:r>
              <a:rPr kumimoji="1" lang="zh-TW" altLang="en-US" dirty="0"/>
              <a:t>，假設會還原成手寫</a:t>
            </a:r>
            <a:br>
              <a:rPr kumimoji="1" lang="en-US" altLang="zh-TW" dirty="0"/>
            </a:br>
            <a:r>
              <a:rPr kumimoji="1" lang="zh-TW" altLang="en-US" dirty="0"/>
              <a:t>數字</a:t>
            </a:r>
            <a:endParaRPr kumimoji="1" lang="en-US" altLang="zh-TW" dirty="0"/>
          </a:p>
          <a:p>
            <a:pPr lvl="1"/>
            <a:r>
              <a:rPr kumimoji="1" lang="zh-TW" altLang="en-US" dirty="0"/>
              <a:t>那麼在黃色點的向量給予一些</a:t>
            </a:r>
            <a:br>
              <a:rPr kumimoji="1" lang="en-US" altLang="zh-TW" dirty="0"/>
            </a:br>
            <a:r>
              <a:rPr kumimoji="1" lang="zh-TW" altLang="en-US" dirty="0"/>
              <a:t>隨機的值會發生什麼事？</a:t>
            </a:r>
          </a:p>
        </p:txBody>
      </p:sp>
      <p:pic>
        <p:nvPicPr>
          <p:cNvPr id="2050" name="Picture 2">
            <a:extLst>
              <a:ext uri="{FF2B5EF4-FFF2-40B4-BE49-F238E27FC236}">
                <a16:creationId xmlns:a16="http://schemas.microsoft.com/office/drawing/2014/main" id="{769AAB3B-D5D6-BF7B-7CEE-BCAC713655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3367" y="2454056"/>
            <a:ext cx="5160433" cy="3366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2324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圖片 13">
            <a:extLst>
              <a:ext uri="{FF2B5EF4-FFF2-40B4-BE49-F238E27FC236}">
                <a16:creationId xmlns:a16="http://schemas.microsoft.com/office/drawing/2014/main" id="{F7B77957-BC11-8CF2-497B-45F7340AC1C0}"/>
              </a:ext>
            </a:extLst>
          </p:cNvPr>
          <p:cNvPicPr>
            <a:picLocks noChangeAspect="1"/>
          </p:cNvPicPr>
          <p:nvPr/>
        </p:nvPicPr>
        <p:blipFill>
          <a:blip r:embed="rId2"/>
          <a:stretch>
            <a:fillRect/>
          </a:stretch>
        </p:blipFill>
        <p:spPr>
          <a:xfrm>
            <a:off x="5781173" y="2520482"/>
            <a:ext cx="6019800" cy="2006600"/>
          </a:xfrm>
          <a:prstGeom prst="rect">
            <a:avLst/>
          </a:prstGeom>
        </p:spPr>
      </p:pic>
      <p:sp>
        <p:nvSpPr>
          <p:cNvPr id="2" name="標題 1">
            <a:extLst>
              <a:ext uri="{FF2B5EF4-FFF2-40B4-BE49-F238E27FC236}">
                <a16:creationId xmlns:a16="http://schemas.microsoft.com/office/drawing/2014/main" id="{492E35DF-6661-26BC-5AC7-0AADAB8FD4C7}"/>
              </a:ext>
            </a:extLst>
          </p:cNvPr>
          <p:cNvSpPr>
            <a:spLocks noGrp="1"/>
          </p:cNvSpPr>
          <p:nvPr>
            <p:ph type="title"/>
          </p:nvPr>
        </p:nvSpPr>
        <p:spPr/>
        <p:txBody>
          <a:bodyPr>
            <a:normAutofit/>
          </a:bodyPr>
          <a:lstStyle/>
          <a:p>
            <a:r>
              <a:rPr kumimoji="1" lang="en-US" altLang="zh-TW" dirty="0" err="1"/>
              <a:t>AutoEncoder</a:t>
            </a:r>
            <a:r>
              <a:rPr kumimoji="1" lang="zh-TW" altLang="en-US" dirty="0"/>
              <a:t>自編碼器</a:t>
            </a:r>
            <a:br>
              <a:rPr kumimoji="1" lang="en-US" altLang="zh-TW" dirty="0"/>
            </a:br>
            <a:r>
              <a:rPr lang="en" altLang="zh-TW" sz="2800" b="0" i="0" dirty="0">
                <a:solidFill>
                  <a:srgbClr val="000000"/>
                </a:solidFill>
                <a:effectLst/>
                <a:highlight>
                  <a:srgbClr val="FFFFFF"/>
                </a:highlight>
                <a:latin typeface="Inter"/>
                <a:hlinkClick r:id="rId3"/>
              </a:rPr>
              <a:t>https://www.kaggle.com/code/leonjye/autoencoder-mnist</a:t>
            </a:r>
            <a:endParaRPr kumimoji="1" lang="zh-TW" altLang="en-US" dirty="0"/>
          </a:p>
        </p:txBody>
      </p:sp>
      <p:sp>
        <p:nvSpPr>
          <p:cNvPr id="5" name="文字方塊 4">
            <a:extLst>
              <a:ext uri="{FF2B5EF4-FFF2-40B4-BE49-F238E27FC236}">
                <a16:creationId xmlns:a16="http://schemas.microsoft.com/office/drawing/2014/main" id="{87F7769A-B1E7-EEF7-EA91-A6158AE7118A}"/>
              </a:ext>
            </a:extLst>
          </p:cNvPr>
          <p:cNvSpPr txBox="1"/>
          <p:nvPr/>
        </p:nvSpPr>
        <p:spPr>
          <a:xfrm>
            <a:off x="838199" y="1690688"/>
            <a:ext cx="4619325" cy="4893647"/>
          </a:xfrm>
          <a:prstGeom prst="rect">
            <a:avLst/>
          </a:prstGeom>
          <a:noFill/>
          <a:ln>
            <a:solidFill>
              <a:schemeClr val="tx1"/>
            </a:solidFill>
          </a:ln>
        </p:spPr>
        <p:txBody>
          <a:bodyPr wrap="square">
            <a:spAutoFit/>
          </a:bodyPr>
          <a:lstStyle/>
          <a:p>
            <a:r>
              <a:rPr lang="en" altLang="zh-TW" sz="1200" b="0" dirty="0">
                <a:solidFill>
                  <a:srgbClr val="0000FF"/>
                </a:solidFill>
                <a:effectLst/>
                <a:highlight>
                  <a:srgbClr val="FFFFFF"/>
                </a:highlight>
                <a:latin typeface="Fira Code" panose="020B0809050000020004" pitchFamily="49" charset="0"/>
              </a:rPr>
              <a:t>class</a:t>
            </a:r>
            <a:r>
              <a:rPr lang="en" altLang="zh-TW" sz="1200" b="0" dirty="0">
                <a:solidFill>
                  <a:srgbClr val="3B3B3B"/>
                </a:solidFill>
                <a:effectLst/>
                <a:highlight>
                  <a:srgbClr val="FFFFFF"/>
                </a:highlight>
                <a:latin typeface="Fira Code" panose="020B0809050000020004" pitchFamily="49" charset="0"/>
              </a:rPr>
              <a:t> </a:t>
            </a:r>
            <a:r>
              <a:rPr lang="en" altLang="zh-TW" sz="1200" b="0" dirty="0" err="1">
                <a:solidFill>
                  <a:srgbClr val="267F99"/>
                </a:solidFill>
                <a:effectLst/>
                <a:highlight>
                  <a:srgbClr val="FFFFFF"/>
                </a:highlight>
                <a:latin typeface="Fira Code" panose="020B0809050000020004" pitchFamily="49" charset="0"/>
              </a:rPr>
              <a:t>autoEncoder</a:t>
            </a:r>
            <a:r>
              <a:rPr lang="en" altLang="zh-TW" sz="1200" b="0" dirty="0">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Module</a:t>
            </a:r>
            <a:r>
              <a:rPr lang="en" altLang="zh-TW" sz="1200" b="0" dirty="0">
                <a:solidFill>
                  <a:srgbClr val="3B3B3B"/>
                </a:solidFill>
                <a:effectLst/>
                <a:highlight>
                  <a:srgbClr val="FFFFFF"/>
                </a:highlight>
                <a:latin typeface="Fira Code" panose="020B0809050000020004" pitchFamily="49" charset="0"/>
              </a:rPr>
              <a:t>):</a:t>
            </a:r>
          </a:p>
          <a:p>
            <a:pPr lvl="1"/>
            <a:r>
              <a:rPr lang="en" altLang="zh-TW" sz="1200" b="0" dirty="0">
                <a:solidFill>
                  <a:srgbClr val="0000FF"/>
                </a:solidFill>
                <a:effectLst/>
                <a:highlight>
                  <a:srgbClr val="FFFFFF"/>
                </a:highlight>
                <a:latin typeface="Fira Code" panose="020B0809050000020004" pitchFamily="49" charset="0"/>
              </a:rPr>
              <a:t>def</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795E26"/>
                </a:solidFill>
                <a:effectLst/>
                <a:highlight>
                  <a:srgbClr val="FFFFFF"/>
                </a:highlight>
                <a:latin typeface="Fira Code" panose="020B0809050000020004" pitchFamily="49" charset="0"/>
              </a:rPr>
              <a:t>__</a:t>
            </a:r>
            <a:r>
              <a:rPr lang="en" altLang="zh-TW" sz="1200" b="0" dirty="0" err="1">
                <a:solidFill>
                  <a:srgbClr val="795E26"/>
                </a:solidFill>
                <a:effectLst/>
                <a:highlight>
                  <a:srgbClr val="FFFFFF"/>
                </a:highlight>
                <a:latin typeface="Fira Code" panose="020B0809050000020004" pitchFamily="49" charset="0"/>
              </a:rPr>
              <a:t>init</a:t>
            </a:r>
            <a:r>
              <a:rPr lang="en" altLang="zh-TW" sz="1200" b="0" dirty="0">
                <a:solidFill>
                  <a:srgbClr val="795E26"/>
                </a:solidFill>
                <a:effectLst/>
                <a:highlight>
                  <a:srgbClr val="FFFFFF"/>
                </a:highlight>
                <a:latin typeface="Fira Code" panose="020B0809050000020004" pitchFamily="49" charset="0"/>
              </a:rPr>
              <a:t>__</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1080"/>
                </a:solidFill>
                <a:effectLst/>
                <a:highlight>
                  <a:srgbClr val="FFFFFF"/>
                </a:highlight>
                <a:latin typeface="Fira Code" panose="020B0809050000020004" pitchFamily="49" charset="0"/>
              </a:rPr>
              <a:t>self</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a:solidFill>
                  <a:srgbClr val="267F99"/>
                </a:solidFill>
                <a:effectLst/>
                <a:highlight>
                  <a:srgbClr val="FFFFFF"/>
                </a:highlight>
                <a:latin typeface="Fira Code" panose="020B0809050000020004" pitchFamily="49" charset="0"/>
              </a:rPr>
              <a:t>super</a:t>
            </a:r>
            <a:r>
              <a:rPr lang="en" altLang="zh-TW" sz="1200" b="0" dirty="0">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autoEncoder</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1080"/>
                </a:solidFill>
                <a:effectLst/>
                <a:highlight>
                  <a:srgbClr val="FFFFFF"/>
                </a:highlight>
                <a:latin typeface="Fira Code" panose="020B0809050000020004" pitchFamily="49" charset="0"/>
              </a:rPr>
              <a:t>self</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795E26"/>
                </a:solidFill>
                <a:effectLst/>
                <a:highlight>
                  <a:srgbClr val="FFFFFF"/>
                </a:highlight>
                <a:latin typeface="Fira Code" panose="020B0809050000020004" pitchFamily="49" charset="0"/>
              </a:rPr>
              <a:t>__</a:t>
            </a:r>
            <a:r>
              <a:rPr lang="en" altLang="zh-TW" sz="1200" b="0" dirty="0" err="1">
                <a:solidFill>
                  <a:srgbClr val="795E26"/>
                </a:solidFill>
                <a:effectLst/>
                <a:highlight>
                  <a:srgbClr val="FFFFFF"/>
                </a:highlight>
                <a:latin typeface="Fira Code" panose="020B0809050000020004" pitchFamily="49" charset="0"/>
              </a:rPr>
              <a:t>init</a:t>
            </a:r>
            <a:r>
              <a:rPr lang="en" altLang="zh-TW" sz="1200" b="0" dirty="0">
                <a:solidFill>
                  <a:srgbClr val="795E26"/>
                </a:solidFill>
                <a:effectLst/>
                <a:highlight>
                  <a:srgbClr val="FFFFFF"/>
                </a:highlight>
                <a:latin typeface="Fira Code" panose="020B0809050000020004" pitchFamily="49" charset="0"/>
              </a:rPr>
              <a:t>__</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001080"/>
                </a:solidFill>
                <a:effectLst/>
                <a:highlight>
                  <a:srgbClr val="FFFFFF"/>
                </a:highlight>
                <a:latin typeface="Fira Code" panose="020B0809050000020004" pitchFamily="49" charset="0"/>
              </a:rPr>
              <a:t>self</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001080"/>
                </a:solidFill>
                <a:effectLst/>
                <a:highlight>
                  <a:srgbClr val="FFFFFF"/>
                </a:highlight>
                <a:latin typeface="Fira Code" panose="020B0809050000020004" pitchFamily="49" charset="0"/>
              </a:rPr>
              <a:t>encoder</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0000"/>
                </a:solidFill>
                <a:effectLst/>
                <a:highlight>
                  <a:srgbClr val="FFFFFF"/>
                </a:highlight>
                <a:latin typeface="Fira Code" panose="020B0809050000020004" pitchFamily="49" charset="0"/>
              </a:rPr>
              <a:t>=</a:t>
            </a:r>
            <a:r>
              <a:rPr lang="en" altLang="zh-TW" sz="1200" b="0" dirty="0">
                <a:solidFill>
                  <a:srgbClr val="3B3B3B"/>
                </a:solidFill>
                <a:effectLst/>
                <a:highlight>
                  <a:srgbClr val="FFFFFF"/>
                </a:highlight>
                <a:latin typeface="Fira Code" panose="020B0809050000020004" pitchFamily="49" charset="0"/>
              </a:rPr>
              <a:t> </a:t>
            </a:r>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Sequential</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28</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0000"/>
                </a:solidFill>
                <a:effectLst/>
                <a:highlight>
                  <a:srgbClr val="FFFFFF"/>
                </a:highlight>
                <a:latin typeface="Fira Code" panose="020B0809050000020004" pitchFamily="49" charset="0"/>
              </a:rPr>
              <a:t>*</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28</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128</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ReLU</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70C1"/>
                </a:solidFill>
                <a:effectLst/>
                <a:highlight>
                  <a:srgbClr val="FFFFFF"/>
                </a:highlight>
                <a:latin typeface="Fira Code" panose="020B0809050000020004" pitchFamily="49" charset="0"/>
              </a:rPr>
              <a:t>True</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128</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64</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ReLU</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70C1"/>
                </a:solidFill>
                <a:effectLst/>
                <a:highlight>
                  <a:srgbClr val="FFFFFF"/>
                </a:highlight>
                <a:latin typeface="Fira Code" panose="020B0809050000020004" pitchFamily="49" charset="0"/>
              </a:rPr>
              <a:t>True</a:t>
            </a:r>
            <a:r>
              <a:rPr lang="en" altLang="zh-TW" sz="1200" b="0" dirty="0">
                <a:solidFill>
                  <a:srgbClr val="3B3B3B"/>
                </a:solidFill>
                <a:effectLst/>
                <a:highlight>
                  <a:srgbClr val="FFFFFF"/>
                </a:highlight>
                <a:latin typeface="Fira Code" panose="020B0809050000020004" pitchFamily="49" charset="0"/>
              </a:rPr>
              <a:t>), </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64</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12</a:t>
            </a:r>
            <a:r>
              <a:rPr lang="en" altLang="zh-TW" sz="1200" b="0" dirty="0">
                <a:solidFill>
                  <a:srgbClr val="3B3B3B"/>
                </a:solidFill>
                <a:effectLst/>
                <a:highlight>
                  <a:srgbClr val="FFFFFF"/>
                </a:highlight>
                <a:latin typeface="Fira Code" panose="020B0809050000020004" pitchFamily="49" charset="0"/>
              </a:rPr>
              <a:t>), </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ReLU</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70C1"/>
                </a:solidFill>
                <a:effectLst/>
                <a:highlight>
                  <a:srgbClr val="FFFFFF"/>
                </a:highlight>
                <a:latin typeface="Fira Code" panose="020B0809050000020004" pitchFamily="49" charset="0"/>
              </a:rPr>
              <a:t>True</a:t>
            </a:r>
            <a:r>
              <a:rPr lang="en" altLang="zh-TW" sz="1200" b="0" dirty="0">
                <a:solidFill>
                  <a:srgbClr val="3B3B3B"/>
                </a:solidFill>
                <a:effectLst/>
                <a:highlight>
                  <a:srgbClr val="FFFFFF"/>
                </a:highlight>
                <a:latin typeface="Fira Code" panose="020B0809050000020004" pitchFamily="49" charset="0"/>
              </a:rPr>
              <a:t>), </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12</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3</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001080"/>
                </a:solidFill>
                <a:effectLst/>
                <a:highlight>
                  <a:srgbClr val="FFFFFF"/>
                </a:highlight>
                <a:latin typeface="Fira Code" panose="020B0809050000020004" pitchFamily="49" charset="0"/>
              </a:rPr>
              <a:t>self</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001080"/>
                </a:solidFill>
                <a:effectLst/>
                <a:highlight>
                  <a:srgbClr val="FFFFFF"/>
                </a:highlight>
                <a:latin typeface="Fira Code" panose="020B0809050000020004" pitchFamily="49" charset="0"/>
              </a:rPr>
              <a:t>decoder</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0000"/>
                </a:solidFill>
                <a:effectLst/>
                <a:highlight>
                  <a:srgbClr val="FFFFFF"/>
                </a:highlight>
                <a:latin typeface="Fira Code" panose="020B0809050000020004" pitchFamily="49" charset="0"/>
              </a:rPr>
              <a:t>=</a:t>
            </a:r>
            <a:r>
              <a:rPr lang="en" altLang="zh-TW" sz="1200" b="0" dirty="0">
                <a:solidFill>
                  <a:srgbClr val="3B3B3B"/>
                </a:solidFill>
                <a:effectLst/>
                <a:highlight>
                  <a:srgbClr val="FFFFFF"/>
                </a:highlight>
                <a:latin typeface="Fira Code" panose="020B0809050000020004" pitchFamily="49" charset="0"/>
              </a:rPr>
              <a:t> </a:t>
            </a:r>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Sequential</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3</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12</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ReLU</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70C1"/>
                </a:solidFill>
                <a:effectLst/>
                <a:highlight>
                  <a:srgbClr val="FFFFFF"/>
                </a:highlight>
                <a:latin typeface="Fira Code" panose="020B0809050000020004" pitchFamily="49" charset="0"/>
              </a:rPr>
              <a:t>True</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12</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64</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ReLU</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70C1"/>
                </a:solidFill>
                <a:effectLst/>
                <a:highlight>
                  <a:srgbClr val="FFFFFF"/>
                </a:highlight>
                <a:latin typeface="Fira Code" panose="020B0809050000020004" pitchFamily="49" charset="0"/>
              </a:rPr>
              <a:t>True</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64</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128</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ReLU</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70C1"/>
                </a:solidFill>
                <a:effectLst/>
                <a:highlight>
                  <a:srgbClr val="FFFFFF"/>
                </a:highlight>
                <a:latin typeface="Fira Code" panose="020B0809050000020004" pitchFamily="49" charset="0"/>
              </a:rPr>
              <a:t>True</a:t>
            </a:r>
            <a:r>
              <a:rPr lang="en" altLang="zh-TW" sz="1200" b="0" dirty="0">
                <a:solidFill>
                  <a:srgbClr val="3B3B3B"/>
                </a:solidFill>
                <a:effectLst/>
                <a:highlight>
                  <a:srgbClr val="FFFFFF"/>
                </a:highlight>
                <a:latin typeface="Fira Code" panose="020B0809050000020004" pitchFamily="49" charset="0"/>
              </a:rPr>
              <a:t>), </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Linear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98658"/>
                </a:solidFill>
                <a:effectLst/>
                <a:highlight>
                  <a:srgbClr val="FFFFFF"/>
                </a:highlight>
                <a:latin typeface="Fira Code" panose="020B0809050000020004" pitchFamily="49" charset="0"/>
              </a:rPr>
              <a:t>128</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28</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0000"/>
                </a:solidFill>
                <a:effectLst/>
                <a:highlight>
                  <a:srgbClr val="FFFFFF"/>
                </a:highlight>
                <a:latin typeface="Fira Code" panose="020B0809050000020004" pitchFamily="49" charset="0"/>
              </a:rPr>
              <a:t>*</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98658"/>
                </a:solidFill>
                <a:effectLst/>
                <a:highlight>
                  <a:srgbClr val="FFFFFF"/>
                </a:highlight>
                <a:latin typeface="Fira Code" panose="020B0809050000020004" pitchFamily="49" charset="0"/>
              </a:rPr>
              <a:t>28</a:t>
            </a:r>
            <a:r>
              <a:rPr lang="en" altLang="zh-TW" sz="1200" b="0" dirty="0">
                <a:solidFill>
                  <a:srgbClr val="3B3B3B"/>
                </a:solidFill>
                <a:effectLst/>
                <a:highlight>
                  <a:srgbClr val="FFFFFF"/>
                </a:highlight>
                <a:latin typeface="Fira Code" panose="020B0809050000020004" pitchFamily="49" charset="0"/>
              </a:rPr>
              <a:t>), </a:t>
            </a:r>
          </a:p>
          <a:p>
            <a:pPr lvl="2"/>
            <a:r>
              <a:rPr lang="en" altLang="zh-TW" sz="1200" b="0" dirty="0" err="1">
                <a:solidFill>
                  <a:srgbClr val="267F99"/>
                </a:solidFill>
                <a:effectLst/>
                <a:highlight>
                  <a:srgbClr val="FFFFFF"/>
                </a:highlight>
                <a:latin typeface="Fira Code" panose="020B0809050000020004" pitchFamily="49" charset="0"/>
              </a:rPr>
              <a:t>nn</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267F99"/>
                </a:solidFill>
                <a:effectLst/>
                <a:highlight>
                  <a:srgbClr val="FFFFFF"/>
                </a:highlight>
                <a:latin typeface="Fira Code" panose="020B0809050000020004" pitchFamily="49" charset="0"/>
              </a:rPr>
              <a:t>Tanh</a:t>
            </a:r>
            <a:r>
              <a:rPr lang="en" altLang="zh-TW" sz="1200" b="0" dirty="0">
                <a:solidFill>
                  <a:srgbClr val="3B3B3B"/>
                </a:solidFill>
                <a:effectLst/>
                <a:highlight>
                  <a:srgbClr val="FFFFFF"/>
                </a:highlight>
                <a:latin typeface="Fira Code" panose="020B0809050000020004" pitchFamily="49" charset="0"/>
              </a:rPr>
              <a:t>()</a:t>
            </a:r>
          </a:p>
          <a:p>
            <a:pPr lvl="2"/>
            <a:r>
              <a:rPr lang="en" altLang="zh-TW" sz="1200" b="0" dirty="0">
                <a:solidFill>
                  <a:srgbClr val="3B3B3B"/>
                </a:solidFill>
                <a:effectLst/>
                <a:highlight>
                  <a:srgbClr val="FFFFFF"/>
                </a:highlight>
                <a:latin typeface="Fira Code" panose="020B0809050000020004" pitchFamily="49" charset="0"/>
              </a:rPr>
              <a:t>)</a:t>
            </a:r>
            <a:br>
              <a:rPr lang="en" altLang="zh-TW" sz="1200" b="0" dirty="0">
                <a:solidFill>
                  <a:srgbClr val="3B3B3B"/>
                </a:solidFill>
                <a:effectLst/>
                <a:highlight>
                  <a:srgbClr val="FFFFFF"/>
                </a:highlight>
                <a:latin typeface="Fira Code" panose="020B0809050000020004" pitchFamily="49" charset="0"/>
              </a:rPr>
            </a:br>
            <a:r>
              <a:rPr lang="en" altLang="zh-TW" sz="1200" b="0" dirty="0">
                <a:solidFill>
                  <a:srgbClr val="0000FF"/>
                </a:solidFill>
                <a:effectLst/>
                <a:highlight>
                  <a:srgbClr val="FFFFFF"/>
                </a:highlight>
                <a:latin typeface="Fira Code" panose="020B0809050000020004" pitchFamily="49" charset="0"/>
              </a:rPr>
              <a:t>def</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795E26"/>
                </a:solidFill>
                <a:effectLst/>
                <a:highlight>
                  <a:srgbClr val="FFFFFF"/>
                </a:highlight>
                <a:latin typeface="Fira Code" panose="020B0809050000020004" pitchFamily="49" charset="0"/>
              </a:rPr>
              <a:t>forward</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1080"/>
                </a:solidFill>
                <a:effectLst/>
                <a:highlight>
                  <a:srgbClr val="FFFFFF"/>
                </a:highlight>
                <a:latin typeface="Fira Code" panose="020B0809050000020004" pitchFamily="49" charset="0"/>
              </a:rPr>
              <a:t>self</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1080"/>
                </a:solidFill>
                <a:effectLst/>
                <a:highlight>
                  <a:srgbClr val="FFFFFF"/>
                </a:highlight>
                <a:latin typeface="Fira Code" panose="020B0809050000020004" pitchFamily="49" charset="0"/>
              </a:rPr>
              <a:t>x</a:t>
            </a:r>
            <a:r>
              <a:rPr lang="en" altLang="zh-TW" sz="1200" b="0" dirty="0">
                <a:solidFill>
                  <a:srgbClr val="3B3B3B"/>
                </a:solidFill>
                <a:effectLst/>
                <a:highlight>
                  <a:srgbClr val="FFFFFF"/>
                </a:highlight>
                <a:latin typeface="Fira Code" panose="020B0809050000020004" pitchFamily="49" charset="0"/>
              </a:rPr>
              <a:t>):</a:t>
            </a:r>
          </a:p>
          <a:p>
            <a:pPr lvl="1"/>
            <a:r>
              <a:rPr lang="en" altLang="zh-TW" sz="1200" b="0" dirty="0">
                <a:solidFill>
                  <a:srgbClr val="001080"/>
                </a:solidFill>
                <a:effectLst/>
                <a:highlight>
                  <a:srgbClr val="FFFFFF"/>
                </a:highlight>
                <a:latin typeface="Fira Code" panose="020B0809050000020004" pitchFamily="49" charset="0"/>
              </a:rPr>
              <a:t>x</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0000"/>
                </a:solidFill>
                <a:effectLst/>
                <a:highlight>
                  <a:srgbClr val="FFFFFF"/>
                </a:highlight>
                <a:latin typeface="Fira Code" panose="020B0809050000020004" pitchFamily="49" charset="0"/>
              </a:rPr>
              <a:t>=</a:t>
            </a:r>
            <a:r>
              <a:rPr lang="en" altLang="zh-TW" sz="1200" b="0" dirty="0">
                <a:solidFill>
                  <a:srgbClr val="3B3B3B"/>
                </a:solidFill>
                <a:effectLst/>
                <a:highlight>
                  <a:srgbClr val="FFFFFF"/>
                </a:highlight>
                <a:latin typeface="Fira Code" panose="020B0809050000020004" pitchFamily="49" charset="0"/>
              </a:rPr>
              <a:t> </a:t>
            </a:r>
            <a:r>
              <a:rPr lang="en" altLang="zh-TW" sz="1200" b="0" dirty="0" err="1">
                <a:solidFill>
                  <a:srgbClr val="001080"/>
                </a:solidFill>
                <a:effectLst/>
                <a:highlight>
                  <a:srgbClr val="FFFFFF"/>
                </a:highlight>
                <a:latin typeface="Fira Code" panose="020B0809050000020004" pitchFamily="49" charset="0"/>
              </a:rPr>
              <a:t>self</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001080"/>
                </a:solidFill>
                <a:effectLst/>
                <a:highlight>
                  <a:srgbClr val="FFFFFF"/>
                </a:highlight>
                <a:latin typeface="Fira Code" panose="020B0809050000020004" pitchFamily="49" charset="0"/>
              </a:rPr>
              <a:t>encoder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1080"/>
                </a:solidFill>
                <a:effectLst/>
                <a:highlight>
                  <a:srgbClr val="FFFFFF"/>
                </a:highlight>
                <a:latin typeface="Fira Code" panose="020B0809050000020004" pitchFamily="49" charset="0"/>
              </a:rPr>
              <a:t>x</a:t>
            </a:r>
            <a:r>
              <a:rPr lang="en" altLang="zh-TW" sz="1200" b="0" dirty="0">
                <a:solidFill>
                  <a:srgbClr val="3B3B3B"/>
                </a:solidFill>
                <a:effectLst/>
                <a:highlight>
                  <a:srgbClr val="FFFFFF"/>
                </a:highlight>
                <a:latin typeface="Fira Code" panose="020B0809050000020004" pitchFamily="49" charset="0"/>
              </a:rPr>
              <a:t>)</a:t>
            </a:r>
          </a:p>
          <a:p>
            <a:pPr lvl="1"/>
            <a:r>
              <a:rPr lang="en" altLang="zh-TW" sz="1200" b="0" dirty="0">
                <a:solidFill>
                  <a:srgbClr val="001080"/>
                </a:solidFill>
                <a:effectLst/>
                <a:highlight>
                  <a:srgbClr val="FFFFFF"/>
                </a:highlight>
                <a:latin typeface="Fira Code" panose="020B0809050000020004" pitchFamily="49" charset="0"/>
              </a:rPr>
              <a:t>x</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0000"/>
                </a:solidFill>
                <a:effectLst/>
                <a:highlight>
                  <a:srgbClr val="FFFFFF"/>
                </a:highlight>
                <a:latin typeface="Fira Code" panose="020B0809050000020004" pitchFamily="49" charset="0"/>
              </a:rPr>
              <a:t>=</a:t>
            </a:r>
            <a:r>
              <a:rPr lang="en" altLang="zh-TW" sz="1200" b="0" dirty="0">
                <a:solidFill>
                  <a:srgbClr val="3B3B3B"/>
                </a:solidFill>
                <a:effectLst/>
                <a:highlight>
                  <a:srgbClr val="FFFFFF"/>
                </a:highlight>
                <a:latin typeface="Fira Code" panose="020B0809050000020004" pitchFamily="49" charset="0"/>
              </a:rPr>
              <a:t> </a:t>
            </a:r>
            <a:r>
              <a:rPr lang="en" altLang="zh-TW" sz="1200" b="0" dirty="0" err="1">
                <a:solidFill>
                  <a:srgbClr val="001080"/>
                </a:solidFill>
                <a:effectLst/>
                <a:highlight>
                  <a:srgbClr val="FFFFFF"/>
                </a:highlight>
                <a:latin typeface="Fira Code" panose="020B0809050000020004" pitchFamily="49" charset="0"/>
              </a:rPr>
              <a:t>self</a:t>
            </a:r>
            <a:r>
              <a:rPr lang="en" altLang="zh-TW" sz="1200" b="0" dirty="0" err="1">
                <a:solidFill>
                  <a:srgbClr val="3B3B3B"/>
                </a:solidFill>
                <a:effectLst/>
                <a:highlight>
                  <a:srgbClr val="FFFFFF"/>
                </a:highlight>
                <a:latin typeface="Fira Code" panose="020B0809050000020004" pitchFamily="49" charset="0"/>
              </a:rPr>
              <a:t>.</a:t>
            </a:r>
            <a:r>
              <a:rPr lang="en" altLang="zh-TW" sz="1200" b="0" dirty="0" err="1">
                <a:solidFill>
                  <a:srgbClr val="001080"/>
                </a:solidFill>
                <a:effectLst/>
                <a:highlight>
                  <a:srgbClr val="FFFFFF"/>
                </a:highlight>
                <a:latin typeface="Fira Code" panose="020B0809050000020004" pitchFamily="49" charset="0"/>
              </a:rPr>
              <a:t>decoder</a:t>
            </a:r>
            <a:r>
              <a:rPr lang="en" altLang="zh-TW" sz="1200" b="0" dirty="0">
                <a:solidFill>
                  <a:srgbClr val="3B3B3B"/>
                </a:solidFill>
                <a:effectLst/>
                <a:highlight>
                  <a:srgbClr val="FFFFFF"/>
                </a:highlight>
                <a:latin typeface="Fira Code" panose="020B0809050000020004" pitchFamily="49" charset="0"/>
              </a:rPr>
              <a:t>(</a:t>
            </a:r>
            <a:r>
              <a:rPr lang="en" altLang="zh-TW" sz="1200" b="0" dirty="0">
                <a:solidFill>
                  <a:srgbClr val="001080"/>
                </a:solidFill>
                <a:effectLst/>
                <a:highlight>
                  <a:srgbClr val="FFFFFF"/>
                </a:highlight>
                <a:latin typeface="Fira Code" panose="020B0809050000020004" pitchFamily="49" charset="0"/>
              </a:rPr>
              <a:t>x</a:t>
            </a:r>
            <a:r>
              <a:rPr lang="en" altLang="zh-TW" sz="1200" b="0" dirty="0">
                <a:solidFill>
                  <a:srgbClr val="3B3B3B"/>
                </a:solidFill>
                <a:effectLst/>
                <a:highlight>
                  <a:srgbClr val="FFFFFF"/>
                </a:highlight>
                <a:latin typeface="Fira Code" panose="020B0809050000020004" pitchFamily="49" charset="0"/>
              </a:rPr>
              <a:t>)</a:t>
            </a:r>
          </a:p>
          <a:p>
            <a:pPr lvl="1"/>
            <a:r>
              <a:rPr lang="en" altLang="zh-TW" sz="1200" b="0" dirty="0">
                <a:solidFill>
                  <a:srgbClr val="AF00DB"/>
                </a:solidFill>
                <a:effectLst/>
                <a:highlight>
                  <a:srgbClr val="FFFFFF"/>
                </a:highlight>
                <a:latin typeface="Fira Code" panose="020B0809050000020004" pitchFamily="49" charset="0"/>
              </a:rPr>
              <a:t>return</a:t>
            </a:r>
            <a:r>
              <a:rPr lang="en" altLang="zh-TW" sz="1200" b="0" dirty="0">
                <a:solidFill>
                  <a:srgbClr val="3B3B3B"/>
                </a:solidFill>
                <a:effectLst/>
                <a:highlight>
                  <a:srgbClr val="FFFFFF"/>
                </a:highlight>
                <a:latin typeface="Fira Code" panose="020B0809050000020004" pitchFamily="49" charset="0"/>
              </a:rPr>
              <a:t> </a:t>
            </a:r>
            <a:r>
              <a:rPr lang="en" altLang="zh-TW" sz="1200" b="0" dirty="0">
                <a:solidFill>
                  <a:srgbClr val="001080"/>
                </a:solidFill>
                <a:effectLst/>
                <a:highlight>
                  <a:srgbClr val="FFFFFF"/>
                </a:highlight>
                <a:latin typeface="Fira Code" panose="020B0809050000020004" pitchFamily="49" charset="0"/>
              </a:rPr>
              <a:t>x</a:t>
            </a:r>
            <a:endParaRPr lang="en" altLang="zh-TW" sz="1200" b="0" dirty="0">
              <a:solidFill>
                <a:srgbClr val="3B3B3B"/>
              </a:solidFill>
              <a:effectLst/>
              <a:highlight>
                <a:srgbClr val="FFFFFF"/>
              </a:highlight>
              <a:latin typeface="Fira Code" panose="020B0809050000020004" pitchFamily="49" charset="0"/>
            </a:endParaRPr>
          </a:p>
        </p:txBody>
      </p:sp>
      <p:sp>
        <p:nvSpPr>
          <p:cNvPr id="7" name="直線圖說文字 1 6">
            <a:extLst>
              <a:ext uri="{FF2B5EF4-FFF2-40B4-BE49-F238E27FC236}">
                <a16:creationId xmlns:a16="http://schemas.microsoft.com/office/drawing/2014/main" id="{7E897DA9-3306-A12D-DC1B-B4537C11DFD6}"/>
              </a:ext>
            </a:extLst>
          </p:cNvPr>
          <p:cNvSpPr/>
          <p:nvPr/>
        </p:nvSpPr>
        <p:spPr>
          <a:xfrm>
            <a:off x="5781173" y="1690688"/>
            <a:ext cx="1065198" cy="503872"/>
          </a:xfrm>
          <a:prstGeom prst="borderCallout1">
            <a:avLst>
              <a:gd name="adj1" fmla="val 100891"/>
              <a:gd name="adj2" fmla="val 47691"/>
              <a:gd name="adj3" fmla="val 167898"/>
              <a:gd name="adj4" fmla="val 2853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還原圖</a:t>
            </a:r>
          </a:p>
        </p:txBody>
      </p:sp>
      <p:sp>
        <p:nvSpPr>
          <p:cNvPr id="8" name="直線圖說文字 1 7">
            <a:extLst>
              <a:ext uri="{FF2B5EF4-FFF2-40B4-BE49-F238E27FC236}">
                <a16:creationId xmlns:a16="http://schemas.microsoft.com/office/drawing/2014/main" id="{03B31858-F2FF-FAB4-09D9-0C7654EDD998}"/>
              </a:ext>
            </a:extLst>
          </p:cNvPr>
          <p:cNvSpPr/>
          <p:nvPr/>
        </p:nvSpPr>
        <p:spPr>
          <a:xfrm>
            <a:off x="7319611" y="1685725"/>
            <a:ext cx="1065198" cy="503872"/>
          </a:xfrm>
          <a:prstGeom prst="borderCallout1">
            <a:avLst>
              <a:gd name="adj1" fmla="val 79878"/>
              <a:gd name="adj2" fmla="val -4719"/>
              <a:gd name="adj3" fmla="val 167898"/>
              <a:gd name="adj4" fmla="val -5098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原始圖</a:t>
            </a:r>
          </a:p>
        </p:txBody>
      </p:sp>
      <p:cxnSp>
        <p:nvCxnSpPr>
          <p:cNvPr id="10" name="直線接點 9">
            <a:extLst>
              <a:ext uri="{FF2B5EF4-FFF2-40B4-BE49-F238E27FC236}">
                <a16:creationId xmlns:a16="http://schemas.microsoft.com/office/drawing/2014/main" id="{C51985F3-CE83-BE78-FAF3-72435635ED53}"/>
              </a:ext>
            </a:extLst>
          </p:cNvPr>
          <p:cNvCxnSpPr>
            <a:cxnSpLocks/>
            <a:stCxn id="7" idx="1"/>
          </p:cNvCxnSpPr>
          <p:nvPr/>
        </p:nvCxnSpPr>
        <p:spPr>
          <a:xfrm>
            <a:off x="6313772" y="2194560"/>
            <a:ext cx="1005839" cy="29851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6386DDFF-6704-97E7-682E-872A3DA0709F}"/>
              </a:ext>
            </a:extLst>
          </p:cNvPr>
          <p:cNvCxnSpPr>
            <a:cxnSpLocks/>
          </p:cNvCxnSpPr>
          <p:nvPr/>
        </p:nvCxnSpPr>
        <p:spPr>
          <a:xfrm>
            <a:off x="7852210" y="2189597"/>
            <a:ext cx="0" cy="29851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7941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9A0649-0AF4-B647-0402-49330E415CAF}"/>
              </a:ext>
            </a:extLst>
          </p:cNvPr>
          <p:cNvSpPr>
            <a:spLocks noGrp="1"/>
          </p:cNvSpPr>
          <p:nvPr>
            <p:ph type="title"/>
          </p:nvPr>
        </p:nvSpPr>
        <p:spPr/>
        <p:txBody>
          <a:bodyPr/>
          <a:lstStyle/>
          <a:p>
            <a:r>
              <a:rPr kumimoji="1" lang="en-US" altLang="zh-TW" dirty="0" err="1"/>
              <a:t>AutoEncoder</a:t>
            </a:r>
            <a:r>
              <a:rPr kumimoji="1" lang="zh-TW" altLang="en-US" dirty="0"/>
              <a:t>自編碼器</a:t>
            </a:r>
          </a:p>
        </p:txBody>
      </p:sp>
      <p:sp>
        <p:nvSpPr>
          <p:cNvPr id="3" name="內容版面配置區 2">
            <a:extLst>
              <a:ext uri="{FF2B5EF4-FFF2-40B4-BE49-F238E27FC236}">
                <a16:creationId xmlns:a16="http://schemas.microsoft.com/office/drawing/2014/main" id="{7A2ED7B5-9DBB-ED60-4CE7-26779CFCDD18}"/>
              </a:ext>
            </a:extLst>
          </p:cNvPr>
          <p:cNvSpPr>
            <a:spLocks noGrp="1"/>
          </p:cNvSpPr>
          <p:nvPr>
            <p:ph idx="1"/>
          </p:nvPr>
        </p:nvSpPr>
        <p:spPr/>
        <p:txBody>
          <a:bodyPr/>
          <a:lstStyle/>
          <a:p>
            <a:r>
              <a:rPr kumimoji="1" lang="zh-TW" altLang="en-US" dirty="0"/>
              <a:t>或是我們把一張原圖加上隨機的雜訊後，希望自編碼器可以學習還原回原圖</a:t>
            </a:r>
          </a:p>
        </p:txBody>
      </p:sp>
      <p:pic>
        <p:nvPicPr>
          <p:cNvPr id="3074" name="Picture 2">
            <a:extLst>
              <a:ext uri="{FF2B5EF4-FFF2-40B4-BE49-F238E27FC236}">
                <a16:creationId xmlns:a16="http://schemas.microsoft.com/office/drawing/2014/main" id="{EC973FE7-1BAE-4723-9592-845F36374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800" y="2854061"/>
            <a:ext cx="10160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5AAAB4D4-7781-DAE9-9409-6DCFE3F02113}"/>
              </a:ext>
            </a:extLst>
          </p:cNvPr>
          <p:cNvSpPr txBox="1"/>
          <p:nvPr/>
        </p:nvSpPr>
        <p:spPr>
          <a:xfrm>
            <a:off x="423333" y="6169709"/>
            <a:ext cx="11472334" cy="584775"/>
          </a:xfrm>
          <a:prstGeom prst="rect">
            <a:avLst/>
          </a:prstGeom>
          <a:noFill/>
        </p:spPr>
        <p:txBody>
          <a:bodyPr wrap="square">
            <a:spAutoFit/>
          </a:bodyPr>
          <a:lstStyle/>
          <a:p>
            <a:r>
              <a:rPr lang="zh-TW" altLang="en-US" sz="1600" dirty="0"/>
              <a:t>https://chih-sheng-huang821.medium.com/pytorch%E6%89%8B%E6%8A%8A%E6%89%8B%E5%AF%A6%E4%BD%9C-autoencoder-f5a048fcab5b</a:t>
            </a:r>
          </a:p>
        </p:txBody>
      </p:sp>
    </p:spTree>
    <p:extLst>
      <p:ext uri="{BB962C8B-B14F-4D97-AF65-F5344CB8AC3E}">
        <p14:creationId xmlns:p14="http://schemas.microsoft.com/office/powerpoint/2010/main" val="1321680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073C04-42E9-B48B-7B28-614B38F1DAA4}"/>
              </a:ext>
            </a:extLst>
          </p:cNvPr>
          <p:cNvSpPr>
            <a:spLocks noGrp="1"/>
          </p:cNvSpPr>
          <p:nvPr>
            <p:ph type="title"/>
          </p:nvPr>
        </p:nvSpPr>
        <p:spPr/>
        <p:txBody>
          <a:bodyPr/>
          <a:lstStyle/>
          <a:p>
            <a:r>
              <a:rPr kumimoji="1" lang="zh-TW" altLang="en-US" dirty="0"/>
              <a:t>變分自動編碼器（</a:t>
            </a:r>
            <a:r>
              <a:rPr kumimoji="1" lang="en" altLang="zh-TW" dirty="0"/>
              <a:t>variational autoencoder</a:t>
            </a:r>
            <a:r>
              <a:rPr kumimoji="1" lang="zh-TW" altLang="en" dirty="0"/>
              <a:t>）</a:t>
            </a:r>
            <a:endParaRPr kumimoji="1" lang="zh-TW" altLang="en-US" dirty="0"/>
          </a:p>
        </p:txBody>
      </p:sp>
      <p:sp>
        <p:nvSpPr>
          <p:cNvPr id="3" name="內容版面配置區 2">
            <a:extLst>
              <a:ext uri="{FF2B5EF4-FFF2-40B4-BE49-F238E27FC236}">
                <a16:creationId xmlns:a16="http://schemas.microsoft.com/office/drawing/2014/main" id="{A84E238C-0BA3-4F37-6918-15B34BF1FBA4}"/>
              </a:ext>
            </a:extLst>
          </p:cNvPr>
          <p:cNvSpPr>
            <a:spLocks noGrp="1"/>
          </p:cNvSpPr>
          <p:nvPr>
            <p:ph idx="1"/>
          </p:nvPr>
        </p:nvSpPr>
        <p:spPr>
          <a:xfrm>
            <a:off x="838200" y="1825625"/>
            <a:ext cx="5257800" cy="4351338"/>
          </a:xfrm>
        </p:spPr>
        <p:txBody>
          <a:bodyPr>
            <a:normAutofit/>
          </a:bodyPr>
          <a:lstStyle/>
          <a:p>
            <a:r>
              <a:rPr kumimoji="1" lang="zh-TW" altLang="en-US" dirty="0"/>
              <a:t>標準自編碼器面臨的問題</a:t>
            </a:r>
          </a:p>
          <a:p>
            <a:pPr lvl="1"/>
            <a:r>
              <a:rPr kumimoji="1" lang="zh-TW" altLang="en-US" dirty="0"/>
              <a:t>標準自編碼器能學習生成緊湊的數據表達並重建輸入數據</a:t>
            </a:r>
            <a:endParaRPr kumimoji="1" lang="en-US" altLang="zh-TW" dirty="0"/>
          </a:p>
          <a:p>
            <a:pPr lvl="1"/>
            <a:r>
              <a:rPr kumimoji="1" lang="zh-TW" altLang="en-US" dirty="0"/>
              <a:t>然而除了像</a:t>
            </a:r>
            <a:r>
              <a:rPr kumimoji="1" lang="zh-TW" altLang="en-US" u="sng" dirty="0">
                <a:solidFill>
                  <a:srgbClr val="FF0000"/>
                </a:solidFill>
              </a:rPr>
              <a:t>去雜訊自編碼器</a:t>
            </a:r>
            <a:r>
              <a:rPr kumimoji="1" lang="zh-TW" altLang="en-US" dirty="0"/>
              <a:t>等為數不多的應用外，它的應用卻極其有限。</a:t>
            </a:r>
            <a:endParaRPr kumimoji="1" lang="en-US" altLang="zh-TW" dirty="0"/>
          </a:p>
          <a:p>
            <a:pPr lvl="1"/>
            <a:r>
              <a:rPr kumimoji="1" lang="zh-TW" altLang="en-US" dirty="0"/>
              <a:t>其根本原因在於自編碼器將輸入轉換為隱含空間中的表達並</a:t>
            </a:r>
            <a:r>
              <a:rPr kumimoji="1" lang="zh-TW" altLang="en-US" u="sng" dirty="0"/>
              <a:t>不是連續的</a:t>
            </a:r>
            <a:r>
              <a:rPr kumimoji="1" lang="zh-TW" altLang="en-US" dirty="0"/>
              <a:t>，使得其中的插值和擾動難以完成。</a:t>
            </a:r>
          </a:p>
        </p:txBody>
      </p:sp>
      <p:pic>
        <p:nvPicPr>
          <p:cNvPr id="4100" name="Picture 4">
            <a:extLst>
              <a:ext uri="{FF2B5EF4-FFF2-40B4-BE49-F238E27FC236}">
                <a16:creationId xmlns:a16="http://schemas.microsoft.com/office/drawing/2014/main" id="{1D2B7D53-AA1F-9205-EA97-C53AB8010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17" y="1825624"/>
            <a:ext cx="4207637" cy="4487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496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5D4707-D5C3-574F-979B-7B77F0B7F46F}"/>
              </a:ext>
            </a:extLst>
          </p:cNvPr>
          <p:cNvSpPr>
            <a:spLocks noGrp="1"/>
          </p:cNvSpPr>
          <p:nvPr>
            <p:ph type="title"/>
          </p:nvPr>
        </p:nvSpPr>
        <p:spPr/>
        <p:txBody>
          <a:bodyPr/>
          <a:lstStyle/>
          <a:p>
            <a:r>
              <a:rPr kumimoji="1" lang="en-US" altLang="zh-TW" dirty="0"/>
              <a:t>Variational </a:t>
            </a:r>
            <a:r>
              <a:rPr kumimoji="1" lang="en-US" altLang="zh-TW" dirty="0" err="1"/>
              <a:t>AutoEncoder</a:t>
            </a:r>
            <a:r>
              <a:rPr kumimoji="1" lang="zh-TW" altLang="en-US" dirty="0"/>
              <a:t>變分自編碼器</a:t>
            </a:r>
          </a:p>
        </p:txBody>
      </p:sp>
      <p:sp>
        <p:nvSpPr>
          <p:cNvPr id="3" name="內容版面配置區 2">
            <a:extLst>
              <a:ext uri="{FF2B5EF4-FFF2-40B4-BE49-F238E27FC236}">
                <a16:creationId xmlns:a16="http://schemas.microsoft.com/office/drawing/2014/main" id="{A8598A65-B365-38F0-3D4F-B44B3075A04C}"/>
              </a:ext>
            </a:extLst>
          </p:cNvPr>
          <p:cNvSpPr>
            <a:spLocks noGrp="1"/>
          </p:cNvSpPr>
          <p:nvPr>
            <p:ph idx="1"/>
          </p:nvPr>
        </p:nvSpPr>
        <p:spPr/>
        <p:txBody>
          <a:bodyPr/>
          <a:lstStyle/>
          <a:p>
            <a:r>
              <a:rPr kumimoji="1" lang="zh-TW" altLang="en-US" dirty="0"/>
              <a:t>基本上</a:t>
            </a:r>
            <a:r>
              <a:rPr kumimoji="1" lang="en-US" altLang="zh-TW" dirty="0" err="1"/>
              <a:t>AutoEncoder</a:t>
            </a:r>
            <a:r>
              <a:rPr kumimoji="1" lang="zh-TW" altLang="en-US" dirty="0"/>
              <a:t>算出來的</a:t>
            </a:r>
            <a:r>
              <a:rPr kumimoji="1" lang="en-US" altLang="zh-TW" dirty="0"/>
              <a:t>latent</a:t>
            </a:r>
            <a:r>
              <a:rPr kumimoji="1" lang="zh-TW" altLang="en-US" dirty="0"/>
              <a:t> </a:t>
            </a:r>
            <a:r>
              <a:rPr kumimoji="1" lang="en-US" altLang="zh-TW" dirty="0"/>
              <a:t>vector</a:t>
            </a:r>
            <a:r>
              <a:rPr kumimoji="1" lang="zh-TW" altLang="en-US" dirty="0"/>
              <a:t>是不可控的，沒辦法控制的最大問題在於，如果想要用</a:t>
            </a:r>
            <a:r>
              <a:rPr kumimoji="1" lang="en-US" altLang="zh-TW" dirty="0"/>
              <a:t>decoder</a:t>
            </a:r>
            <a:r>
              <a:rPr kumimoji="1" lang="zh-TW" altLang="en-US" dirty="0"/>
              <a:t>去「生成」假的手寫數字是不太可能的</a:t>
            </a:r>
            <a:endParaRPr kumimoji="1" lang="en-US" altLang="zh-TW" dirty="0"/>
          </a:p>
          <a:p>
            <a:r>
              <a:rPr kumimoji="1" lang="zh-TW" altLang="en-US" dirty="0"/>
              <a:t>所以產生一個叫</a:t>
            </a:r>
            <a:r>
              <a:rPr kumimoji="1" lang="en-US" altLang="zh-TW" dirty="0"/>
              <a:t>Variational</a:t>
            </a:r>
            <a:r>
              <a:rPr kumimoji="1" lang="zh-TW" altLang="en-US" dirty="0"/>
              <a:t> </a:t>
            </a:r>
            <a:r>
              <a:rPr kumimoji="1" lang="en" altLang="zh-TW" dirty="0"/>
              <a:t>Autoencoders</a:t>
            </a:r>
            <a:r>
              <a:rPr kumimoji="1" lang="zh-TW" altLang="en-US" dirty="0"/>
              <a:t> </a:t>
            </a:r>
            <a:r>
              <a:rPr kumimoji="1" lang="en-US" altLang="zh-TW" dirty="0"/>
              <a:t>(VAE)</a:t>
            </a:r>
            <a:r>
              <a:rPr kumimoji="1" lang="zh-TW" altLang="en-US" dirty="0"/>
              <a:t>的架構</a:t>
            </a:r>
          </a:p>
        </p:txBody>
      </p:sp>
      <p:pic>
        <p:nvPicPr>
          <p:cNvPr id="4098" name="Picture 2">
            <a:extLst>
              <a:ext uri="{FF2B5EF4-FFF2-40B4-BE49-F238E27FC236}">
                <a16:creationId xmlns:a16="http://schemas.microsoft.com/office/drawing/2014/main" id="{D0042A07-A38C-F776-1209-91DE0486F9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3933" y="3631375"/>
            <a:ext cx="6129867" cy="307052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116C323D-EC89-8239-7DA5-543F9D2AB4C6}"/>
              </a:ext>
            </a:extLst>
          </p:cNvPr>
          <p:cNvSpPr txBox="1"/>
          <p:nvPr/>
        </p:nvSpPr>
        <p:spPr>
          <a:xfrm>
            <a:off x="135467" y="6332563"/>
            <a:ext cx="3742266" cy="369332"/>
          </a:xfrm>
          <a:prstGeom prst="rect">
            <a:avLst/>
          </a:prstGeom>
          <a:noFill/>
        </p:spPr>
        <p:txBody>
          <a:bodyPr wrap="square">
            <a:spAutoFit/>
          </a:bodyPr>
          <a:lstStyle/>
          <a:p>
            <a:r>
              <a:rPr lang="zh-TW" altLang="en-US" dirty="0"/>
              <a:t>https://arxiv.org/pdf/1906.02691.pdf</a:t>
            </a:r>
          </a:p>
        </p:txBody>
      </p:sp>
    </p:spTree>
    <p:extLst>
      <p:ext uri="{BB962C8B-B14F-4D97-AF65-F5344CB8AC3E}">
        <p14:creationId xmlns:p14="http://schemas.microsoft.com/office/powerpoint/2010/main" val="8086192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6E6F64-8686-85C5-1AA7-E4921561C600}"/>
              </a:ext>
            </a:extLst>
          </p:cNvPr>
          <p:cNvSpPr>
            <a:spLocks noGrp="1"/>
          </p:cNvSpPr>
          <p:nvPr>
            <p:ph type="title"/>
          </p:nvPr>
        </p:nvSpPr>
        <p:spPr/>
        <p:txBody>
          <a:bodyPr/>
          <a:lstStyle/>
          <a:p>
            <a:r>
              <a:rPr kumimoji="1" lang="zh-TW" altLang="en-US" dirty="0"/>
              <a:t>變分自動編碼器（</a:t>
            </a:r>
            <a:r>
              <a:rPr kumimoji="1" lang="en" altLang="zh-TW" dirty="0"/>
              <a:t>variational autoencoder</a:t>
            </a:r>
            <a:r>
              <a:rPr kumimoji="1" lang="zh-TW" altLang="en" dirty="0"/>
              <a:t>）</a:t>
            </a:r>
            <a:endParaRPr kumimoji="1" lang="zh-TW" altLang="en-US" dirty="0"/>
          </a:p>
        </p:txBody>
      </p:sp>
      <p:sp>
        <p:nvSpPr>
          <p:cNvPr id="3" name="內容版面配置區 2">
            <a:extLst>
              <a:ext uri="{FF2B5EF4-FFF2-40B4-BE49-F238E27FC236}">
                <a16:creationId xmlns:a16="http://schemas.microsoft.com/office/drawing/2014/main" id="{40FA2A74-3AA4-CAEF-4549-7F344AEADAE2}"/>
              </a:ext>
            </a:extLst>
          </p:cNvPr>
          <p:cNvSpPr>
            <a:spLocks noGrp="1"/>
          </p:cNvSpPr>
          <p:nvPr>
            <p:ph idx="1"/>
          </p:nvPr>
        </p:nvSpPr>
        <p:spPr>
          <a:xfrm>
            <a:off x="838200" y="1825625"/>
            <a:ext cx="4471569" cy="4351338"/>
          </a:xfrm>
        </p:spPr>
        <p:txBody>
          <a:bodyPr>
            <a:normAutofit lnSpcReduction="10000"/>
          </a:bodyPr>
          <a:lstStyle/>
          <a:p>
            <a:r>
              <a:rPr kumimoji="1" lang="zh-TW" altLang="en-US" dirty="0"/>
              <a:t>變分自編碼器具有與標準自編碼器完全不同的特性，它的隱含空間被設計為連續的分布以便進行隨機採樣和插值，這使得它成為了有效的生成模型。</a:t>
            </a:r>
            <a:endParaRPr kumimoji="1" lang="en-US" altLang="zh-TW" dirty="0"/>
          </a:p>
          <a:p>
            <a:r>
              <a:rPr kumimoji="1" lang="zh-TW" altLang="en-US" dirty="0"/>
              <a:t>它通過很獨特的方式來實現這一特性，編碼器不是輸出先前的</a:t>
            </a:r>
            <a:r>
              <a:rPr kumimoji="1" lang="en" altLang="zh-TW" dirty="0"/>
              <a:t>n</a:t>
            </a:r>
            <a:r>
              <a:rPr kumimoji="1" lang="zh-TW" altLang="en-US" dirty="0"/>
              <a:t>維度向量而是輸出兩個</a:t>
            </a:r>
            <a:r>
              <a:rPr kumimoji="1" lang="en" altLang="zh-TW" dirty="0"/>
              <a:t>n</a:t>
            </a:r>
            <a:r>
              <a:rPr kumimoji="1" lang="zh-TW" altLang="en-US" dirty="0"/>
              <a:t>維矢量：分別是均值向量</a:t>
            </a:r>
            <a:r>
              <a:rPr kumimoji="1" lang="el-GR" altLang="zh-TW" dirty="0"/>
              <a:t>μ</a:t>
            </a:r>
            <a:r>
              <a:rPr kumimoji="1" lang="zh-TW" altLang="en-US" dirty="0"/>
              <a:t>和標準差向量</a:t>
            </a:r>
            <a:r>
              <a:rPr kumimoji="1" lang="el-GR" altLang="zh-TW" dirty="0"/>
              <a:t>σ</a:t>
            </a:r>
            <a:r>
              <a:rPr kumimoji="1" lang="zh-TW" altLang="el-GR" dirty="0"/>
              <a:t>。</a:t>
            </a:r>
            <a:endParaRPr kumimoji="1" lang="zh-TW" altLang="en-US" dirty="0"/>
          </a:p>
        </p:txBody>
      </p:sp>
      <p:pic>
        <p:nvPicPr>
          <p:cNvPr id="4" name="Picture 2">
            <a:extLst>
              <a:ext uri="{FF2B5EF4-FFF2-40B4-BE49-F238E27FC236}">
                <a16:creationId xmlns:a16="http://schemas.microsoft.com/office/drawing/2014/main" id="{69D4CCFD-DDC8-EA46-42B2-8C1F90F26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769" y="2141537"/>
            <a:ext cx="5841067"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E32F4D40-DFAB-D8A0-D3EC-328013A9228D}"/>
              </a:ext>
            </a:extLst>
          </p:cNvPr>
          <p:cNvSpPr txBox="1"/>
          <p:nvPr/>
        </p:nvSpPr>
        <p:spPr>
          <a:xfrm>
            <a:off x="921191" y="6338986"/>
            <a:ext cx="8548734" cy="307777"/>
          </a:xfrm>
          <a:prstGeom prst="rect">
            <a:avLst/>
          </a:prstGeom>
          <a:noFill/>
        </p:spPr>
        <p:txBody>
          <a:bodyPr wrap="square">
            <a:spAutoFit/>
          </a:bodyPr>
          <a:lstStyle/>
          <a:p>
            <a:r>
              <a:rPr lang="zh-TW" altLang="en-US" sz="1400" dirty="0"/>
              <a:t>https://www.youtube.com/watch?v=YNUek8ioAJk&amp;list=PLJV_el3uVTsPy9oCRY30oBPNLCo89yu49&amp;index=26</a:t>
            </a:r>
          </a:p>
        </p:txBody>
      </p:sp>
    </p:spTree>
    <p:extLst>
      <p:ext uri="{BB962C8B-B14F-4D97-AF65-F5344CB8AC3E}">
        <p14:creationId xmlns:p14="http://schemas.microsoft.com/office/powerpoint/2010/main" val="34356832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DCC2F6-94E2-1D53-B3F3-48FB81AF5EBF}"/>
              </a:ext>
            </a:extLst>
          </p:cNvPr>
          <p:cNvSpPr>
            <a:spLocks noGrp="1"/>
          </p:cNvSpPr>
          <p:nvPr>
            <p:ph type="title"/>
          </p:nvPr>
        </p:nvSpPr>
        <p:spPr/>
        <p:txBody>
          <a:bodyPr/>
          <a:lstStyle/>
          <a:p>
            <a:r>
              <a:rPr kumimoji="1" lang="en-US" altLang="zh-TW" dirty="0"/>
              <a:t>Variational </a:t>
            </a:r>
            <a:r>
              <a:rPr kumimoji="1" lang="en-US" altLang="zh-TW" dirty="0" err="1"/>
              <a:t>AutoEncoder</a:t>
            </a:r>
            <a:r>
              <a:rPr kumimoji="1" lang="zh-TW" altLang="en-US" dirty="0"/>
              <a:t>變分自編碼器</a:t>
            </a:r>
          </a:p>
        </p:txBody>
      </p:sp>
      <p:sp>
        <p:nvSpPr>
          <p:cNvPr id="3" name="內容版面配置區 2">
            <a:extLst>
              <a:ext uri="{FF2B5EF4-FFF2-40B4-BE49-F238E27FC236}">
                <a16:creationId xmlns:a16="http://schemas.microsoft.com/office/drawing/2014/main" id="{2A444283-4048-2FB4-6872-DB21A129FCE7}"/>
              </a:ext>
            </a:extLst>
          </p:cNvPr>
          <p:cNvSpPr>
            <a:spLocks noGrp="1"/>
          </p:cNvSpPr>
          <p:nvPr>
            <p:ph idx="1"/>
          </p:nvPr>
        </p:nvSpPr>
        <p:spPr/>
        <p:txBody>
          <a:bodyPr>
            <a:normAutofit fontScale="92500" lnSpcReduction="10000"/>
          </a:bodyPr>
          <a:lstStyle/>
          <a:p>
            <a:pPr>
              <a:lnSpc>
                <a:spcPct val="120000"/>
              </a:lnSpc>
              <a:spcBef>
                <a:spcPts val="0"/>
              </a:spcBef>
            </a:pPr>
            <a:r>
              <a:rPr kumimoji="1" lang="en" altLang="zh-TW" sz="2400" dirty="0"/>
              <a:t>VAE</a:t>
            </a:r>
            <a:r>
              <a:rPr kumimoji="1" lang="zh-TW" altLang="en-US" sz="2400" dirty="0"/>
              <a:t>在</a:t>
            </a:r>
            <a:r>
              <a:rPr kumimoji="1" lang="en" altLang="zh-TW" sz="2400" dirty="0"/>
              <a:t>Encoder</a:t>
            </a:r>
            <a:r>
              <a:rPr kumimoji="1" lang="zh-TW" altLang="en-US" sz="2400" dirty="0"/>
              <a:t>的部分增加了一些跟平均數以及標準差的數學運算，而這樣的處理是為了達到最後模型的生成遵從高斯分佈</a:t>
            </a:r>
            <a:endParaRPr kumimoji="1" lang="en-US" altLang="zh-TW" sz="2400" dirty="0"/>
          </a:p>
          <a:p>
            <a:pPr lvl="1">
              <a:lnSpc>
                <a:spcPct val="120000"/>
              </a:lnSpc>
              <a:spcBef>
                <a:spcPts val="0"/>
              </a:spcBef>
            </a:pPr>
            <a:r>
              <a:rPr kumimoji="1" lang="zh-TW" altLang="en-US" sz="2000" dirty="0"/>
              <a:t>也就是說</a:t>
            </a:r>
            <a:r>
              <a:rPr kumimoji="1" lang="en" altLang="zh-TW" sz="2000" dirty="0"/>
              <a:t>AE</a:t>
            </a:r>
            <a:r>
              <a:rPr kumimoji="1" lang="zh-TW" altLang="en-US" sz="2000" dirty="0"/>
              <a:t>無法達到最後資料生成的效果，但</a:t>
            </a:r>
            <a:r>
              <a:rPr kumimoji="1" lang="en" altLang="zh-TW" sz="2000" dirty="0"/>
              <a:t>VAE</a:t>
            </a:r>
            <a:r>
              <a:rPr kumimoji="1" lang="zh-TW" altLang="en-US" sz="2000" dirty="0"/>
              <a:t>可以。</a:t>
            </a:r>
          </a:p>
          <a:p>
            <a:pPr>
              <a:lnSpc>
                <a:spcPct val="120000"/>
              </a:lnSpc>
              <a:spcBef>
                <a:spcPts val="0"/>
              </a:spcBef>
            </a:pPr>
            <a:r>
              <a:rPr kumimoji="1" lang="en" altLang="zh-TW" sz="2400" dirty="0"/>
              <a:t>input</a:t>
            </a:r>
            <a:r>
              <a:rPr kumimoji="1" lang="zh-TW" altLang="en-US" sz="2400" dirty="0"/>
              <a:t>會在</a:t>
            </a:r>
            <a:r>
              <a:rPr kumimoji="1" lang="en" altLang="zh-TW" sz="2400" dirty="0"/>
              <a:t>Encoder</a:t>
            </a:r>
            <a:r>
              <a:rPr kumimoji="1" lang="zh-TW" altLang="en-US" sz="2400" dirty="0"/>
              <a:t>時進行兩部分的運算，一是進行平均數，二者是進行標準差後再經過</a:t>
            </a:r>
            <a:r>
              <a:rPr kumimoji="1" lang="zh-TW" altLang="en-US" sz="2400" u="sng" dirty="0"/>
              <a:t>指數函數</a:t>
            </a:r>
            <a:r>
              <a:rPr kumimoji="1" lang="zh-TW" altLang="en-US" sz="2400" dirty="0"/>
              <a:t>，最後再將兩者進行相加。</a:t>
            </a:r>
          </a:p>
          <a:p>
            <a:pPr>
              <a:lnSpc>
                <a:spcPct val="120000"/>
              </a:lnSpc>
              <a:spcBef>
                <a:spcPts val="0"/>
              </a:spcBef>
            </a:pPr>
            <a:r>
              <a:rPr kumimoji="1" lang="zh-TW" altLang="en-US" sz="2400" dirty="0"/>
              <a:t>因為</a:t>
            </a:r>
            <a:r>
              <a:rPr kumimoji="1" lang="en" altLang="zh-TW" sz="2400" dirty="0"/>
              <a:t>VAE</a:t>
            </a:r>
            <a:r>
              <a:rPr kumimoji="1" lang="zh-TW" altLang="en-US" sz="2400" dirty="0"/>
              <a:t>有在</a:t>
            </a:r>
            <a:r>
              <a:rPr kumimoji="1" lang="en" altLang="zh-TW" sz="2400" dirty="0"/>
              <a:t>Encoder</a:t>
            </a:r>
            <a:r>
              <a:rPr kumimoji="1" lang="zh-TW" altLang="en-US" sz="2400" dirty="0"/>
              <a:t>上加入這些數學運算，讓</a:t>
            </a:r>
            <a:r>
              <a:rPr kumimoji="1" lang="en" altLang="zh-TW" sz="2400" dirty="0"/>
              <a:t>VAE</a:t>
            </a:r>
            <a:r>
              <a:rPr kumimoji="1" lang="zh-TW" altLang="en-US" sz="2400" dirty="0"/>
              <a:t>及</a:t>
            </a:r>
            <a:r>
              <a:rPr kumimoji="1" lang="en" altLang="zh-TW" sz="2400" dirty="0"/>
              <a:t>AE</a:t>
            </a:r>
            <a:r>
              <a:rPr kumimoji="1" lang="zh-TW" altLang="en-US" sz="2400" dirty="0"/>
              <a:t>的</a:t>
            </a:r>
            <a:r>
              <a:rPr kumimoji="1" lang="en" altLang="zh-TW" sz="2400" dirty="0"/>
              <a:t>Encoder/Decoder</a:t>
            </a:r>
            <a:r>
              <a:rPr kumimoji="1" lang="zh-TW" altLang="en-US" sz="2400" dirty="0"/>
              <a:t>有類型上的不同，</a:t>
            </a:r>
            <a:r>
              <a:rPr kumimoji="1" lang="en" altLang="zh-TW" sz="2400" dirty="0"/>
              <a:t>VAE</a:t>
            </a:r>
            <a:r>
              <a:rPr kumimoji="1" lang="zh-TW" altLang="en-US" sz="2400" dirty="0"/>
              <a:t>是屬於</a:t>
            </a:r>
            <a:r>
              <a:rPr kumimoji="1" lang="en" altLang="zh-TW" sz="2400" dirty="0"/>
              <a:t>probabilistic</a:t>
            </a:r>
            <a:r>
              <a:rPr kumimoji="1" lang="zh-TW" altLang="en-US" sz="2400" dirty="0"/>
              <a:t>的（機率的） </a:t>
            </a:r>
            <a:r>
              <a:rPr kumimoji="1" lang="en-US" altLang="zh-TW" sz="2400" dirty="0"/>
              <a:t>; </a:t>
            </a:r>
            <a:r>
              <a:rPr kumimoji="1" lang="en" altLang="zh-TW" sz="2400" dirty="0"/>
              <a:t>AE</a:t>
            </a:r>
            <a:r>
              <a:rPr kumimoji="1" lang="zh-TW" altLang="en-US" sz="2400" dirty="0"/>
              <a:t>是屬於</a:t>
            </a:r>
            <a:r>
              <a:rPr kumimoji="1" lang="en" altLang="zh-TW" sz="2400" dirty="0"/>
              <a:t>deterministic</a:t>
            </a:r>
            <a:r>
              <a:rPr kumimoji="1" lang="zh-TW" altLang="en-US" sz="2400" dirty="0"/>
              <a:t>的（確定的）。可以想像成是數值型與類別型的差異，例如同樣是表達天氣狀況，</a:t>
            </a:r>
            <a:r>
              <a:rPr kumimoji="1" lang="en" altLang="zh-TW" sz="2400" dirty="0"/>
              <a:t>probabilistic</a:t>
            </a:r>
            <a:r>
              <a:rPr kumimoji="1" lang="zh-TW" altLang="en-US" sz="2400" dirty="0"/>
              <a:t>會表示今日下雨的機率是</a:t>
            </a:r>
            <a:r>
              <a:rPr kumimoji="1" lang="en-US" altLang="zh-TW" sz="2400" dirty="0"/>
              <a:t>70%</a:t>
            </a:r>
            <a:r>
              <a:rPr kumimoji="1" lang="zh-TW" altLang="en-US" sz="2400" dirty="0"/>
              <a:t>，</a:t>
            </a:r>
            <a:r>
              <a:rPr kumimoji="1" lang="en" altLang="zh-TW" sz="2400" dirty="0"/>
              <a:t>deterministic</a:t>
            </a:r>
            <a:r>
              <a:rPr kumimoji="1" lang="zh-TW" altLang="en-US" sz="2400" dirty="0"/>
              <a:t>會表示今日是雨天。</a:t>
            </a:r>
          </a:p>
          <a:p>
            <a:pPr>
              <a:lnSpc>
                <a:spcPct val="120000"/>
              </a:lnSpc>
              <a:spcBef>
                <a:spcPts val="0"/>
              </a:spcBef>
            </a:pPr>
            <a:r>
              <a:rPr kumimoji="1" lang="zh-TW" altLang="en-US" sz="2400" dirty="0"/>
              <a:t>為什麼</a:t>
            </a:r>
            <a:r>
              <a:rPr kumimoji="1" lang="en" altLang="zh-TW" sz="2400" dirty="0"/>
              <a:t>VAE</a:t>
            </a:r>
            <a:r>
              <a:rPr kumimoji="1" lang="zh-TW" altLang="en-US" sz="2400" dirty="0"/>
              <a:t>可以具有生成資料的功能呢？是因為</a:t>
            </a:r>
            <a:r>
              <a:rPr kumimoji="1" lang="en" altLang="zh-TW" sz="2400" dirty="0"/>
              <a:t>VAE </a:t>
            </a:r>
            <a:r>
              <a:rPr kumimoji="1" lang="zh-TW" altLang="en-US" sz="2400" dirty="0"/>
              <a:t>可以解讀</a:t>
            </a:r>
            <a:r>
              <a:rPr kumimoji="1" lang="en-US" altLang="zh-TW" sz="2400" dirty="0"/>
              <a:t>latent</a:t>
            </a:r>
            <a:r>
              <a:rPr kumimoji="1" lang="zh-TW" altLang="en-US" sz="2400" dirty="0"/>
              <a:t> </a:t>
            </a:r>
            <a:r>
              <a:rPr kumimoji="1" lang="en-US" altLang="zh-TW" sz="2400" dirty="0"/>
              <a:t>vector</a:t>
            </a:r>
            <a:r>
              <a:rPr kumimoji="1" lang="zh-TW" altLang="en-US" sz="2400" dirty="0"/>
              <a:t>中的每一個維度代表的意思，因此理論上是可以調整想要生成的資料。</a:t>
            </a:r>
          </a:p>
        </p:txBody>
      </p:sp>
      <p:sp>
        <p:nvSpPr>
          <p:cNvPr id="5" name="文字方塊 4">
            <a:extLst>
              <a:ext uri="{FF2B5EF4-FFF2-40B4-BE49-F238E27FC236}">
                <a16:creationId xmlns:a16="http://schemas.microsoft.com/office/drawing/2014/main" id="{E538FBB7-C2A0-0AB3-EB9E-616589C85865}"/>
              </a:ext>
            </a:extLst>
          </p:cNvPr>
          <p:cNvSpPr txBox="1"/>
          <p:nvPr/>
        </p:nvSpPr>
        <p:spPr>
          <a:xfrm>
            <a:off x="838200" y="6123543"/>
            <a:ext cx="8382000" cy="369332"/>
          </a:xfrm>
          <a:prstGeom prst="rect">
            <a:avLst/>
          </a:prstGeom>
          <a:noFill/>
        </p:spPr>
        <p:txBody>
          <a:bodyPr wrap="square">
            <a:spAutoFit/>
          </a:bodyPr>
          <a:lstStyle/>
          <a:p>
            <a:r>
              <a:rPr lang="zh-TW" altLang="en-US" dirty="0"/>
              <a:t>https://medium.com/data-science-navigator/variational-autoencoder-6ec2342e7ad4</a:t>
            </a:r>
          </a:p>
        </p:txBody>
      </p:sp>
    </p:spTree>
    <p:extLst>
      <p:ext uri="{BB962C8B-B14F-4D97-AF65-F5344CB8AC3E}">
        <p14:creationId xmlns:p14="http://schemas.microsoft.com/office/powerpoint/2010/main" val="38144902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33243F-5681-BA1D-7AB1-9DA9F935FBDE}"/>
              </a:ext>
            </a:extLst>
          </p:cNvPr>
          <p:cNvSpPr>
            <a:spLocks noGrp="1"/>
          </p:cNvSpPr>
          <p:nvPr>
            <p:ph type="title"/>
          </p:nvPr>
        </p:nvSpPr>
        <p:spPr/>
        <p:txBody>
          <a:bodyPr/>
          <a:lstStyle/>
          <a:p>
            <a:r>
              <a:rPr kumimoji="1" lang="en" altLang="zh-TW" dirty="0"/>
              <a:t>Variational </a:t>
            </a:r>
            <a:r>
              <a:rPr kumimoji="1" lang="en" altLang="zh-TW" dirty="0" err="1"/>
              <a:t>AutoEncoder</a:t>
            </a:r>
            <a:r>
              <a:rPr kumimoji="1" lang="zh-TW" altLang="en-US" dirty="0"/>
              <a:t>變分自編碼器</a:t>
            </a:r>
          </a:p>
        </p:txBody>
      </p:sp>
      <p:sp>
        <p:nvSpPr>
          <p:cNvPr id="3" name="內容版面配置區 2">
            <a:extLst>
              <a:ext uri="{FF2B5EF4-FFF2-40B4-BE49-F238E27FC236}">
                <a16:creationId xmlns:a16="http://schemas.microsoft.com/office/drawing/2014/main" id="{1128258B-B5BB-A6C9-445C-EAB8137AAE82}"/>
              </a:ext>
            </a:extLst>
          </p:cNvPr>
          <p:cNvSpPr>
            <a:spLocks noGrp="1"/>
          </p:cNvSpPr>
          <p:nvPr>
            <p:ph idx="1"/>
          </p:nvPr>
        </p:nvSpPr>
        <p:spPr/>
        <p:txBody>
          <a:bodyPr>
            <a:normAutofit fontScale="92500" lnSpcReduction="10000"/>
          </a:bodyPr>
          <a:lstStyle/>
          <a:p>
            <a:r>
              <a:rPr kumimoji="1" lang="zh-TW" altLang="en-US" dirty="0"/>
              <a:t>變分自動編碼器（</a:t>
            </a:r>
            <a:r>
              <a:rPr kumimoji="1" lang="en" altLang="zh-TW" dirty="0"/>
              <a:t>VAE</a:t>
            </a:r>
            <a:r>
              <a:rPr kumimoji="1" lang="zh-TW" altLang="en" dirty="0"/>
              <a:t>）</a:t>
            </a:r>
            <a:r>
              <a:rPr kumimoji="1" lang="zh-TW" altLang="en-US" dirty="0"/>
              <a:t>的原始論文題為 </a:t>
            </a:r>
            <a:r>
              <a:rPr kumimoji="1" lang="en-US" altLang="zh-TW" dirty="0"/>
              <a:t>"</a:t>
            </a:r>
            <a:r>
              <a:rPr kumimoji="1" lang="en" altLang="zh-TW" dirty="0"/>
              <a:t>Auto-Encoding Variational Bayes</a:t>
            </a:r>
            <a:r>
              <a:rPr kumimoji="1" lang="en-US" altLang="zh-TW" dirty="0"/>
              <a:t>"</a:t>
            </a:r>
            <a:r>
              <a:rPr kumimoji="1" lang="zh-TW" altLang="en-US" dirty="0"/>
              <a:t>，由 </a:t>
            </a:r>
            <a:r>
              <a:rPr kumimoji="1" lang="en" altLang="zh-TW" dirty="0" err="1"/>
              <a:t>Diederik</a:t>
            </a:r>
            <a:r>
              <a:rPr kumimoji="1" lang="en" altLang="zh-TW" dirty="0"/>
              <a:t> P. </a:t>
            </a:r>
            <a:r>
              <a:rPr kumimoji="1" lang="en" altLang="zh-TW" dirty="0" err="1"/>
              <a:t>Kingma</a:t>
            </a:r>
            <a:r>
              <a:rPr kumimoji="1" lang="en" altLang="zh-TW" dirty="0"/>
              <a:t> </a:t>
            </a:r>
            <a:r>
              <a:rPr kumimoji="1" lang="zh-TW" altLang="en-US" dirty="0"/>
              <a:t>和 </a:t>
            </a:r>
            <a:r>
              <a:rPr kumimoji="1" lang="en" altLang="zh-TW" dirty="0"/>
              <a:t>Max Welling </a:t>
            </a:r>
            <a:r>
              <a:rPr kumimoji="1" lang="zh-TW" altLang="en-US" dirty="0"/>
              <a:t>於 </a:t>
            </a:r>
            <a:r>
              <a:rPr kumimoji="1" lang="en-US" altLang="zh-TW" dirty="0"/>
              <a:t>2014 </a:t>
            </a:r>
            <a:r>
              <a:rPr kumimoji="1" lang="zh-TW" altLang="en-US" dirty="0"/>
              <a:t>年發表。</a:t>
            </a:r>
            <a:r>
              <a:rPr kumimoji="1" lang="en-US" altLang="zh-TW" dirty="0"/>
              <a:t>(</a:t>
            </a:r>
            <a:r>
              <a:rPr kumimoji="1" lang="en" altLang="zh-TW" dirty="0">
                <a:hlinkClick r:id="rId2"/>
              </a:rPr>
              <a:t>https://arxiv.org/abs/1312.6114</a:t>
            </a:r>
            <a:r>
              <a:rPr kumimoji="1" lang="en-US" altLang="zh-TW" dirty="0"/>
              <a:t>)</a:t>
            </a:r>
            <a:endParaRPr kumimoji="1" lang="en" altLang="zh-TW" dirty="0"/>
          </a:p>
          <a:p>
            <a:r>
              <a:rPr kumimoji="1" lang="en" altLang="zh-TW" dirty="0"/>
              <a:t>VAE </a:t>
            </a:r>
            <a:r>
              <a:rPr kumimoji="1" lang="zh-TW" altLang="en-US" dirty="0"/>
              <a:t>為我們提供瞭解領域潛在表示</a:t>
            </a:r>
            <a:r>
              <a:rPr kumimoji="1" lang="en-US" altLang="zh-TW" dirty="0"/>
              <a:t>(latent representation)</a:t>
            </a:r>
            <a:r>
              <a:rPr kumimoji="1" lang="zh-TW" altLang="en-US" dirty="0"/>
              <a:t>的一種更靈活的方式。</a:t>
            </a:r>
            <a:endParaRPr kumimoji="1" lang="en-US" altLang="zh-TW" dirty="0"/>
          </a:p>
          <a:p>
            <a:r>
              <a:rPr kumimoji="1" lang="zh-TW" altLang="en-US" dirty="0"/>
              <a:t>基本思想很簡單：我們學習潛空間分佈的</a:t>
            </a:r>
            <a:r>
              <a:rPr kumimoji="1" lang="zh-TW" altLang="en-US" u="sng" dirty="0"/>
              <a:t>參數，並且從中採樣</a:t>
            </a:r>
            <a:r>
              <a:rPr kumimoji="1" lang="zh-TW" altLang="en-US" dirty="0"/>
              <a:t>。</a:t>
            </a:r>
          </a:p>
          <a:p>
            <a:r>
              <a:rPr kumimoji="1" lang="zh-TW" altLang="en-US" dirty="0"/>
              <a:t>我們使用輸入數據並學習平均值和變異數向量，以便之後使用它們來採樣潛在變量，接著由解碼器進行解碼。</a:t>
            </a:r>
          </a:p>
          <a:p>
            <a:r>
              <a:rPr kumimoji="1" lang="zh-TW" altLang="en-US" dirty="0"/>
              <a:t>中間有一個稱為重新參數化技巧的東西。</a:t>
            </a:r>
            <a:endParaRPr kumimoji="1" lang="en-US" altLang="zh-TW" dirty="0"/>
          </a:p>
          <a:p>
            <a:r>
              <a:rPr kumimoji="1" lang="zh-TW" altLang="en-US" dirty="0"/>
              <a:t>它的工作方式如下：而不是從該區塊中獲得樣本，我們明確地學習平均值和變異數向量。</a:t>
            </a:r>
          </a:p>
        </p:txBody>
      </p:sp>
    </p:spTree>
    <p:extLst>
      <p:ext uri="{BB962C8B-B14F-4D97-AF65-F5344CB8AC3E}">
        <p14:creationId xmlns:p14="http://schemas.microsoft.com/office/powerpoint/2010/main" val="9923019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0BA731-C3DA-9354-EE7C-D32EDF75578D}"/>
              </a:ext>
            </a:extLst>
          </p:cNvPr>
          <p:cNvSpPr>
            <a:spLocks noGrp="1"/>
          </p:cNvSpPr>
          <p:nvPr>
            <p:ph type="title"/>
          </p:nvPr>
        </p:nvSpPr>
        <p:spPr/>
        <p:txBody>
          <a:bodyPr/>
          <a:lstStyle/>
          <a:p>
            <a:r>
              <a:rPr kumimoji="1" lang="en" altLang="zh-TW" dirty="0"/>
              <a:t>Variational </a:t>
            </a:r>
            <a:r>
              <a:rPr kumimoji="1" lang="en" altLang="zh-TW" dirty="0" err="1"/>
              <a:t>AutoEncoder</a:t>
            </a:r>
            <a:r>
              <a:rPr kumimoji="1" lang="zh-TW" altLang="en-US" dirty="0"/>
              <a:t>變分自編碼器</a:t>
            </a:r>
          </a:p>
        </p:txBody>
      </p:sp>
      <p:sp>
        <p:nvSpPr>
          <p:cNvPr id="3" name="內容版面配置區 2">
            <a:extLst>
              <a:ext uri="{FF2B5EF4-FFF2-40B4-BE49-F238E27FC236}">
                <a16:creationId xmlns:a16="http://schemas.microsoft.com/office/drawing/2014/main" id="{5734E86C-1B0E-6E98-FAF0-ABBF7AD8B355}"/>
              </a:ext>
            </a:extLst>
          </p:cNvPr>
          <p:cNvSpPr>
            <a:spLocks noGrp="1"/>
          </p:cNvSpPr>
          <p:nvPr>
            <p:ph idx="1"/>
          </p:nvPr>
        </p:nvSpPr>
        <p:spPr/>
        <p:txBody>
          <a:bodyPr/>
          <a:lstStyle/>
          <a:p>
            <a:endParaRPr kumimoji="1" lang="zh-TW" altLang="en-US"/>
          </a:p>
        </p:txBody>
      </p:sp>
      <p:pic>
        <p:nvPicPr>
          <p:cNvPr id="4" name="Picture 2">
            <a:extLst>
              <a:ext uri="{FF2B5EF4-FFF2-40B4-BE49-F238E27FC236}">
                <a16:creationId xmlns:a16="http://schemas.microsoft.com/office/drawing/2014/main" id="{C22725B2-5E69-AC18-F8DF-0E539B69A5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438" y="2595905"/>
            <a:ext cx="4860758" cy="243480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3A690C76-1CE1-DD3F-5DAF-4E581BF7A5C5}"/>
              </a:ext>
            </a:extLst>
          </p:cNvPr>
          <p:cNvSpPr txBox="1"/>
          <p:nvPr/>
        </p:nvSpPr>
        <p:spPr>
          <a:xfrm>
            <a:off x="5361270" y="1498626"/>
            <a:ext cx="6670307" cy="4832092"/>
          </a:xfrm>
          <a:prstGeom prst="rect">
            <a:avLst/>
          </a:prstGeom>
          <a:noFill/>
          <a:ln>
            <a:solidFill>
              <a:schemeClr val="tx1"/>
            </a:solidFill>
          </a:ln>
        </p:spPr>
        <p:txBody>
          <a:bodyPr wrap="square">
            <a:spAutoFit/>
          </a:bodyPr>
          <a:lstStyle/>
          <a:p>
            <a:r>
              <a:rPr lang="en" altLang="zh-TW" sz="1400" b="0" dirty="0">
                <a:solidFill>
                  <a:srgbClr val="0000FF"/>
                </a:solidFill>
                <a:effectLst/>
                <a:highlight>
                  <a:srgbClr val="FFFFFF"/>
                </a:highlight>
                <a:latin typeface="Fira Code" panose="020B0809050000020004" pitchFamily="49" charset="0"/>
              </a:rPr>
              <a:t>def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795E26"/>
                </a:solidFill>
                <a:effectLst/>
                <a:highlight>
                  <a:srgbClr val="FFFFFF"/>
                </a:highlight>
                <a:latin typeface="Fira Code" panose="020B0809050000020004" pitchFamily="49" charset="0"/>
              </a:rPr>
              <a:t>encode</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self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self</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001080"/>
                </a:solidFill>
                <a:effectLst/>
                <a:highlight>
                  <a:srgbClr val="FFFFFF"/>
                </a:highlight>
                <a:latin typeface="Fira Code" panose="020B0809050000020004" pitchFamily="49" charset="0"/>
              </a:rPr>
              <a:t>encoder</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a:solidFill>
                  <a:srgbClr val="001080"/>
                </a:solidFill>
                <a:effectLst/>
                <a:highlight>
                  <a:srgbClr val="FFFFFF"/>
                </a:highlight>
                <a:latin typeface="Fira Code" panose="020B0809050000020004" pitchFamily="49" charset="0"/>
              </a:rPr>
              <a:t>mean</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logvar</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self</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001080"/>
                </a:solidFill>
                <a:effectLst/>
                <a:highlight>
                  <a:srgbClr val="FFFFFF"/>
                </a:highlight>
                <a:latin typeface="Fira Code" panose="020B0809050000020004" pitchFamily="49" charset="0"/>
              </a:rPr>
              <a:t>mean_layer</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self</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001080"/>
                </a:solidFill>
                <a:effectLst/>
                <a:highlight>
                  <a:srgbClr val="FFFFFF"/>
                </a:highlight>
                <a:latin typeface="Fira Code" panose="020B0809050000020004" pitchFamily="49" charset="0"/>
              </a:rPr>
              <a:t>logvar_layer</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a:solidFill>
                  <a:srgbClr val="AF00DB"/>
                </a:solidFill>
                <a:effectLst/>
                <a:highlight>
                  <a:srgbClr val="FFFFFF"/>
                </a:highlight>
                <a:latin typeface="Fira Code" panose="020B0809050000020004" pitchFamily="49" charset="0"/>
              </a:rPr>
              <a:t>return</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mean</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logvar</a:t>
            </a:r>
            <a:endParaRPr lang="en" altLang="zh-TW" sz="1400" b="0" dirty="0">
              <a:solidFill>
                <a:srgbClr val="3B3B3B"/>
              </a:solidFill>
              <a:effectLst/>
              <a:highlight>
                <a:srgbClr val="FFFFFF"/>
              </a:highlight>
              <a:latin typeface="Fira Code" panose="020B0809050000020004" pitchFamily="49" charset="0"/>
            </a:endParaRPr>
          </a:p>
          <a:p>
            <a:br>
              <a:rPr lang="en" altLang="zh-TW" sz="1400" b="0" dirty="0">
                <a:solidFill>
                  <a:srgbClr val="3B3B3B"/>
                </a:solidFill>
                <a:effectLst/>
                <a:highlight>
                  <a:srgbClr val="FFFFFF"/>
                </a:highlight>
                <a:latin typeface="Fira Code" panose="020B0809050000020004" pitchFamily="49" charset="0"/>
              </a:rPr>
            </a:br>
            <a:r>
              <a:rPr lang="en" altLang="zh-TW" sz="1400" b="0" dirty="0">
                <a:solidFill>
                  <a:srgbClr val="0000FF"/>
                </a:solidFill>
                <a:effectLst/>
                <a:highlight>
                  <a:srgbClr val="FFFFFF"/>
                </a:highlight>
                <a:latin typeface="Fira Code" panose="020B0809050000020004" pitchFamily="49" charset="0"/>
              </a:rPr>
              <a:t>def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795E26"/>
                </a:solidFill>
                <a:effectLst/>
                <a:highlight>
                  <a:srgbClr val="FFFFFF"/>
                </a:highlight>
                <a:latin typeface="Fira Code" panose="020B0809050000020004" pitchFamily="49" charset="0"/>
              </a:rPr>
              <a:t>reparameterization</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self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mean</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var</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a:solidFill>
                  <a:srgbClr val="001080"/>
                </a:solidFill>
                <a:effectLst/>
                <a:highlight>
                  <a:srgbClr val="FFFFFF"/>
                </a:highlight>
                <a:latin typeface="Fira Code" panose="020B0809050000020004" pitchFamily="49" charset="0"/>
              </a:rPr>
              <a:t>epsilon</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267F99"/>
                </a:solidFill>
                <a:effectLst/>
                <a:highlight>
                  <a:srgbClr val="FFFFFF"/>
                </a:highlight>
                <a:latin typeface="Fira Code" panose="020B0809050000020004" pitchFamily="49" charset="0"/>
              </a:rPr>
              <a:t>torch</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795E26"/>
                </a:solidFill>
                <a:effectLst/>
                <a:highlight>
                  <a:srgbClr val="FFFFFF"/>
                </a:highlight>
                <a:latin typeface="Fira Code" panose="020B0809050000020004" pitchFamily="49" charset="0"/>
              </a:rPr>
              <a:t>randn_like</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var</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795E26"/>
                </a:solidFill>
                <a:effectLst/>
                <a:highlight>
                  <a:srgbClr val="FFFFFF"/>
                </a:highlight>
                <a:latin typeface="Fira Code" panose="020B0809050000020004" pitchFamily="49" charset="0"/>
              </a:rPr>
              <a:t>to</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device</a:t>
            </a:r>
            <a:r>
              <a:rPr lang="en" altLang="zh-TW" sz="1400" b="0" dirty="0">
                <a:solidFill>
                  <a:srgbClr val="3B3B3B"/>
                </a:solidFill>
                <a:effectLst/>
                <a:highlight>
                  <a:srgbClr val="FFFFFF"/>
                </a:highlight>
                <a:latin typeface="Fira Code" panose="020B0809050000020004" pitchFamily="49" charset="0"/>
              </a:rPr>
              <a:t>) </a:t>
            </a:r>
          </a:p>
          <a:p>
            <a:pPr lvl="1"/>
            <a:r>
              <a:rPr lang="en" altLang="zh-TW" sz="1400" b="0" dirty="0">
                <a:solidFill>
                  <a:srgbClr val="008000"/>
                </a:solidFill>
                <a:effectLst/>
                <a:highlight>
                  <a:srgbClr val="FFFFFF"/>
                </a:highlight>
                <a:latin typeface="Fira Code" panose="020B0809050000020004" pitchFamily="49" charset="0"/>
              </a:rPr>
              <a:t># Returns a tensor with the same size as input that </a:t>
            </a:r>
            <a:r>
              <a:rPr lang="en-US" altLang="zh-TW" sz="1400" b="0" dirty="0">
                <a:solidFill>
                  <a:srgbClr val="008000"/>
                </a:solidFill>
                <a:effectLst/>
                <a:highlight>
                  <a:srgbClr val="FFFFFF"/>
                </a:highlight>
                <a:latin typeface="Fira Code" panose="020B0809050000020004" pitchFamily="49" charset="0"/>
              </a:rPr>
              <a:t>#</a:t>
            </a:r>
            <a:r>
              <a:rPr lang="en" altLang="zh-TW" sz="1400" b="0" dirty="0">
                <a:solidFill>
                  <a:srgbClr val="008000"/>
                </a:solidFill>
                <a:effectLst/>
                <a:highlight>
                  <a:srgbClr val="FFFFFF"/>
                </a:highlight>
                <a:latin typeface="Fira Code" panose="020B0809050000020004" pitchFamily="49" charset="0"/>
              </a:rPr>
              <a:t>is filled with random numbers </a:t>
            </a:r>
            <a:endParaRPr lang="en" altLang="zh-TW" sz="1400" b="0" dirty="0">
              <a:solidFill>
                <a:srgbClr val="3B3B3B"/>
              </a:solidFill>
              <a:effectLst/>
              <a:highlight>
                <a:srgbClr val="FFFFFF"/>
              </a:highlight>
              <a:latin typeface="Fira Code" panose="020B0809050000020004" pitchFamily="49" charset="0"/>
            </a:endParaRPr>
          </a:p>
          <a:p>
            <a:pPr lvl="1"/>
            <a:r>
              <a:rPr lang="en" altLang="zh-TW" sz="1400" b="0" dirty="0">
                <a:solidFill>
                  <a:srgbClr val="008000"/>
                </a:solidFill>
                <a:effectLst/>
                <a:highlight>
                  <a:srgbClr val="FFFFFF"/>
                </a:highlight>
                <a:latin typeface="Fira Code" panose="020B0809050000020004" pitchFamily="49" charset="0"/>
              </a:rPr>
              <a:t># from a normal distribution with mean 0 and </a:t>
            </a:r>
            <a:r>
              <a:rPr lang="en-US" altLang="zh-TW" sz="1400" b="0" dirty="0">
                <a:solidFill>
                  <a:srgbClr val="008000"/>
                </a:solidFill>
                <a:effectLst/>
                <a:highlight>
                  <a:srgbClr val="FFFFFF"/>
                </a:highlight>
                <a:latin typeface="Fira Code" panose="020B0809050000020004" pitchFamily="49" charset="0"/>
              </a:rPr>
              <a:t>#</a:t>
            </a:r>
            <a:r>
              <a:rPr lang="en" altLang="zh-TW" sz="1400" b="0" dirty="0">
                <a:solidFill>
                  <a:srgbClr val="008000"/>
                </a:solidFill>
                <a:effectLst/>
                <a:highlight>
                  <a:srgbClr val="FFFFFF"/>
                </a:highlight>
                <a:latin typeface="Fira Code" panose="020B0809050000020004" pitchFamily="49" charset="0"/>
              </a:rPr>
              <a:t>variance 1. </a:t>
            </a:r>
            <a:endParaRPr lang="en" altLang="zh-TW" sz="1400" b="0" dirty="0">
              <a:solidFill>
                <a:srgbClr val="3B3B3B"/>
              </a:solidFill>
              <a:effectLst/>
              <a:highlight>
                <a:srgbClr val="FFFFFF"/>
              </a:highlight>
              <a:latin typeface="Fira Code" panose="020B0809050000020004" pitchFamily="49" charset="0"/>
            </a:endParaRPr>
          </a:p>
          <a:p>
            <a:pPr lvl="1"/>
            <a:r>
              <a:rPr lang="en" altLang="zh-TW" sz="1400" b="0" dirty="0">
                <a:solidFill>
                  <a:srgbClr val="001080"/>
                </a:solidFill>
                <a:effectLst/>
                <a:highlight>
                  <a:srgbClr val="FFFFFF"/>
                </a:highlight>
                <a:latin typeface="Fira Code" panose="020B0809050000020004" pitchFamily="49" charset="0"/>
              </a:rPr>
              <a:t>z</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mean</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var</a:t>
            </a:r>
            <a:r>
              <a:rPr lang="en" altLang="zh-TW" sz="1400" b="0" dirty="0">
                <a:solidFill>
                  <a:srgbClr val="795E26"/>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epsilon</a:t>
            </a:r>
            <a:endParaRPr lang="en" altLang="zh-TW" sz="1400" b="0" dirty="0">
              <a:solidFill>
                <a:srgbClr val="3B3B3B"/>
              </a:solidFill>
              <a:effectLst/>
              <a:highlight>
                <a:srgbClr val="FFFFFF"/>
              </a:highlight>
              <a:latin typeface="Fira Code" panose="020B0809050000020004" pitchFamily="49" charset="0"/>
            </a:endParaRPr>
          </a:p>
          <a:p>
            <a:pPr lvl="1"/>
            <a:r>
              <a:rPr lang="en" altLang="zh-TW" sz="1400" b="0" dirty="0">
                <a:solidFill>
                  <a:srgbClr val="AF00DB"/>
                </a:solidFill>
                <a:effectLst/>
                <a:highlight>
                  <a:srgbClr val="FFFFFF"/>
                </a:highlight>
                <a:latin typeface="Fira Code" panose="020B0809050000020004" pitchFamily="49" charset="0"/>
              </a:rPr>
              <a:t>return</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z</a:t>
            </a:r>
            <a:endParaRPr lang="en" altLang="zh-TW" sz="1400" b="0" dirty="0">
              <a:solidFill>
                <a:srgbClr val="3B3B3B"/>
              </a:solidFill>
              <a:effectLst/>
              <a:highlight>
                <a:srgbClr val="FFFFFF"/>
              </a:highlight>
              <a:latin typeface="Fira Code" panose="020B0809050000020004" pitchFamily="49" charset="0"/>
            </a:endParaRPr>
          </a:p>
          <a:p>
            <a:br>
              <a:rPr lang="en" altLang="zh-TW" sz="1400" b="0" dirty="0">
                <a:solidFill>
                  <a:srgbClr val="3B3B3B"/>
                </a:solidFill>
                <a:effectLst/>
                <a:highlight>
                  <a:srgbClr val="FFFFFF"/>
                </a:highlight>
                <a:latin typeface="Fira Code" panose="020B0809050000020004" pitchFamily="49" charset="0"/>
              </a:rPr>
            </a:br>
            <a:r>
              <a:rPr lang="en" altLang="zh-TW" sz="1400" b="0" dirty="0">
                <a:solidFill>
                  <a:srgbClr val="0000FF"/>
                </a:solidFill>
                <a:effectLst/>
                <a:highlight>
                  <a:srgbClr val="FFFFFF"/>
                </a:highlight>
                <a:latin typeface="Fira Code" panose="020B0809050000020004" pitchFamily="49" charset="0"/>
              </a:rPr>
              <a:t>def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795E26"/>
                </a:solidFill>
                <a:effectLst/>
                <a:highlight>
                  <a:srgbClr val="FFFFFF"/>
                </a:highlight>
                <a:latin typeface="Fira Code" panose="020B0809050000020004" pitchFamily="49" charset="0"/>
              </a:rPr>
              <a:t>decode</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self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a:t>
            </a:r>
          </a:p>
          <a:p>
            <a:r>
              <a:rPr lang="zh-TW" altLang="en-US" sz="1400" dirty="0">
                <a:solidFill>
                  <a:srgbClr val="AF00DB"/>
                </a:solidFill>
                <a:highlight>
                  <a:srgbClr val="FFFFFF"/>
                </a:highlight>
                <a:latin typeface="Fira Code" panose="020B0809050000020004" pitchFamily="49" charset="0"/>
              </a:rPr>
              <a:t>    </a:t>
            </a:r>
            <a:r>
              <a:rPr lang="en" altLang="zh-TW" sz="1400" b="0" dirty="0">
                <a:solidFill>
                  <a:srgbClr val="AF00DB"/>
                </a:solidFill>
                <a:effectLst/>
                <a:highlight>
                  <a:srgbClr val="FFFFFF"/>
                </a:highlight>
                <a:latin typeface="Fira Code" panose="020B0809050000020004" pitchFamily="49" charset="0"/>
              </a:rPr>
              <a:t>return</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self</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001080"/>
                </a:solidFill>
                <a:effectLst/>
                <a:highlight>
                  <a:srgbClr val="FFFFFF"/>
                </a:highlight>
                <a:latin typeface="Fira Code" panose="020B0809050000020004" pitchFamily="49" charset="0"/>
              </a:rPr>
              <a:t>decoder</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a:t>
            </a:r>
          </a:p>
          <a:p>
            <a:endParaRPr lang="en" altLang="zh-TW" sz="1400" b="0" dirty="0">
              <a:solidFill>
                <a:srgbClr val="0000FF"/>
              </a:solidFill>
              <a:effectLst/>
              <a:highlight>
                <a:srgbClr val="FFFFFF"/>
              </a:highlight>
              <a:latin typeface="Fira Code" panose="020B0809050000020004" pitchFamily="49" charset="0"/>
            </a:endParaRPr>
          </a:p>
          <a:p>
            <a:r>
              <a:rPr lang="en" altLang="zh-TW" sz="1400" b="0" dirty="0">
                <a:solidFill>
                  <a:srgbClr val="0000FF"/>
                </a:solidFill>
                <a:effectLst/>
                <a:highlight>
                  <a:srgbClr val="FFFFFF"/>
                </a:highlight>
                <a:latin typeface="Fira Code" panose="020B0809050000020004" pitchFamily="49" charset="0"/>
              </a:rPr>
              <a:t>def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795E26"/>
                </a:solidFill>
                <a:effectLst/>
                <a:highlight>
                  <a:srgbClr val="FFFFFF"/>
                </a:highlight>
                <a:latin typeface="Fira Code" panose="020B0809050000020004" pitchFamily="49" charset="0"/>
              </a:rPr>
              <a:t>forward</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self</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a:solidFill>
                  <a:srgbClr val="001080"/>
                </a:solidFill>
                <a:effectLst/>
                <a:highlight>
                  <a:srgbClr val="FFFFFF"/>
                </a:highlight>
                <a:latin typeface="Fira Code" panose="020B0809050000020004" pitchFamily="49" charset="0"/>
              </a:rPr>
              <a:t>mean</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log_var</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self</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795E26"/>
                </a:solidFill>
                <a:effectLst/>
                <a:highlight>
                  <a:srgbClr val="FFFFFF"/>
                </a:highlight>
                <a:latin typeface="Fira Code" panose="020B0809050000020004" pitchFamily="49" charset="0"/>
              </a:rPr>
              <a:t>encode</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x</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a:solidFill>
                  <a:srgbClr val="001080"/>
                </a:solidFill>
                <a:effectLst/>
                <a:highlight>
                  <a:srgbClr val="FFFFFF"/>
                </a:highlight>
                <a:latin typeface="Fira Code" panose="020B0809050000020004" pitchFamily="49" charset="0"/>
              </a:rPr>
              <a:t>z</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self</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795E26"/>
                </a:solidFill>
                <a:effectLst/>
                <a:highlight>
                  <a:srgbClr val="FFFFFF"/>
                </a:highlight>
                <a:latin typeface="Fira Code" panose="020B0809050000020004" pitchFamily="49" charset="0"/>
              </a:rPr>
              <a:t>reparameterization</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mean</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log_var</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err="1">
                <a:solidFill>
                  <a:srgbClr val="001080"/>
                </a:solidFill>
                <a:effectLst/>
                <a:highlight>
                  <a:srgbClr val="FFFFFF"/>
                </a:highlight>
                <a:latin typeface="Fira Code" panose="020B0809050000020004" pitchFamily="49" charset="0"/>
              </a:rPr>
              <a:t>x_hat</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0000"/>
                </a:solidFill>
                <a:effectLst/>
                <a:highlight>
                  <a:srgbClr val="FFFFFF"/>
                </a:highlight>
                <a:latin typeface="Fira Code" panose="020B0809050000020004" pitchFamily="49" charset="0"/>
              </a:rPr>
              <a:t>=</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self</a:t>
            </a:r>
            <a:r>
              <a:rPr lang="en" altLang="zh-TW" sz="1400" b="0" dirty="0" err="1">
                <a:solidFill>
                  <a:srgbClr val="3B3B3B"/>
                </a:solidFill>
                <a:effectLst/>
                <a:highlight>
                  <a:srgbClr val="FFFFFF"/>
                </a:highlight>
                <a:latin typeface="Fira Code" panose="020B0809050000020004" pitchFamily="49" charset="0"/>
              </a:rPr>
              <a:t>.</a:t>
            </a:r>
            <a:r>
              <a:rPr lang="en" altLang="zh-TW" sz="1400" b="0" dirty="0" err="1">
                <a:solidFill>
                  <a:srgbClr val="795E26"/>
                </a:solidFill>
                <a:effectLst/>
                <a:highlight>
                  <a:srgbClr val="FFFFFF"/>
                </a:highlight>
                <a:latin typeface="Fira Code" panose="020B0809050000020004" pitchFamily="49" charset="0"/>
              </a:rPr>
              <a:t>decode</a:t>
            </a:r>
            <a:r>
              <a:rPr lang="en" altLang="zh-TW" sz="1400" b="0" dirty="0">
                <a:solidFill>
                  <a:srgbClr val="3B3B3B"/>
                </a:solidFill>
                <a:effectLst/>
                <a:highlight>
                  <a:srgbClr val="FFFFFF"/>
                </a:highlight>
                <a:latin typeface="Fira Code" panose="020B0809050000020004" pitchFamily="49" charset="0"/>
              </a:rPr>
              <a:t>(</a:t>
            </a:r>
            <a:r>
              <a:rPr lang="en" altLang="zh-TW" sz="1400" b="0" dirty="0">
                <a:solidFill>
                  <a:srgbClr val="001080"/>
                </a:solidFill>
                <a:effectLst/>
                <a:highlight>
                  <a:srgbClr val="FFFFFF"/>
                </a:highlight>
                <a:latin typeface="Fira Code" panose="020B0809050000020004" pitchFamily="49" charset="0"/>
              </a:rPr>
              <a:t>z</a:t>
            </a:r>
            <a:r>
              <a:rPr lang="en" altLang="zh-TW" sz="1400" b="0" dirty="0">
                <a:solidFill>
                  <a:srgbClr val="3B3B3B"/>
                </a:solidFill>
                <a:effectLst/>
                <a:highlight>
                  <a:srgbClr val="FFFFFF"/>
                </a:highlight>
                <a:latin typeface="Fira Code" panose="020B0809050000020004" pitchFamily="49" charset="0"/>
              </a:rPr>
              <a:t>)</a:t>
            </a:r>
          </a:p>
          <a:p>
            <a:pPr lvl="1"/>
            <a:r>
              <a:rPr lang="en" altLang="zh-TW" sz="1400" b="0" dirty="0">
                <a:solidFill>
                  <a:srgbClr val="AF00DB"/>
                </a:solidFill>
                <a:effectLst/>
                <a:highlight>
                  <a:srgbClr val="FFFFFF"/>
                </a:highlight>
                <a:latin typeface="Fira Code" panose="020B0809050000020004" pitchFamily="49" charset="0"/>
              </a:rPr>
              <a:t>return</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x_hat</a:t>
            </a:r>
            <a:r>
              <a:rPr lang="en" altLang="zh-TW" sz="1400" b="0" dirty="0">
                <a:solidFill>
                  <a:srgbClr val="3B3B3B"/>
                </a:solidFill>
                <a:effectLst/>
                <a:highlight>
                  <a:srgbClr val="FFFFFF"/>
                </a:highlight>
                <a:latin typeface="Fira Code" panose="020B0809050000020004" pitchFamily="49" charset="0"/>
              </a:rPr>
              <a:t>, </a:t>
            </a:r>
            <a:r>
              <a:rPr lang="en" altLang="zh-TW" sz="1400" b="0" dirty="0">
                <a:solidFill>
                  <a:srgbClr val="001080"/>
                </a:solidFill>
                <a:effectLst/>
                <a:highlight>
                  <a:srgbClr val="FFFFFF"/>
                </a:highlight>
                <a:latin typeface="Fira Code" panose="020B0809050000020004" pitchFamily="49" charset="0"/>
              </a:rPr>
              <a:t>mean</a:t>
            </a:r>
            <a:r>
              <a:rPr lang="en" altLang="zh-TW" sz="1400" b="0" dirty="0">
                <a:solidFill>
                  <a:srgbClr val="3B3B3B"/>
                </a:solidFill>
                <a:effectLst/>
                <a:highlight>
                  <a:srgbClr val="FFFFFF"/>
                </a:highlight>
                <a:latin typeface="Fira Code" panose="020B0809050000020004" pitchFamily="49" charset="0"/>
              </a:rPr>
              <a:t>, </a:t>
            </a:r>
            <a:r>
              <a:rPr lang="en" altLang="zh-TW" sz="1400" b="0" dirty="0" err="1">
                <a:solidFill>
                  <a:srgbClr val="001080"/>
                </a:solidFill>
                <a:effectLst/>
                <a:highlight>
                  <a:srgbClr val="FFFFFF"/>
                </a:highlight>
                <a:latin typeface="Fira Code" panose="020B0809050000020004" pitchFamily="49" charset="0"/>
              </a:rPr>
              <a:t>log_var</a:t>
            </a:r>
            <a:endParaRPr lang="en" altLang="zh-TW" sz="1400" b="0" dirty="0">
              <a:solidFill>
                <a:srgbClr val="3B3B3B"/>
              </a:solidFill>
              <a:effectLst/>
              <a:highlight>
                <a:srgbClr val="FFFFFF"/>
              </a:highlight>
              <a:latin typeface="Fira Code" panose="020B0809050000020004" pitchFamily="49" charset="0"/>
            </a:endParaRPr>
          </a:p>
        </p:txBody>
      </p:sp>
    </p:spTree>
    <p:extLst>
      <p:ext uri="{BB962C8B-B14F-4D97-AF65-F5344CB8AC3E}">
        <p14:creationId xmlns:p14="http://schemas.microsoft.com/office/powerpoint/2010/main" val="24681365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F36F7-1240-4D8A-9124-38B95289B74E}"/>
              </a:ext>
            </a:extLst>
          </p:cNvPr>
          <p:cNvSpPr>
            <a:spLocks noGrp="1"/>
          </p:cNvSpPr>
          <p:nvPr>
            <p:ph type="title"/>
          </p:nvPr>
        </p:nvSpPr>
        <p:spPr/>
        <p:txBody>
          <a:bodyPr/>
          <a:lstStyle/>
          <a:p>
            <a:r>
              <a:rPr lang="en-US" altLang="zh-TW" dirty="0"/>
              <a:t>VAE</a:t>
            </a:r>
            <a:r>
              <a:rPr lang="zh-TW" altLang="en-US" dirty="0"/>
              <a:t>的</a:t>
            </a:r>
            <a:r>
              <a:rPr lang="en-US" altLang="zh-TW" dirty="0"/>
              <a:t>latent space</a:t>
            </a:r>
            <a:endParaRPr lang="zh-TW" altLang="en-US" dirty="0"/>
          </a:p>
        </p:txBody>
      </p:sp>
      <p:sp>
        <p:nvSpPr>
          <p:cNvPr id="3" name="內容版面配置區 2">
            <a:extLst>
              <a:ext uri="{FF2B5EF4-FFF2-40B4-BE49-F238E27FC236}">
                <a16:creationId xmlns:a16="http://schemas.microsoft.com/office/drawing/2014/main" id="{8C781F26-C2A3-4931-BA66-1824CF178007}"/>
              </a:ext>
            </a:extLst>
          </p:cNvPr>
          <p:cNvSpPr>
            <a:spLocks noGrp="1"/>
          </p:cNvSpPr>
          <p:nvPr>
            <p:ph idx="1"/>
          </p:nvPr>
        </p:nvSpPr>
        <p:spPr>
          <a:xfrm>
            <a:off x="838200" y="1825625"/>
            <a:ext cx="5041006" cy="4351338"/>
          </a:xfrm>
        </p:spPr>
        <p:txBody>
          <a:bodyPr/>
          <a:lstStyle/>
          <a:p>
            <a:r>
              <a:rPr lang="zh-TW" altLang="en-US" dirty="0"/>
              <a:t>因為</a:t>
            </a:r>
            <a:r>
              <a:rPr lang="en-US" altLang="zh-TW" dirty="0"/>
              <a:t>latent space</a:t>
            </a:r>
            <a:r>
              <a:rPr lang="zh-TW" altLang="en-US" dirty="0"/>
              <a:t>會學到把類似的圖形會聚在一起</a:t>
            </a:r>
            <a:endParaRPr lang="en-US" altLang="zh-TW" dirty="0"/>
          </a:p>
          <a:p>
            <a:r>
              <a:rPr lang="zh-TW" altLang="en-US" dirty="0"/>
              <a:t>假設我們把平均值跟標準差設定成</a:t>
            </a:r>
            <a:r>
              <a:rPr lang="en-US" altLang="zh-TW" dirty="0"/>
              <a:t>-1.0~1.0</a:t>
            </a:r>
            <a:r>
              <a:rPr lang="zh-TW" altLang="en-US" dirty="0"/>
              <a:t>之間，可以生成假的手寫數字圖形</a:t>
            </a:r>
          </a:p>
        </p:txBody>
      </p:sp>
      <p:pic>
        <p:nvPicPr>
          <p:cNvPr id="3074" name="Picture 2">
            <a:extLst>
              <a:ext uri="{FF2B5EF4-FFF2-40B4-BE49-F238E27FC236}">
                <a16:creationId xmlns:a16="http://schemas.microsoft.com/office/drawing/2014/main" id="{6A277595-CC6B-4CDC-948B-84B4FEC5E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206" y="726003"/>
            <a:ext cx="5725489" cy="5766872"/>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a:extLst>
              <a:ext uri="{FF2B5EF4-FFF2-40B4-BE49-F238E27FC236}">
                <a16:creationId xmlns:a16="http://schemas.microsoft.com/office/drawing/2014/main" id="{37F76278-80AF-4AF2-A0F2-7E1576AF7A6C}"/>
              </a:ext>
            </a:extLst>
          </p:cNvPr>
          <p:cNvPicPr>
            <a:picLocks noChangeAspect="1"/>
          </p:cNvPicPr>
          <p:nvPr/>
        </p:nvPicPr>
        <p:blipFill rotWithShape="1">
          <a:blip r:embed="rId3"/>
          <a:srcRect l="7390" t="6434" r="8505" b="3609"/>
          <a:stretch/>
        </p:blipFill>
        <p:spPr>
          <a:xfrm>
            <a:off x="1120463" y="3940934"/>
            <a:ext cx="4257120" cy="2895167"/>
          </a:xfrm>
          <a:prstGeom prst="rect">
            <a:avLst/>
          </a:prstGeom>
        </p:spPr>
      </p:pic>
    </p:spTree>
    <p:extLst>
      <p:ext uri="{BB962C8B-B14F-4D97-AF65-F5344CB8AC3E}">
        <p14:creationId xmlns:p14="http://schemas.microsoft.com/office/powerpoint/2010/main" val="14814927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4AEF9C-2390-87D0-9EBA-B46BF9AC82C3}"/>
              </a:ext>
            </a:extLst>
          </p:cNvPr>
          <p:cNvSpPr>
            <a:spLocks noGrp="1"/>
          </p:cNvSpPr>
          <p:nvPr>
            <p:ph type="title"/>
          </p:nvPr>
        </p:nvSpPr>
        <p:spPr/>
        <p:txBody>
          <a:bodyPr/>
          <a:lstStyle/>
          <a:p>
            <a:r>
              <a:rPr kumimoji="1" lang="zh-TW" altLang="en-US" dirty="0"/>
              <a:t>參考資料</a:t>
            </a:r>
          </a:p>
        </p:txBody>
      </p:sp>
      <p:sp>
        <p:nvSpPr>
          <p:cNvPr id="3" name="內容版面配置區 2">
            <a:extLst>
              <a:ext uri="{FF2B5EF4-FFF2-40B4-BE49-F238E27FC236}">
                <a16:creationId xmlns:a16="http://schemas.microsoft.com/office/drawing/2014/main" id="{358B6082-B03D-A601-3CEC-334F45328DFF}"/>
              </a:ext>
            </a:extLst>
          </p:cNvPr>
          <p:cNvSpPr>
            <a:spLocks noGrp="1"/>
          </p:cNvSpPr>
          <p:nvPr>
            <p:ph idx="1"/>
          </p:nvPr>
        </p:nvSpPr>
        <p:spPr>
          <a:xfrm>
            <a:off x="838200" y="1825624"/>
            <a:ext cx="10515600" cy="5032376"/>
          </a:xfrm>
        </p:spPr>
        <p:txBody>
          <a:bodyPr>
            <a:normAutofit/>
          </a:bodyPr>
          <a:lstStyle/>
          <a:p>
            <a:pPr>
              <a:lnSpc>
                <a:spcPct val="120000"/>
              </a:lnSpc>
              <a:spcBef>
                <a:spcPts val="0"/>
              </a:spcBef>
            </a:pPr>
            <a:r>
              <a:rPr lang="en" altLang="zh-TW" sz="2000" b="0" i="0" dirty="0">
                <a:solidFill>
                  <a:srgbClr val="000000"/>
                </a:solidFill>
                <a:effectLst/>
                <a:highlight>
                  <a:srgbClr val="FFFFFF"/>
                </a:highlight>
                <a:latin typeface="Inter"/>
              </a:rPr>
              <a:t>https://</a:t>
            </a:r>
            <a:r>
              <a:rPr lang="en" altLang="zh-TW" sz="2000" b="0" i="0" dirty="0" err="1">
                <a:solidFill>
                  <a:srgbClr val="000000"/>
                </a:solidFill>
                <a:effectLst/>
                <a:highlight>
                  <a:srgbClr val="FFFFFF"/>
                </a:highlight>
                <a:latin typeface="Inter"/>
              </a:rPr>
              <a:t>www.kaggle.com</a:t>
            </a:r>
            <a:r>
              <a:rPr lang="en" altLang="zh-TW" sz="2000" b="0" i="0" dirty="0">
                <a:solidFill>
                  <a:srgbClr val="000000"/>
                </a:solidFill>
                <a:effectLst/>
                <a:highlight>
                  <a:srgbClr val="FFFFFF"/>
                </a:highlight>
                <a:latin typeface="Inter"/>
              </a:rPr>
              <a:t>/code/</a:t>
            </a:r>
            <a:r>
              <a:rPr lang="en" altLang="zh-TW" sz="2000" b="0" i="0" dirty="0" err="1">
                <a:solidFill>
                  <a:srgbClr val="000000"/>
                </a:solidFill>
                <a:effectLst/>
                <a:highlight>
                  <a:srgbClr val="FFFFFF"/>
                </a:highlight>
                <a:latin typeface="Inter"/>
              </a:rPr>
              <a:t>leonjye</a:t>
            </a:r>
            <a:r>
              <a:rPr lang="en" altLang="zh-TW" sz="2000" b="0" i="0" dirty="0">
                <a:solidFill>
                  <a:srgbClr val="000000"/>
                </a:solidFill>
                <a:effectLst/>
                <a:highlight>
                  <a:srgbClr val="FFFFFF"/>
                </a:highlight>
                <a:latin typeface="Inter"/>
              </a:rPr>
              <a:t>/variational-autoencoder</a:t>
            </a:r>
            <a:endParaRPr kumimoji="1" lang="en-US" altLang="zh-TW" sz="2000" dirty="0">
              <a:hlinkClick r:id="rId2"/>
            </a:endParaRPr>
          </a:p>
          <a:p>
            <a:pPr>
              <a:lnSpc>
                <a:spcPct val="120000"/>
              </a:lnSpc>
              <a:spcBef>
                <a:spcPts val="0"/>
              </a:spcBef>
            </a:pPr>
            <a:r>
              <a:rPr kumimoji="1" lang="en-US" altLang="zh-TW" sz="2000" dirty="0">
                <a:hlinkClick r:id="rId2"/>
              </a:rPr>
              <a:t>https://blog.csdn.net/NBDwo/article/details/119743450</a:t>
            </a:r>
            <a:endParaRPr kumimoji="1" lang="en-US" altLang="zh-TW" sz="2000" dirty="0"/>
          </a:p>
          <a:p>
            <a:pPr>
              <a:lnSpc>
                <a:spcPct val="120000"/>
              </a:lnSpc>
              <a:spcBef>
                <a:spcPts val="0"/>
              </a:spcBef>
            </a:pPr>
            <a:r>
              <a:rPr kumimoji="1" lang="en-US" altLang="zh-TW" sz="2000" dirty="0">
                <a:hlinkClick r:id="rId3"/>
              </a:rPr>
              <a:t>https://medium.com/@sofeikov/implementing-variational-autoencoders-from-scratch-533782d8eb95</a:t>
            </a:r>
            <a:endParaRPr kumimoji="1" lang="en-US" altLang="zh-TW" sz="2000" dirty="0"/>
          </a:p>
          <a:p>
            <a:pPr>
              <a:lnSpc>
                <a:spcPct val="120000"/>
              </a:lnSpc>
              <a:spcBef>
                <a:spcPts val="0"/>
              </a:spcBef>
            </a:pPr>
            <a:r>
              <a:rPr kumimoji="1" lang="en" altLang="zh-TW" sz="2000" dirty="0">
                <a:solidFill>
                  <a:srgbClr val="000000"/>
                </a:solidFill>
                <a:highlight>
                  <a:srgbClr val="FFFFFF"/>
                </a:highlight>
                <a:latin typeface="Inter"/>
                <a:hlinkClick r:id="rId4"/>
              </a:rPr>
              <a:t>https://towardsdatascience.com/understanding-variational-autoencoders-vaes-f70510919f73</a:t>
            </a:r>
            <a:endParaRPr kumimoji="1" lang="en" altLang="zh-TW" sz="2000" dirty="0">
              <a:solidFill>
                <a:srgbClr val="000000"/>
              </a:solidFill>
              <a:highlight>
                <a:srgbClr val="FFFFFF"/>
              </a:highlight>
              <a:latin typeface="Inter"/>
            </a:endParaRPr>
          </a:p>
          <a:p>
            <a:pPr>
              <a:lnSpc>
                <a:spcPct val="120000"/>
              </a:lnSpc>
              <a:spcBef>
                <a:spcPts val="0"/>
              </a:spcBef>
            </a:pPr>
            <a:r>
              <a:rPr kumimoji="1" lang="en" altLang="zh-TW" sz="2000" dirty="0">
                <a:solidFill>
                  <a:srgbClr val="000000"/>
                </a:solidFill>
                <a:highlight>
                  <a:srgbClr val="FFFFFF"/>
                </a:highlight>
                <a:latin typeface="Inter"/>
                <a:hlinkClick r:id="rId5"/>
              </a:rPr>
              <a:t>https://tomohiroliu22.medium.com/%E6%B7%B1%E5%BA%A6%E5%AD%B8%E7%BF%92paper%E7%B3%BB%E5%88%97-04-variational-autoencoder-vae-a7fbc67f0a2</a:t>
            </a:r>
            <a:endParaRPr kumimoji="1" lang="en" altLang="zh-TW" sz="2000" dirty="0">
              <a:solidFill>
                <a:srgbClr val="000000"/>
              </a:solidFill>
              <a:highlight>
                <a:srgbClr val="FFFFFF"/>
              </a:highlight>
              <a:latin typeface="Inter"/>
            </a:endParaRPr>
          </a:p>
          <a:p>
            <a:pPr>
              <a:lnSpc>
                <a:spcPct val="120000"/>
              </a:lnSpc>
              <a:spcBef>
                <a:spcPts val="0"/>
              </a:spcBef>
            </a:pPr>
            <a:r>
              <a:rPr kumimoji="1" lang="en" altLang="zh-TW" sz="2000" dirty="0">
                <a:solidFill>
                  <a:srgbClr val="000000"/>
                </a:solidFill>
                <a:highlight>
                  <a:srgbClr val="FFFFFF"/>
                </a:highlight>
                <a:latin typeface="Inter"/>
                <a:hlinkClick r:id="rId6"/>
              </a:rPr>
              <a:t>https://alu2019.home.blog/2021/05/07/math-ai-variational-autoencoder-vae-bian-fen-zi-b/?source=post_page-----6ec2342e7ad4--------------------------------</a:t>
            </a:r>
            <a:endParaRPr kumimoji="1" lang="en" altLang="zh-TW" sz="2000" dirty="0">
              <a:solidFill>
                <a:srgbClr val="000000"/>
              </a:solidFill>
              <a:highlight>
                <a:srgbClr val="FFFFFF"/>
              </a:highlight>
              <a:latin typeface="Inter"/>
            </a:endParaRPr>
          </a:p>
          <a:p>
            <a:pPr>
              <a:lnSpc>
                <a:spcPct val="120000"/>
              </a:lnSpc>
              <a:spcBef>
                <a:spcPts val="0"/>
              </a:spcBef>
            </a:pPr>
            <a:r>
              <a:rPr kumimoji="1" lang="en" altLang="zh-TW" sz="2000" dirty="0">
                <a:solidFill>
                  <a:srgbClr val="000000"/>
                </a:solidFill>
                <a:highlight>
                  <a:srgbClr val="FFFFFF"/>
                </a:highlight>
                <a:latin typeface="Inter"/>
                <a:hlinkClick r:id="rId7"/>
              </a:rPr>
              <a:t>https://medium.com/@rekalantar/variational-auto-encoder-vae-pytorch-tutorial-dce2d2fe0f5f</a:t>
            </a:r>
            <a:endParaRPr kumimoji="1" lang="en" altLang="zh-TW" sz="2000" dirty="0">
              <a:solidFill>
                <a:srgbClr val="000000"/>
              </a:solidFill>
              <a:highlight>
                <a:srgbClr val="FFFFFF"/>
              </a:highlight>
              <a:latin typeface="Inter"/>
            </a:endParaRPr>
          </a:p>
          <a:p>
            <a:pPr>
              <a:lnSpc>
                <a:spcPct val="120000"/>
              </a:lnSpc>
              <a:spcBef>
                <a:spcPts val="0"/>
              </a:spcBef>
            </a:pPr>
            <a:r>
              <a:rPr kumimoji="1" lang="en" altLang="zh-TW" sz="2000" dirty="0">
                <a:solidFill>
                  <a:srgbClr val="000000"/>
                </a:solidFill>
                <a:highlight>
                  <a:srgbClr val="FFFFFF"/>
                </a:highlight>
                <a:latin typeface="Inter"/>
                <a:hlinkClick r:id="rId8"/>
              </a:rPr>
              <a:t>https://avandekleut.github.io/vae/</a:t>
            </a:r>
            <a:endParaRPr kumimoji="1" lang="en" altLang="zh-TW" sz="2000" dirty="0">
              <a:solidFill>
                <a:srgbClr val="000000"/>
              </a:solidFill>
              <a:highlight>
                <a:srgbClr val="FFFFFF"/>
              </a:highlight>
              <a:latin typeface="Inter"/>
            </a:endParaRPr>
          </a:p>
          <a:p>
            <a:pPr>
              <a:lnSpc>
                <a:spcPct val="120000"/>
              </a:lnSpc>
              <a:spcBef>
                <a:spcPts val="0"/>
              </a:spcBef>
            </a:pPr>
            <a:r>
              <a:rPr kumimoji="1" lang="en" altLang="zh-TW" sz="2000" dirty="0">
                <a:solidFill>
                  <a:srgbClr val="000000"/>
                </a:solidFill>
                <a:highlight>
                  <a:srgbClr val="FFFFFF"/>
                </a:highlight>
                <a:latin typeface="Inter"/>
              </a:rPr>
              <a:t>K</a:t>
            </a:r>
            <a:r>
              <a:rPr kumimoji="1" lang="en-US" altLang="zh-TW" sz="2000" dirty="0">
                <a:solidFill>
                  <a:srgbClr val="000000"/>
                </a:solidFill>
                <a:highlight>
                  <a:srgbClr val="FFFFFF"/>
                </a:highlight>
                <a:latin typeface="Inter"/>
              </a:rPr>
              <a:t>L</a:t>
            </a:r>
            <a:r>
              <a:rPr kumimoji="1" lang="zh-TW" altLang="en-US" sz="2000" dirty="0">
                <a:solidFill>
                  <a:srgbClr val="000000"/>
                </a:solidFill>
                <a:highlight>
                  <a:srgbClr val="FFFFFF"/>
                </a:highlight>
                <a:latin typeface="Inter"/>
              </a:rPr>
              <a:t> </a:t>
            </a:r>
            <a:r>
              <a:rPr kumimoji="1" lang="en-US" altLang="zh-TW" sz="2000" dirty="0">
                <a:solidFill>
                  <a:srgbClr val="000000"/>
                </a:solidFill>
                <a:highlight>
                  <a:srgbClr val="FFFFFF"/>
                </a:highlight>
                <a:latin typeface="Inter"/>
              </a:rPr>
              <a:t>divergence:</a:t>
            </a:r>
            <a:r>
              <a:rPr kumimoji="1" lang="zh-TW" altLang="en-US" sz="2000" dirty="0">
                <a:solidFill>
                  <a:srgbClr val="000000"/>
                </a:solidFill>
                <a:highlight>
                  <a:srgbClr val="FFFFFF"/>
                </a:highlight>
                <a:latin typeface="Inter"/>
              </a:rPr>
              <a:t> </a:t>
            </a:r>
            <a:r>
              <a:rPr kumimoji="1" lang="en" altLang="zh-TW" sz="2000" dirty="0">
                <a:solidFill>
                  <a:srgbClr val="000000"/>
                </a:solidFill>
                <a:highlight>
                  <a:srgbClr val="FFFFFF"/>
                </a:highlight>
                <a:latin typeface="Inter"/>
                <a:hlinkClick r:id="rId9"/>
              </a:rPr>
              <a:t>https://jianjiesun.medium.com/dl-ml%E7%AD%86%E8%A8%98-%E4</a:t>
            </a:r>
            <a:r>
              <a:rPr kumimoji="1" lang="en" altLang="zh-TW" sz="2000">
                <a:solidFill>
                  <a:srgbClr val="000000"/>
                </a:solidFill>
                <a:highlight>
                  <a:srgbClr val="FFFFFF"/>
                </a:highlight>
                <a:latin typeface="Inter"/>
                <a:hlinkClick r:id="rId9"/>
              </a:rPr>
              <a:t>%B8%89-kl-divergence-cross-entropy-4b48810e0e90</a:t>
            </a:r>
            <a:endParaRPr kumimoji="1" lang="en" altLang="zh-TW" sz="2000" dirty="0">
              <a:solidFill>
                <a:srgbClr val="000000"/>
              </a:solidFill>
              <a:highlight>
                <a:srgbClr val="FFFFFF"/>
              </a:highlight>
              <a:latin typeface="Inter"/>
            </a:endParaRPr>
          </a:p>
        </p:txBody>
      </p:sp>
    </p:spTree>
    <p:extLst>
      <p:ext uri="{BB962C8B-B14F-4D97-AF65-F5344CB8AC3E}">
        <p14:creationId xmlns:p14="http://schemas.microsoft.com/office/powerpoint/2010/main" val="35427614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54ABD38A-2BD2-401B-CABB-E8FD2231487C}"/>
              </a:ext>
            </a:extLst>
          </p:cNvPr>
          <p:cNvSpPr>
            <a:spLocks noGrp="1"/>
          </p:cNvSpPr>
          <p:nvPr>
            <p:ph type="title"/>
          </p:nvPr>
        </p:nvSpPr>
        <p:spPr/>
        <p:txBody>
          <a:bodyPr/>
          <a:lstStyle/>
          <a:p>
            <a:r>
              <a:rPr lang="zh-TW" altLang="en-US" dirty="0"/>
              <a:t>生成對抗網路</a:t>
            </a:r>
          </a:p>
        </p:txBody>
      </p:sp>
      <p:sp>
        <p:nvSpPr>
          <p:cNvPr id="5" name="文字版面配置區 4">
            <a:extLst>
              <a:ext uri="{FF2B5EF4-FFF2-40B4-BE49-F238E27FC236}">
                <a16:creationId xmlns:a16="http://schemas.microsoft.com/office/drawing/2014/main" id="{F0D631C8-7F55-469F-40A4-D6A75A8CBF71}"/>
              </a:ext>
            </a:extLst>
          </p:cNvPr>
          <p:cNvSpPr>
            <a:spLocks noGrp="1"/>
          </p:cNvSpPr>
          <p:nvPr>
            <p:ph type="body" idx="1"/>
          </p:nvPr>
        </p:nvSpPr>
        <p:spPr/>
        <p:txBody>
          <a:bodyPr>
            <a:normAutofit fontScale="77500" lnSpcReduction="20000"/>
          </a:bodyPr>
          <a:lstStyle/>
          <a:p>
            <a:r>
              <a:rPr lang="en" altLang="zh-TW" dirty="0"/>
              <a:t>Generative Adversarial Networks</a:t>
            </a:r>
            <a:r>
              <a:rPr lang="en-US" altLang="zh-TW" dirty="0"/>
              <a:t>,</a:t>
            </a:r>
            <a:r>
              <a:rPr lang="zh-TW" altLang="en-US" dirty="0"/>
              <a:t> </a:t>
            </a:r>
            <a:r>
              <a:rPr lang="en-US" altLang="zh-TW" dirty="0"/>
              <a:t>GAN</a:t>
            </a:r>
          </a:p>
          <a:p>
            <a:r>
              <a:rPr lang="en-US" altLang="zh-TW" dirty="0">
                <a:hlinkClick r:id="rId2"/>
              </a:rPr>
              <a:t>https://thispersondoesnotexist.com/</a:t>
            </a:r>
          </a:p>
          <a:p>
            <a:r>
              <a:rPr lang="en-US" altLang="zh-TW" dirty="0">
                <a:hlinkClick r:id="rId2"/>
              </a:rPr>
              <a:t>https://machinelearningmastery.com/generative_adversarial_networks/</a:t>
            </a:r>
            <a:r>
              <a:rPr lang="en-US" altLang="zh-TW" dirty="0"/>
              <a:t> </a:t>
            </a:r>
          </a:p>
          <a:p>
            <a:r>
              <a:rPr lang="zh-TW" altLang="en-US" sz="2400" dirty="0">
                <a:hlinkClick r:id="rId3"/>
              </a:rPr>
              <a:t>https://colab.research.google.com/github/tensorflow/docs/blob/master/site/en/tutorials/generative/dcgan.ipynb</a:t>
            </a:r>
            <a:endParaRPr lang="en-US" altLang="zh-TW" sz="2400" dirty="0"/>
          </a:p>
        </p:txBody>
      </p:sp>
      <p:pic>
        <p:nvPicPr>
          <p:cNvPr id="3074" name="Picture 2">
            <a:extLst>
              <a:ext uri="{FF2B5EF4-FFF2-40B4-BE49-F238E27FC236}">
                <a16:creationId xmlns:a16="http://schemas.microsoft.com/office/drawing/2014/main" id="{8FC282AC-460D-4474-A636-6899959356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6450" y="1287462"/>
            <a:ext cx="1962150" cy="19621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9ED5AF1-2239-440C-BF62-632D12417D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7862" y="106362"/>
            <a:ext cx="2268537" cy="226853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2AF0B65-30D4-4E8F-BD22-163957E4ED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93161" y="2890838"/>
            <a:ext cx="1962150" cy="196215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E8CA04BE-13C9-404A-BA52-E3EBBB1022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93429" y="1682750"/>
            <a:ext cx="1842294" cy="1842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4904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804615B0-2186-2EA7-4C90-AF497526474F}"/>
              </a:ext>
            </a:extLst>
          </p:cNvPr>
          <p:cNvSpPr>
            <a:spLocks noGrp="1"/>
          </p:cNvSpPr>
          <p:nvPr>
            <p:ph type="title"/>
          </p:nvPr>
        </p:nvSpPr>
        <p:spPr/>
        <p:txBody>
          <a:bodyPr/>
          <a:lstStyle/>
          <a:p>
            <a:r>
              <a:rPr lang="zh-TW" altLang="en-US" dirty="0"/>
              <a:t>生成對抗網路</a:t>
            </a:r>
          </a:p>
        </p:txBody>
      </p:sp>
      <p:sp>
        <p:nvSpPr>
          <p:cNvPr id="5" name="內容版面配置區 4">
            <a:extLst>
              <a:ext uri="{FF2B5EF4-FFF2-40B4-BE49-F238E27FC236}">
                <a16:creationId xmlns:a16="http://schemas.microsoft.com/office/drawing/2014/main" id="{6F305257-1C10-4E62-FD6C-F1D0AE47E743}"/>
              </a:ext>
            </a:extLst>
          </p:cNvPr>
          <p:cNvSpPr>
            <a:spLocks noGrp="1"/>
          </p:cNvSpPr>
          <p:nvPr>
            <p:ph idx="1"/>
          </p:nvPr>
        </p:nvSpPr>
        <p:spPr/>
        <p:txBody>
          <a:bodyPr/>
          <a:lstStyle/>
          <a:p>
            <a:r>
              <a:rPr lang="en" altLang="zh-TW" dirty="0"/>
              <a:t>GAN</a:t>
            </a:r>
            <a:r>
              <a:rPr lang="zh-TW" altLang="en-US" dirty="0"/>
              <a:t>是由兩個神經網路所構成的，一個叫做</a:t>
            </a:r>
            <a:r>
              <a:rPr lang="en" altLang="zh-TW" dirty="0"/>
              <a:t>Generator(</a:t>
            </a:r>
            <a:r>
              <a:rPr lang="zh-TW" altLang="en-US" dirty="0"/>
              <a:t>生成器</a:t>
            </a:r>
            <a:r>
              <a:rPr lang="en-US" altLang="zh-TW" dirty="0"/>
              <a:t>)</a:t>
            </a:r>
            <a:r>
              <a:rPr lang="zh-TW" altLang="en-US" dirty="0"/>
              <a:t>另一個叫做</a:t>
            </a:r>
            <a:r>
              <a:rPr lang="en" altLang="zh-TW" dirty="0"/>
              <a:t>Discriminator(</a:t>
            </a:r>
            <a:r>
              <a:rPr lang="zh-TW" altLang="en-US" dirty="0"/>
              <a:t>判別器</a:t>
            </a:r>
            <a:r>
              <a:rPr lang="en-US" altLang="zh-TW" dirty="0"/>
              <a:t>)</a:t>
            </a:r>
            <a:r>
              <a:rPr lang="zh-TW" altLang="en-US" dirty="0"/>
              <a:t>。</a:t>
            </a:r>
          </a:p>
        </p:txBody>
      </p:sp>
      <p:pic>
        <p:nvPicPr>
          <p:cNvPr id="1026" name="Picture 2">
            <a:extLst>
              <a:ext uri="{FF2B5EF4-FFF2-40B4-BE49-F238E27FC236}">
                <a16:creationId xmlns:a16="http://schemas.microsoft.com/office/drawing/2014/main" id="{1E27907B-1686-26D3-5622-CE74343C7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88" y="2878794"/>
            <a:ext cx="7211177" cy="355112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76E4085E-B5A0-48B7-8C74-72D61EC80B17}"/>
              </a:ext>
            </a:extLst>
          </p:cNvPr>
          <p:cNvSpPr txBox="1"/>
          <p:nvPr/>
        </p:nvSpPr>
        <p:spPr>
          <a:xfrm>
            <a:off x="8004927" y="2644271"/>
            <a:ext cx="3920373" cy="3785652"/>
          </a:xfrm>
          <a:prstGeom prst="rect">
            <a:avLst/>
          </a:prstGeom>
          <a:noFill/>
        </p:spPr>
        <p:txBody>
          <a:bodyPr wrap="square">
            <a:spAutoFit/>
          </a:bodyPr>
          <a:lstStyle/>
          <a:p>
            <a:pPr marL="342900" indent="-342900">
              <a:buFont typeface="Arial" panose="020B0604020202020204" pitchFamily="34" charset="0"/>
              <a:buChar char="•"/>
            </a:pPr>
            <a:r>
              <a:rPr lang="en-US" altLang="zh-TW" sz="2000" dirty="0"/>
              <a:t>Generator</a:t>
            </a:r>
            <a:r>
              <a:rPr lang="zh-TW" altLang="en-US" sz="2000" dirty="0"/>
              <a:t>做的事情就是把一堆雜訊變成看起來很逼真的照片</a:t>
            </a:r>
            <a:endParaRPr lang="en-US" altLang="zh-TW" sz="2000" dirty="0"/>
          </a:p>
          <a:p>
            <a:pPr marL="342900" indent="-342900">
              <a:buFont typeface="Arial" panose="020B0604020202020204" pitchFamily="34" charset="0"/>
              <a:buChar char="•"/>
            </a:pPr>
            <a:r>
              <a:rPr lang="en-US" altLang="zh-TW" sz="2000" dirty="0"/>
              <a:t>Discriminator</a:t>
            </a:r>
            <a:r>
              <a:rPr lang="zh-TW" altLang="en-US" sz="2000" dirty="0"/>
              <a:t>做的事情就是去判別說哪個是真的照片哪個是從</a:t>
            </a:r>
            <a:r>
              <a:rPr lang="en-US" altLang="zh-TW" sz="2000" dirty="0"/>
              <a:t>Generator</a:t>
            </a:r>
            <a:r>
              <a:rPr lang="zh-TW" altLang="en-US" sz="2000" dirty="0"/>
              <a:t>生成的假照片。</a:t>
            </a:r>
            <a:endParaRPr lang="en-US" altLang="zh-TW" sz="2000" dirty="0"/>
          </a:p>
          <a:p>
            <a:pPr marL="342900" indent="-342900">
              <a:buFont typeface="Arial" panose="020B0604020202020204" pitchFamily="34" charset="0"/>
              <a:buChar char="•"/>
            </a:pPr>
            <a:r>
              <a:rPr lang="zh-TW" altLang="en-US" sz="2000" dirty="0"/>
              <a:t>所以在訓練的過程中，</a:t>
            </a:r>
            <a:r>
              <a:rPr lang="en-US" altLang="zh-TW" sz="2000" dirty="0"/>
              <a:t>Generator</a:t>
            </a:r>
            <a:r>
              <a:rPr lang="zh-TW" altLang="en-US" sz="2000" dirty="0"/>
              <a:t>生成的照片會越來越逼真想辦法騙過</a:t>
            </a:r>
            <a:r>
              <a:rPr lang="en-US" altLang="zh-TW" sz="2000" dirty="0"/>
              <a:t>Discriminator</a:t>
            </a:r>
            <a:r>
              <a:rPr lang="zh-TW" altLang="en-US" sz="2000" dirty="0"/>
              <a:t>，而</a:t>
            </a:r>
            <a:r>
              <a:rPr lang="en-US" altLang="zh-TW" sz="2000" dirty="0"/>
              <a:t>Discriminator</a:t>
            </a:r>
            <a:r>
              <a:rPr lang="zh-TW" altLang="en-US" sz="2000" dirty="0"/>
              <a:t>也會想盡辦法去學習辨識真的和假的照片</a:t>
            </a:r>
            <a:endParaRPr lang="en-US" altLang="zh-TW" sz="2000" dirty="0"/>
          </a:p>
          <a:p>
            <a:pPr marL="342900" indent="-342900">
              <a:buFont typeface="Arial" panose="020B0604020202020204" pitchFamily="34" charset="0"/>
              <a:buChar char="•"/>
            </a:pPr>
            <a:r>
              <a:rPr lang="zh-TW" altLang="en-US" sz="2000" dirty="0"/>
              <a:t>兩個神經網路對抗的過程叫做</a:t>
            </a:r>
            <a:r>
              <a:rPr lang="en-US" altLang="zh-TW" sz="2000" dirty="0"/>
              <a:t>Adversarial Learning</a:t>
            </a:r>
            <a:r>
              <a:rPr lang="zh-TW" altLang="en-US" sz="2000" dirty="0"/>
              <a:t>。</a:t>
            </a:r>
          </a:p>
        </p:txBody>
      </p:sp>
    </p:spTree>
    <p:extLst>
      <p:ext uri="{BB962C8B-B14F-4D97-AF65-F5344CB8AC3E}">
        <p14:creationId xmlns:p14="http://schemas.microsoft.com/office/powerpoint/2010/main" val="11023125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EDFAF8-16E2-45DA-8FC4-75662518597A}"/>
              </a:ext>
            </a:extLst>
          </p:cNvPr>
          <p:cNvSpPr>
            <a:spLocks noGrp="1"/>
          </p:cNvSpPr>
          <p:nvPr>
            <p:ph type="title"/>
          </p:nvPr>
        </p:nvSpPr>
        <p:spPr/>
        <p:txBody>
          <a:bodyPr/>
          <a:lstStyle/>
          <a:p>
            <a:r>
              <a:rPr lang="zh-TW" altLang="en-US" dirty="0"/>
              <a:t>生成對抗網路</a:t>
            </a:r>
          </a:p>
        </p:txBody>
      </p:sp>
      <p:sp>
        <p:nvSpPr>
          <p:cNvPr id="3" name="內容版面配置區 2">
            <a:extLst>
              <a:ext uri="{FF2B5EF4-FFF2-40B4-BE49-F238E27FC236}">
                <a16:creationId xmlns:a16="http://schemas.microsoft.com/office/drawing/2014/main" id="{B0732C33-A201-4DA7-97BD-DFAF8D40BE60}"/>
              </a:ext>
            </a:extLst>
          </p:cNvPr>
          <p:cNvSpPr>
            <a:spLocks noGrp="1"/>
          </p:cNvSpPr>
          <p:nvPr>
            <p:ph idx="1"/>
          </p:nvPr>
        </p:nvSpPr>
        <p:spPr>
          <a:xfrm>
            <a:off x="838200" y="1454150"/>
            <a:ext cx="7772400" cy="4722813"/>
          </a:xfrm>
        </p:spPr>
        <p:txBody>
          <a:bodyPr/>
          <a:lstStyle/>
          <a:p>
            <a:r>
              <a:rPr lang="en-US" altLang="zh-TW" dirty="0">
                <a:hlinkClick r:id="rId2"/>
              </a:rPr>
              <a:t>https://colab.research.google.com/drive/1FHPZK3036m4zuHSM24p9kw9LaoG4H0gC?usp=sharing</a:t>
            </a:r>
            <a:endParaRPr lang="en-US" altLang="zh-TW" dirty="0"/>
          </a:p>
          <a:p>
            <a:r>
              <a:rPr lang="zh-TW" altLang="en-US" dirty="0"/>
              <a:t>手寫數字</a:t>
            </a:r>
            <a:r>
              <a:rPr lang="en-US" altLang="zh-TW" dirty="0"/>
              <a:t>MNIST</a:t>
            </a:r>
            <a:r>
              <a:rPr lang="zh-TW" altLang="en-US" dirty="0"/>
              <a:t>範例</a:t>
            </a:r>
          </a:p>
        </p:txBody>
      </p:sp>
      <p:pic>
        <p:nvPicPr>
          <p:cNvPr id="1026" name="Picture 2">
            <a:extLst>
              <a:ext uri="{FF2B5EF4-FFF2-40B4-BE49-F238E27FC236}">
                <a16:creationId xmlns:a16="http://schemas.microsoft.com/office/drawing/2014/main" id="{630D0E29-2A21-4FE1-8113-17C62CFB7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0664" y="305195"/>
            <a:ext cx="2436285" cy="2427600"/>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a:extLst>
              <a:ext uri="{FF2B5EF4-FFF2-40B4-BE49-F238E27FC236}">
                <a16:creationId xmlns:a16="http://schemas.microsoft.com/office/drawing/2014/main" id="{4B108B65-CFA8-4DC2-8454-513ADBBC0D13}"/>
              </a:ext>
            </a:extLst>
          </p:cNvPr>
          <p:cNvPicPr>
            <a:picLocks noChangeAspect="1"/>
          </p:cNvPicPr>
          <p:nvPr/>
        </p:nvPicPr>
        <p:blipFill>
          <a:blip r:embed="rId4"/>
          <a:stretch>
            <a:fillRect/>
          </a:stretch>
        </p:blipFill>
        <p:spPr>
          <a:xfrm>
            <a:off x="660401" y="2838450"/>
            <a:ext cx="4438649" cy="3957350"/>
          </a:xfrm>
          <a:prstGeom prst="rect">
            <a:avLst/>
          </a:prstGeom>
        </p:spPr>
      </p:pic>
      <p:pic>
        <p:nvPicPr>
          <p:cNvPr id="7" name="圖片 6">
            <a:extLst>
              <a:ext uri="{FF2B5EF4-FFF2-40B4-BE49-F238E27FC236}">
                <a16:creationId xmlns:a16="http://schemas.microsoft.com/office/drawing/2014/main" id="{453415CB-6CA2-4777-B6F4-3B5463C74E1F}"/>
              </a:ext>
            </a:extLst>
          </p:cNvPr>
          <p:cNvPicPr>
            <a:picLocks noChangeAspect="1"/>
          </p:cNvPicPr>
          <p:nvPr/>
        </p:nvPicPr>
        <p:blipFill>
          <a:blip r:embed="rId5"/>
          <a:stretch>
            <a:fillRect/>
          </a:stretch>
        </p:blipFill>
        <p:spPr>
          <a:xfrm>
            <a:off x="5334994" y="2838450"/>
            <a:ext cx="4701151" cy="3957350"/>
          </a:xfrm>
          <a:prstGeom prst="rect">
            <a:avLst/>
          </a:prstGeom>
        </p:spPr>
      </p:pic>
    </p:spTree>
    <p:extLst>
      <p:ext uri="{BB962C8B-B14F-4D97-AF65-F5344CB8AC3E}">
        <p14:creationId xmlns:p14="http://schemas.microsoft.com/office/powerpoint/2010/main" val="17461406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E1FA42-D4BF-471B-9EE5-F24F187AFF06}"/>
              </a:ext>
            </a:extLst>
          </p:cNvPr>
          <p:cNvSpPr>
            <a:spLocks noGrp="1"/>
          </p:cNvSpPr>
          <p:nvPr>
            <p:ph type="title"/>
          </p:nvPr>
        </p:nvSpPr>
        <p:spPr/>
        <p:txBody>
          <a:bodyPr/>
          <a:lstStyle/>
          <a:p>
            <a:r>
              <a:rPr lang="zh-TW" altLang="en-US" dirty="0"/>
              <a:t>生成對抗網路</a:t>
            </a:r>
          </a:p>
        </p:txBody>
      </p:sp>
      <p:sp>
        <p:nvSpPr>
          <p:cNvPr id="3" name="內容版面配置區 2">
            <a:extLst>
              <a:ext uri="{FF2B5EF4-FFF2-40B4-BE49-F238E27FC236}">
                <a16:creationId xmlns:a16="http://schemas.microsoft.com/office/drawing/2014/main" id="{49448073-C4E0-4A9D-8239-29BB30524F86}"/>
              </a:ext>
            </a:extLst>
          </p:cNvPr>
          <p:cNvSpPr>
            <a:spLocks noGrp="1"/>
          </p:cNvSpPr>
          <p:nvPr>
            <p:ph idx="1"/>
          </p:nvPr>
        </p:nvSpPr>
        <p:spPr/>
        <p:txBody>
          <a:bodyPr/>
          <a:lstStyle/>
          <a:p>
            <a:r>
              <a:rPr lang="zh-TW" altLang="en-US" dirty="0"/>
              <a:t>使用卷積的</a:t>
            </a:r>
            <a:r>
              <a:rPr lang="en-US" altLang="zh-TW" dirty="0"/>
              <a:t>GAN</a:t>
            </a:r>
            <a:r>
              <a:rPr lang="zh-TW" altLang="en-US" dirty="0"/>
              <a:t>：</a:t>
            </a:r>
            <a:r>
              <a:rPr lang="en-US" altLang="zh-TW" dirty="0"/>
              <a:t>Deep Convolution GAN (DCGAN)</a:t>
            </a:r>
            <a:endParaRPr lang="zh-TW" altLang="en-US" dirty="0"/>
          </a:p>
        </p:txBody>
      </p:sp>
      <p:pic>
        <p:nvPicPr>
          <p:cNvPr id="1026" name="Picture 2" descr="Architecture of the DCGAN.">
            <a:extLst>
              <a:ext uri="{FF2B5EF4-FFF2-40B4-BE49-F238E27FC236}">
                <a16:creationId xmlns:a16="http://schemas.microsoft.com/office/drawing/2014/main" id="{2FB33CC2-F2DB-4D1C-A24E-34EBB5D6B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2301075"/>
            <a:ext cx="5303838" cy="4341419"/>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3E7A56EC-0ED2-4D30-905F-CE0E52F73B96}"/>
              </a:ext>
            </a:extLst>
          </p:cNvPr>
          <p:cNvSpPr txBox="1"/>
          <p:nvPr/>
        </p:nvSpPr>
        <p:spPr>
          <a:xfrm>
            <a:off x="7285038" y="6311900"/>
            <a:ext cx="3665538" cy="369332"/>
          </a:xfrm>
          <a:prstGeom prst="rect">
            <a:avLst/>
          </a:prstGeom>
          <a:noFill/>
        </p:spPr>
        <p:txBody>
          <a:bodyPr wrap="square">
            <a:spAutoFit/>
          </a:bodyPr>
          <a:lstStyle/>
          <a:p>
            <a:r>
              <a:rPr lang="en-US" altLang="zh-TW" dirty="0">
                <a:hlinkClick r:id="rId3"/>
              </a:rPr>
              <a:t>https://arxiv.org/abs/1511.06434</a:t>
            </a:r>
            <a:endParaRPr lang="en-US" altLang="zh-TW" dirty="0"/>
          </a:p>
        </p:txBody>
      </p:sp>
    </p:spTree>
    <p:extLst>
      <p:ext uri="{BB962C8B-B14F-4D97-AF65-F5344CB8AC3E}">
        <p14:creationId xmlns:p14="http://schemas.microsoft.com/office/powerpoint/2010/main" val="20863396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0D800E-5EE9-48CB-8E44-FA8841CB0721}"/>
              </a:ext>
            </a:extLst>
          </p:cNvPr>
          <p:cNvSpPr>
            <a:spLocks noGrp="1"/>
          </p:cNvSpPr>
          <p:nvPr>
            <p:ph type="title"/>
          </p:nvPr>
        </p:nvSpPr>
        <p:spPr/>
        <p:txBody>
          <a:bodyPr/>
          <a:lstStyle/>
          <a:p>
            <a:r>
              <a:rPr lang="zh-TW" altLang="en-US" dirty="0"/>
              <a:t>生成對抗網路</a:t>
            </a:r>
          </a:p>
        </p:txBody>
      </p:sp>
      <p:sp>
        <p:nvSpPr>
          <p:cNvPr id="3" name="內容版面配置區 2">
            <a:extLst>
              <a:ext uri="{FF2B5EF4-FFF2-40B4-BE49-F238E27FC236}">
                <a16:creationId xmlns:a16="http://schemas.microsoft.com/office/drawing/2014/main" id="{10C8EB5B-CBA4-429A-A3AE-360FE6F439EA}"/>
              </a:ext>
            </a:extLst>
          </p:cNvPr>
          <p:cNvSpPr>
            <a:spLocks noGrp="1"/>
          </p:cNvSpPr>
          <p:nvPr>
            <p:ph idx="1"/>
          </p:nvPr>
        </p:nvSpPr>
        <p:spPr/>
        <p:txBody>
          <a:bodyPr/>
          <a:lstStyle/>
          <a:p>
            <a:r>
              <a:rPr lang="en-US" altLang="zh-TW" dirty="0"/>
              <a:t>https://www.kaggle.com/code/leonjye/anime-face-dcgan</a:t>
            </a:r>
            <a:endParaRPr lang="zh-TW" altLang="en-US" dirty="0"/>
          </a:p>
        </p:txBody>
      </p:sp>
      <p:pic>
        <p:nvPicPr>
          <p:cNvPr id="2050" name="Picture 2">
            <a:extLst>
              <a:ext uri="{FF2B5EF4-FFF2-40B4-BE49-F238E27FC236}">
                <a16:creationId xmlns:a16="http://schemas.microsoft.com/office/drawing/2014/main" id="{0A4F438B-486B-4276-BAF5-24BBC88B1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633" y="2539999"/>
            <a:ext cx="5666742" cy="35909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54621DD-C461-4320-9631-6D6BD98076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660" y="2603500"/>
            <a:ext cx="4871614" cy="306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81945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3594</TotalTime>
  <Words>6437</Words>
  <Application>Microsoft Office PowerPoint</Application>
  <PresentationFormat>寬螢幕</PresentationFormat>
  <Paragraphs>360</Paragraphs>
  <Slides>61</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61</vt:i4>
      </vt:variant>
    </vt:vector>
  </HeadingPairs>
  <TitlesOfParts>
    <vt:vector size="71" baseType="lpstr">
      <vt:lpstr>Inter</vt:lpstr>
      <vt:lpstr>sohne</vt:lpstr>
      <vt:lpstr>source-serif-pro</vt:lpstr>
      <vt:lpstr>Microsoft JhengHei</vt:lpstr>
      <vt:lpstr>Arial</vt:lpstr>
      <vt:lpstr>Calibri</vt:lpstr>
      <vt:lpstr>Calibri Light</vt:lpstr>
      <vt:lpstr>Courier New</vt:lpstr>
      <vt:lpstr>Fira Code</vt:lpstr>
      <vt:lpstr>Office 佈景主題</vt:lpstr>
      <vt:lpstr>Convolutional Neural Network Model (CNN)</vt:lpstr>
      <vt:lpstr> convolutional neural network-CNN和特徵層次</vt:lpstr>
      <vt:lpstr>Convolutional Neural Network Model</vt:lpstr>
      <vt:lpstr>Convolutional Neural Network Model</vt:lpstr>
      <vt:lpstr>Convolutional Neural Network Model</vt:lpstr>
      <vt:lpstr>Convolutional Neural Network Model</vt:lpstr>
      <vt:lpstr>Convolutional Neural Network Model</vt:lpstr>
      <vt:lpstr>Convolutional Neural Network Model</vt:lpstr>
      <vt:lpstr>Convolutional Neural Network Model</vt:lpstr>
      <vt:lpstr>Convolutional Neural Network Model</vt:lpstr>
      <vt:lpstr>Convolutional Neural Network Model</vt:lpstr>
      <vt:lpstr>Convolutional Neural Network Model</vt:lpstr>
      <vt:lpstr>Pool layer: invariance</vt:lpstr>
      <vt:lpstr>Downsides of Max-pool layer</vt:lpstr>
      <vt:lpstr>Convolutional neural network-CNN和特徵層次</vt:lpstr>
      <vt:lpstr>Convolutional Neural Network Model</vt:lpstr>
      <vt:lpstr>著名的CNN模型與架構-LeNet (1989–1998)</vt:lpstr>
      <vt:lpstr>著名的CNN模型與架構</vt:lpstr>
      <vt:lpstr>著名的CNN模型與架構-LeNet5</vt:lpstr>
      <vt:lpstr>著名的CNN模型與架構</vt:lpstr>
      <vt:lpstr>著名的CNN模型與架構</vt:lpstr>
      <vt:lpstr>著名的CNN模型與架構</vt:lpstr>
      <vt:lpstr>著名的CNN模型與架構-AlexNet</vt:lpstr>
      <vt:lpstr>著名的CNN模型與架構-AlexNet</vt:lpstr>
      <vt:lpstr>著名的CNN模型與架構-AlexNet</vt:lpstr>
      <vt:lpstr>著名的CNN模型與架構- GoogLeNet</vt:lpstr>
      <vt:lpstr>著名的CNN模型與架構- GoogLeNet</vt:lpstr>
      <vt:lpstr>著名的CNN模型與架構-  GoogLeNet</vt:lpstr>
      <vt:lpstr>著名的CNN模型與架構- VGG</vt:lpstr>
      <vt:lpstr>著名的CNN模型與架構- VGG, ResNet</vt:lpstr>
      <vt:lpstr>著名的CNN模型與架構- ResNet</vt:lpstr>
      <vt:lpstr>著名的CNN模型與架構- ResNet</vt:lpstr>
      <vt:lpstr>著名的CNN模型與架構- DenseNet (2016)</vt:lpstr>
      <vt:lpstr>著名的CNN模型與架構- Inception V3</vt:lpstr>
      <vt:lpstr>Pytorch支援的model</vt:lpstr>
      <vt:lpstr>什麼是Batch Normalization</vt:lpstr>
      <vt:lpstr>Data Augmentation (資料擴增)</vt:lpstr>
      <vt:lpstr>Data Augmentation (資料擴增)</vt:lpstr>
      <vt:lpstr>Visualizing Feature Maps using PyTorch</vt:lpstr>
      <vt:lpstr>Visualizing Feature Maps using PyTorch</vt:lpstr>
      <vt:lpstr>Visualizing Feature Maps using PyTorch</vt:lpstr>
      <vt:lpstr>Implementation of Class Activation Map (CAM) with PyTorch</vt:lpstr>
      <vt:lpstr>Implementation of Class Activation Map (CAM) with PyTorch</vt:lpstr>
      <vt:lpstr>神經網路-非監督式學習</vt:lpstr>
      <vt:lpstr>AutoEncoder自編碼器</vt:lpstr>
      <vt:lpstr>AutoEncoder自編碼器</vt:lpstr>
      <vt:lpstr>AutoEncoder自編碼器 https://www.kaggle.com/code/leonjye/autoencoder-mnist</vt:lpstr>
      <vt:lpstr>AutoEncoder自編碼器</vt:lpstr>
      <vt:lpstr>變分自動編碼器（variational autoencoder）</vt:lpstr>
      <vt:lpstr>Variational AutoEncoder變分自編碼器</vt:lpstr>
      <vt:lpstr>變分自動編碼器（variational autoencoder）</vt:lpstr>
      <vt:lpstr>Variational AutoEncoder變分自編碼器</vt:lpstr>
      <vt:lpstr>Variational AutoEncoder變分自編碼器</vt:lpstr>
      <vt:lpstr>Variational AutoEncoder變分自編碼器</vt:lpstr>
      <vt:lpstr>VAE的latent space</vt:lpstr>
      <vt:lpstr>參考資料</vt:lpstr>
      <vt:lpstr>生成對抗網路</vt:lpstr>
      <vt:lpstr>生成對抗網路</vt:lpstr>
      <vt:lpstr>生成對抗網路</vt:lpstr>
      <vt:lpstr>生成對抗網路</vt:lpstr>
      <vt:lpstr>生成對抗網路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 Model (CNN)</dc:title>
  <dc:creator>林俊杰</dc:creator>
  <cp:lastModifiedBy>林俊杰</cp:lastModifiedBy>
  <cp:revision>6</cp:revision>
  <dcterms:created xsi:type="dcterms:W3CDTF">2024-11-19T15:53:30Z</dcterms:created>
  <dcterms:modified xsi:type="dcterms:W3CDTF">2024-12-23T06:42:03Z</dcterms:modified>
</cp:coreProperties>
</file>